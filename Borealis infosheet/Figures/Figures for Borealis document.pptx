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21674138" cy="28898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26" userDrawn="1">
          <p15:clr>
            <a:srgbClr val="A4A3A4"/>
          </p15:clr>
        </p15:guide>
        <p15:guide id="2" pos="6926" userDrawn="1">
          <p15:clr>
            <a:srgbClr val="A4A3A4"/>
          </p15:clr>
        </p15:guide>
        <p15:guide id="3" orient="horz" pos="91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61"/>
    <a:srgbClr val="FF193C"/>
    <a:srgbClr val="FF0004"/>
    <a:srgbClr val="FE4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8"/>
    <p:restoredTop sz="94660"/>
  </p:normalViewPr>
  <p:slideViewPr>
    <p:cSldViewPr snapToGrid="0">
      <p:cViewPr>
        <p:scale>
          <a:sx n="67" d="100"/>
          <a:sy n="67" d="100"/>
        </p:scale>
        <p:origin x="5040" y="-496"/>
      </p:cViewPr>
      <p:guideLst>
        <p:guide pos="6826"/>
        <p:guide pos="6926"/>
        <p:guide orient="horz" pos="9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561" y="4729513"/>
            <a:ext cx="18423017" cy="10061081"/>
          </a:xfrm>
        </p:spPr>
        <p:txBody>
          <a:bodyPr anchor="b"/>
          <a:lstStyle>
            <a:lvl1pPr algn="ctr">
              <a:defRPr sz="14222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15178588"/>
            <a:ext cx="16255604" cy="6977197"/>
          </a:xfrm>
        </p:spPr>
        <p:txBody>
          <a:bodyPr/>
          <a:lstStyle>
            <a:lvl1pPr marL="0" indent="0" algn="ctr">
              <a:buNone/>
              <a:defRPr sz="5689"/>
            </a:lvl1pPr>
            <a:lvl2pPr marL="1083701" indent="0" algn="ctr">
              <a:buNone/>
              <a:defRPr sz="4741"/>
            </a:lvl2pPr>
            <a:lvl3pPr marL="2167402" indent="0" algn="ctr">
              <a:buNone/>
              <a:defRPr sz="4267"/>
            </a:lvl3pPr>
            <a:lvl4pPr marL="3251103" indent="0" algn="ctr">
              <a:buNone/>
              <a:defRPr sz="3792"/>
            </a:lvl4pPr>
            <a:lvl5pPr marL="4334805" indent="0" algn="ctr">
              <a:buNone/>
              <a:defRPr sz="3792"/>
            </a:lvl5pPr>
            <a:lvl6pPr marL="5418506" indent="0" algn="ctr">
              <a:buNone/>
              <a:defRPr sz="3792"/>
            </a:lvl6pPr>
            <a:lvl7pPr marL="6502207" indent="0" algn="ctr">
              <a:buNone/>
              <a:defRPr sz="3792"/>
            </a:lvl7pPr>
            <a:lvl8pPr marL="7585908" indent="0" algn="ctr">
              <a:buNone/>
              <a:defRPr sz="3792"/>
            </a:lvl8pPr>
            <a:lvl9pPr marL="8669609" indent="0" algn="ctr">
              <a:buNone/>
              <a:defRPr sz="3792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64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6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10" y="7204652"/>
            <a:ext cx="18693944" cy="12021117"/>
          </a:xfrm>
        </p:spPr>
        <p:txBody>
          <a:bodyPr anchor="b"/>
          <a:lstStyle>
            <a:lvl1pPr>
              <a:defRPr sz="14222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10" y="19339494"/>
            <a:ext cx="18693944" cy="6321621"/>
          </a:xfrm>
        </p:spPr>
        <p:txBody>
          <a:bodyPr/>
          <a:lstStyle>
            <a:lvl1pPr marL="0" indent="0">
              <a:buNone/>
              <a:defRPr sz="5689">
                <a:solidFill>
                  <a:schemeClr val="tx1">
                    <a:tint val="82000"/>
                  </a:schemeClr>
                </a:solidFill>
              </a:defRPr>
            </a:lvl1pPr>
            <a:lvl2pPr marL="1083701" indent="0">
              <a:buNone/>
              <a:defRPr sz="4741">
                <a:solidFill>
                  <a:schemeClr val="tx1">
                    <a:tint val="82000"/>
                  </a:schemeClr>
                </a:solidFill>
              </a:defRPr>
            </a:lvl2pPr>
            <a:lvl3pPr marL="216740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3pPr>
            <a:lvl4pPr marL="3251103" indent="0">
              <a:buNone/>
              <a:defRPr sz="3792">
                <a:solidFill>
                  <a:schemeClr val="tx1">
                    <a:tint val="82000"/>
                  </a:schemeClr>
                </a:solidFill>
              </a:defRPr>
            </a:lvl4pPr>
            <a:lvl5pPr marL="4334805" indent="0">
              <a:buNone/>
              <a:defRPr sz="3792">
                <a:solidFill>
                  <a:schemeClr val="tx1">
                    <a:tint val="82000"/>
                  </a:schemeClr>
                </a:solidFill>
              </a:defRPr>
            </a:lvl5pPr>
            <a:lvl6pPr marL="5418506" indent="0">
              <a:buNone/>
              <a:defRPr sz="3792">
                <a:solidFill>
                  <a:schemeClr val="tx1">
                    <a:tint val="82000"/>
                  </a:schemeClr>
                </a:solidFill>
              </a:defRPr>
            </a:lvl6pPr>
            <a:lvl7pPr marL="6502207" indent="0">
              <a:buNone/>
              <a:defRPr sz="3792">
                <a:solidFill>
                  <a:schemeClr val="tx1">
                    <a:tint val="82000"/>
                  </a:schemeClr>
                </a:solidFill>
              </a:defRPr>
            </a:lvl7pPr>
            <a:lvl8pPr marL="7585908" indent="0">
              <a:buNone/>
              <a:defRPr sz="3792">
                <a:solidFill>
                  <a:schemeClr val="tx1">
                    <a:tint val="82000"/>
                  </a:schemeClr>
                </a:solidFill>
              </a:defRPr>
            </a:lvl8pPr>
            <a:lvl9pPr marL="8669609" indent="0">
              <a:buNone/>
              <a:defRPr sz="37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288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7692981"/>
            <a:ext cx="9211509" cy="18336055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7692981"/>
            <a:ext cx="9211509" cy="18336055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15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538603"/>
            <a:ext cx="18693944" cy="5585775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2" y="7084234"/>
            <a:ext cx="9169175" cy="3471874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2" y="10556108"/>
            <a:ext cx="9169175" cy="1552644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3" y="7084234"/>
            <a:ext cx="9214332" cy="3471874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3" y="10556108"/>
            <a:ext cx="9214332" cy="1552644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33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501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480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926590"/>
            <a:ext cx="6990474" cy="6743065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4160906"/>
            <a:ext cx="10972532" cy="20536914"/>
          </a:xfrm>
        </p:spPr>
        <p:txBody>
          <a:bodyPr/>
          <a:lstStyle>
            <a:lvl1pPr>
              <a:defRPr sz="7585"/>
            </a:lvl1pPr>
            <a:lvl2pPr>
              <a:defRPr sz="6637"/>
            </a:lvl2pPr>
            <a:lvl3pPr>
              <a:defRPr sz="5689"/>
            </a:lvl3pPr>
            <a:lvl4pPr>
              <a:defRPr sz="4741"/>
            </a:lvl4pPr>
            <a:lvl5pPr>
              <a:defRPr sz="4741"/>
            </a:lvl5pPr>
            <a:lvl6pPr>
              <a:defRPr sz="4741"/>
            </a:lvl6pPr>
            <a:lvl7pPr>
              <a:defRPr sz="4741"/>
            </a:lvl7pPr>
            <a:lvl8pPr>
              <a:defRPr sz="4741"/>
            </a:lvl8pPr>
            <a:lvl9pPr>
              <a:defRPr sz="4741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0" y="8669655"/>
            <a:ext cx="6990474" cy="16061608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9670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926590"/>
            <a:ext cx="6990474" cy="6743065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4160906"/>
            <a:ext cx="10972532" cy="20536914"/>
          </a:xfrm>
        </p:spPr>
        <p:txBody>
          <a:bodyPr anchor="t"/>
          <a:lstStyle>
            <a:lvl1pPr marL="0" indent="0">
              <a:buNone/>
              <a:defRPr sz="7585"/>
            </a:lvl1pPr>
            <a:lvl2pPr marL="1083701" indent="0">
              <a:buNone/>
              <a:defRPr sz="6637"/>
            </a:lvl2pPr>
            <a:lvl3pPr marL="2167402" indent="0">
              <a:buNone/>
              <a:defRPr sz="5689"/>
            </a:lvl3pPr>
            <a:lvl4pPr marL="3251103" indent="0">
              <a:buNone/>
              <a:defRPr sz="4741"/>
            </a:lvl4pPr>
            <a:lvl5pPr marL="4334805" indent="0">
              <a:buNone/>
              <a:defRPr sz="4741"/>
            </a:lvl5pPr>
            <a:lvl6pPr marL="5418506" indent="0">
              <a:buNone/>
              <a:defRPr sz="4741"/>
            </a:lvl6pPr>
            <a:lvl7pPr marL="6502207" indent="0">
              <a:buNone/>
              <a:defRPr sz="4741"/>
            </a:lvl7pPr>
            <a:lvl8pPr marL="7585908" indent="0">
              <a:buNone/>
              <a:defRPr sz="4741"/>
            </a:lvl8pPr>
            <a:lvl9pPr marL="8669609" indent="0">
              <a:buNone/>
              <a:defRPr sz="4741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0" y="8669655"/>
            <a:ext cx="6990474" cy="16061608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321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9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6" y="1538596"/>
            <a:ext cx="4673486" cy="24490440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8" y="1538596"/>
            <a:ext cx="13749531" cy="24490440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55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1538603"/>
            <a:ext cx="18693944" cy="5585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7692981"/>
            <a:ext cx="18693944" cy="1833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26784959"/>
            <a:ext cx="4876681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8D876-8156-7A44-AEE1-4802FB0B213F}" type="datetimeFigureOut">
              <a:rPr lang="en-CA" smtClean="0"/>
              <a:t>2025-08-20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26784959"/>
            <a:ext cx="7315022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26784959"/>
            <a:ext cx="4876681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4E272-7BB0-BD4F-8522-62B57D0CC27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433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167402" rtl="0" eaLnBrk="1" latinLnBrk="0" hangingPunct="1">
        <a:lnSpc>
          <a:spcPct val="90000"/>
        </a:lnSpc>
        <a:spcBef>
          <a:spcPct val="0"/>
        </a:spcBef>
        <a:buNone/>
        <a:defRPr sz="10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1851" indent="-541851" algn="l" defTabSz="2167402" rtl="0" eaLnBrk="1" latinLnBrk="0" hangingPunct="1">
        <a:lnSpc>
          <a:spcPct val="90000"/>
        </a:lnSpc>
        <a:spcBef>
          <a:spcPts val="2370"/>
        </a:spcBef>
        <a:buFont typeface="Arial" panose="020B0604020202020204" pitchFamily="34" charset="0"/>
        <a:buChar char="•"/>
        <a:defRPr sz="6637" kern="1200">
          <a:solidFill>
            <a:schemeClr val="tx1"/>
          </a:solidFill>
          <a:latin typeface="+mn-lt"/>
          <a:ea typeface="+mn-ea"/>
          <a:cs typeface="+mn-cs"/>
        </a:defRPr>
      </a:lvl1pPr>
      <a:lvl2pPr marL="1625552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2pPr>
      <a:lvl3pPr marL="2709253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741" kern="1200">
          <a:solidFill>
            <a:schemeClr val="tx1"/>
          </a:solidFill>
          <a:latin typeface="+mn-lt"/>
          <a:ea typeface="+mn-ea"/>
          <a:cs typeface="+mn-cs"/>
        </a:defRPr>
      </a:lvl3pPr>
      <a:lvl4pPr marL="3792954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876655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960356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7044058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8127759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9211460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1083701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167402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251103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334805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418506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6502207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7585908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8669609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5E941C6-0053-F833-4F59-B2823A8C6EA3}"/>
              </a:ext>
            </a:extLst>
          </p:cNvPr>
          <p:cNvSpPr/>
          <p:nvPr/>
        </p:nvSpPr>
        <p:spPr>
          <a:xfrm>
            <a:off x="7091917" y="3449215"/>
            <a:ext cx="7347983" cy="138650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142EDC6-A356-8775-FF3F-ED7F883A10D3}"/>
              </a:ext>
            </a:extLst>
          </p:cNvPr>
          <p:cNvSpPr txBox="1"/>
          <p:nvPr/>
        </p:nvSpPr>
        <p:spPr>
          <a:xfrm>
            <a:off x="7168116" y="3493129"/>
            <a:ext cx="719558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L'étude a reçu l'approbation du CER pour la réutilisation des données</a:t>
            </a:r>
          </a:p>
        </p:txBody>
      </p:sp>
      <p:sp>
        <p:nvSpPr>
          <p:cNvPr id="34" name="Accolade ouvrante 33">
            <a:extLst>
              <a:ext uri="{FF2B5EF4-FFF2-40B4-BE49-F238E27FC236}">
                <a16:creationId xmlns:a16="http://schemas.microsoft.com/office/drawing/2014/main" id="{05D0A0D7-E501-119D-5915-CA89E4505887}"/>
              </a:ext>
            </a:extLst>
          </p:cNvPr>
          <p:cNvSpPr/>
          <p:nvPr/>
        </p:nvSpPr>
        <p:spPr>
          <a:xfrm rot="5400000">
            <a:off x="6973186" y="14935013"/>
            <a:ext cx="1980319" cy="5471493"/>
          </a:xfrm>
          <a:prstGeom prst="leftBrace">
            <a:avLst>
              <a:gd name="adj1" fmla="val 0"/>
              <a:gd name="adj2" fmla="val 70899"/>
            </a:avLst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6" name="Accolade ouvrante 5">
            <a:extLst>
              <a:ext uri="{FF2B5EF4-FFF2-40B4-BE49-F238E27FC236}">
                <a16:creationId xmlns:a16="http://schemas.microsoft.com/office/drawing/2014/main" id="{A2FBA179-DE8D-EF67-4F3D-1DFD6B7B176E}"/>
              </a:ext>
            </a:extLst>
          </p:cNvPr>
          <p:cNvSpPr/>
          <p:nvPr/>
        </p:nvSpPr>
        <p:spPr>
          <a:xfrm rot="5400000">
            <a:off x="8647684" y="1771511"/>
            <a:ext cx="1883115" cy="7967144"/>
          </a:xfrm>
          <a:prstGeom prst="leftBrace">
            <a:avLst>
              <a:gd name="adj1" fmla="val 0"/>
              <a:gd name="adj2" fmla="val 32848"/>
            </a:avLst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0874851-4E1D-35FE-57F7-106FEFFF97DC}"/>
              </a:ext>
            </a:extLst>
          </p:cNvPr>
          <p:cNvSpPr/>
          <p:nvPr/>
        </p:nvSpPr>
        <p:spPr>
          <a:xfrm>
            <a:off x="2586034" y="6684721"/>
            <a:ext cx="6039267" cy="876664"/>
          </a:xfrm>
          <a:prstGeom prst="roundRect">
            <a:avLst/>
          </a:prstGeom>
          <a:solidFill>
            <a:srgbClr val="FF19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C906BE4-1B87-6A2C-3746-3458AC688CB5}"/>
              </a:ext>
            </a:extLst>
          </p:cNvPr>
          <p:cNvSpPr txBox="1"/>
          <p:nvPr/>
        </p:nvSpPr>
        <p:spPr>
          <a:xfrm>
            <a:off x="2586034" y="6784953"/>
            <a:ext cx="6039267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Obtenir l’approbation du CER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73A3D14-B3B5-9DCD-5F96-3E8F438AAD15}"/>
              </a:ext>
            </a:extLst>
          </p:cNvPr>
          <p:cNvSpPr txBox="1"/>
          <p:nvPr/>
        </p:nvSpPr>
        <p:spPr>
          <a:xfrm>
            <a:off x="5272253" y="4958203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9E4B98-8EED-02C0-EF1B-3E3F59CBC7FF}"/>
              </a:ext>
            </a:extLst>
          </p:cNvPr>
          <p:cNvSpPr txBox="1"/>
          <p:nvPr/>
        </p:nvSpPr>
        <p:spPr>
          <a:xfrm>
            <a:off x="12256202" y="4980401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9757E54-7793-BE7D-1246-4425249E4D2A}"/>
              </a:ext>
            </a:extLst>
          </p:cNvPr>
          <p:cNvSpPr/>
          <p:nvPr/>
        </p:nvSpPr>
        <p:spPr>
          <a:xfrm>
            <a:off x="10219762" y="6684721"/>
            <a:ext cx="6862120" cy="288460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D2C3704-F45E-8302-3CBC-3FC99079718A}"/>
              </a:ext>
            </a:extLst>
          </p:cNvPr>
          <p:cNvSpPr txBox="1"/>
          <p:nvPr/>
        </p:nvSpPr>
        <p:spPr>
          <a:xfrm>
            <a:off x="10195072" y="6816262"/>
            <a:ext cx="688681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de données peut-il être 
Anonymisé en toute sécurité ? 
</a:t>
            </a:r>
            <a:r>
              <a:rPr lang="fr-CA" sz="2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(Toutes les informations potentiellement identifiables peuvent être supprimées, telles que l’emplacement, les noms, l’intersectionnalité, etc.)</a:t>
            </a:r>
          </a:p>
        </p:txBody>
      </p: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F33BDBC6-B0A0-FAC6-2814-7BDBB8FC1630}"/>
              </a:ext>
            </a:extLst>
          </p:cNvPr>
          <p:cNvSpPr/>
          <p:nvPr/>
        </p:nvSpPr>
        <p:spPr>
          <a:xfrm rot="5400000">
            <a:off x="10497041" y="5857651"/>
            <a:ext cx="1883115" cy="9288206"/>
          </a:xfrm>
          <a:prstGeom prst="leftBrace">
            <a:avLst>
              <a:gd name="adj1" fmla="val 0"/>
              <a:gd name="adj2" fmla="val 26598"/>
            </a:avLst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8EE247A-7278-8FF2-02D1-264B04DAE159}"/>
              </a:ext>
            </a:extLst>
          </p:cNvPr>
          <p:cNvSpPr txBox="1"/>
          <p:nvPr/>
        </p:nvSpPr>
        <p:spPr>
          <a:xfrm>
            <a:off x="6474396" y="9710589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5B4A828-26A6-1EE5-F586-A3F6AAFB3AF0}"/>
              </a:ext>
            </a:extLst>
          </p:cNvPr>
          <p:cNvSpPr/>
          <p:nvPr/>
        </p:nvSpPr>
        <p:spPr>
          <a:xfrm>
            <a:off x="13320454" y="11370845"/>
            <a:ext cx="5471492" cy="138650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CFF20009-1061-D562-221D-FC0206093B00}"/>
              </a:ext>
            </a:extLst>
          </p:cNvPr>
          <p:cNvCxnSpPr/>
          <p:nvPr/>
        </p:nvCxnSpPr>
        <p:spPr>
          <a:xfrm>
            <a:off x="6794496" y="12257715"/>
            <a:ext cx="0" cy="1716934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768327CD-003F-72EB-F22D-350C7CB8900C}"/>
              </a:ext>
            </a:extLst>
          </p:cNvPr>
          <p:cNvSpPr txBox="1"/>
          <p:nvPr/>
        </p:nvSpPr>
        <p:spPr>
          <a:xfrm>
            <a:off x="13551539" y="11452393"/>
            <a:ext cx="500932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sont-elles déjà anonymisées ?</a:t>
            </a:r>
          </a:p>
        </p:txBody>
      </p:sp>
      <p:sp>
        <p:nvSpPr>
          <p:cNvPr id="22" name="Accolade ouvrante 21">
            <a:extLst>
              <a:ext uri="{FF2B5EF4-FFF2-40B4-BE49-F238E27FC236}">
                <a16:creationId xmlns:a16="http://schemas.microsoft.com/office/drawing/2014/main" id="{79BC0788-A68B-92DB-2F0A-3DB482B29327}"/>
              </a:ext>
            </a:extLst>
          </p:cNvPr>
          <p:cNvSpPr/>
          <p:nvPr/>
        </p:nvSpPr>
        <p:spPr>
          <a:xfrm rot="16200000">
            <a:off x="15297124" y="14074688"/>
            <a:ext cx="1980319" cy="5009323"/>
          </a:xfrm>
          <a:prstGeom prst="leftBrace">
            <a:avLst>
              <a:gd name="adj1" fmla="val 0"/>
              <a:gd name="adj2" fmla="val 49912"/>
            </a:avLst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F94888B-29C9-CB0D-94A2-EF399D127454}"/>
              </a:ext>
            </a:extLst>
          </p:cNvPr>
          <p:cNvSpPr txBox="1"/>
          <p:nvPr/>
        </p:nvSpPr>
        <p:spPr>
          <a:xfrm>
            <a:off x="14735147" y="9711441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</a:t>
            </a:r>
          </a:p>
        </p:txBody>
      </p:sp>
      <p:sp>
        <p:nvSpPr>
          <p:cNvPr id="18" name="Accolade ouvrante 17">
            <a:extLst>
              <a:ext uri="{FF2B5EF4-FFF2-40B4-BE49-F238E27FC236}">
                <a16:creationId xmlns:a16="http://schemas.microsoft.com/office/drawing/2014/main" id="{691D617B-0FFD-F0BF-0735-8F82337B460D}"/>
              </a:ext>
            </a:extLst>
          </p:cNvPr>
          <p:cNvSpPr/>
          <p:nvPr/>
        </p:nvSpPr>
        <p:spPr>
          <a:xfrm rot="5400000">
            <a:off x="15297124" y="11242851"/>
            <a:ext cx="1980319" cy="5009323"/>
          </a:xfrm>
          <a:prstGeom prst="leftBrace">
            <a:avLst>
              <a:gd name="adj1" fmla="val 0"/>
              <a:gd name="adj2" fmla="val 49912"/>
            </a:avLst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35DEDD3-1CAB-5D28-BA0E-9B0D7341F8FB}"/>
              </a:ext>
            </a:extLst>
          </p:cNvPr>
          <p:cNvSpPr txBox="1"/>
          <p:nvPr/>
        </p:nvSpPr>
        <p:spPr>
          <a:xfrm>
            <a:off x="17481993" y="12966524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C2FB0CF-6EAA-28A8-177D-4D861DBC564D}"/>
              </a:ext>
            </a:extLst>
          </p:cNvPr>
          <p:cNvSpPr/>
          <p:nvPr/>
        </p:nvSpPr>
        <p:spPr>
          <a:xfrm>
            <a:off x="11164952" y="14631120"/>
            <a:ext cx="5235338" cy="1196640"/>
          </a:xfrm>
          <a:prstGeom prst="roundRect">
            <a:avLst/>
          </a:prstGeom>
          <a:solidFill>
            <a:srgbClr val="FF19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129FD76-83C8-63CC-5F40-84007ADE1994}"/>
              </a:ext>
            </a:extLst>
          </p:cNvPr>
          <p:cNvSpPr txBox="1"/>
          <p:nvPr/>
        </p:nvSpPr>
        <p:spPr>
          <a:xfrm>
            <a:off x="10994878" y="14563020"/>
            <a:ext cx="547149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Retirez toutes 
informations identifiables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7946FE6-55FA-FEF0-DB80-8E8735D8654F}"/>
              </a:ext>
            </a:extLst>
          </p:cNvPr>
          <p:cNvSpPr txBox="1"/>
          <p:nvPr/>
        </p:nvSpPr>
        <p:spPr>
          <a:xfrm>
            <a:off x="13386024" y="12983393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7EE1F10-0F4E-49D7-8EFC-993FB67AC031}"/>
              </a:ext>
            </a:extLst>
          </p:cNvPr>
          <p:cNvCxnSpPr/>
          <p:nvPr/>
        </p:nvCxnSpPr>
        <p:spPr>
          <a:xfrm>
            <a:off x="18791946" y="14334781"/>
            <a:ext cx="0" cy="1716934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7C15C3C-0541-3B8A-3CDF-75CC0DF6F097}"/>
              </a:ext>
            </a:extLst>
          </p:cNvPr>
          <p:cNvSpPr/>
          <p:nvPr/>
        </p:nvSpPr>
        <p:spPr>
          <a:xfrm>
            <a:off x="13596933" y="17412766"/>
            <a:ext cx="5471492" cy="1980319"/>
          </a:xfrm>
          <a:prstGeom prst="roundRect">
            <a:avLst/>
          </a:prstGeom>
          <a:solidFill>
            <a:srgbClr val="00D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0AEA2FD-BB0B-F155-C036-5F1EB4834958}"/>
              </a:ext>
            </a:extLst>
          </p:cNvPr>
          <p:cNvSpPr txBox="1"/>
          <p:nvPr/>
        </p:nvSpPr>
        <p:spPr>
          <a:xfrm>
            <a:off x="13551537" y="17421684"/>
            <a:ext cx="5471492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Prêt à commencer le processus de téléversement (avec restrictions)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94C65BE-AE9B-4762-1842-72E0209FF368}"/>
              </a:ext>
            </a:extLst>
          </p:cNvPr>
          <p:cNvSpPr/>
          <p:nvPr/>
        </p:nvSpPr>
        <p:spPr>
          <a:xfrm>
            <a:off x="2882192" y="11370845"/>
            <a:ext cx="7816900" cy="1883116"/>
          </a:xfrm>
          <a:prstGeom prst="roundRect">
            <a:avLst/>
          </a:prstGeom>
          <a:solidFill>
            <a:srgbClr val="FF19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47B8C9C-CE06-BEDD-A46C-F76117145232}"/>
              </a:ext>
            </a:extLst>
          </p:cNvPr>
          <p:cNvSpPr txBox="1"/>
          <p:nvPr/>
        </p:nvSpPr>
        <p:spPr>
          <a:xfrm>
            <a:off x="2760708" y="11442107"/>
            <a:ext cx="80675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de données et les résultats de l’étude ne peuvent pas être téléversés ! 
</a:t>
            </a:r>
            <a:r>
              <a:rPr lang="fr-CA" sz="2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 fichier de métadonnées peut toujours être téléchargé)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3B15A72-8941-C5C3-7D75-A93F04181434}"/>
              </a:ext>
            </a:extLst>
          </p:cNvPr>
          <p:cNvSpPr/>
          <p:nvPr/>
        </p:nvSpPr>
        <p:spPr>
          <a:xfrm>
            <a:off x="3284448" y="13862787"/>
            <a:ext cx="7012387" cy="288460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F0D489B-C1AD-9694-428A-08EA9ECCF114}"/>
              </a:ext>
            </a:extLst>
          </p:cNvPr>
          <p:cNvSpPr txBox="1"/>
          <p:nvPr/>
        </p:nvSpPr>
        <p:spPr>
          <a:xfrm>
            <a:off x="3284448" y="14033134"/>
            <a:ext cx="701238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métadonnées peuvent-elles être 
anonymisé en toute sécurité ? 
</a:t>
            </a:r>
            <a:r>
              <a:rPr lang="fr-CA" sz="2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(Toutes les informations potentiellement identifiables peuvent être supprimées, telles que l’emplacement, les noms, l’intersectionnalité, etc.)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6FFDFAD-1CDE-35C4-519A-D843692572F0}"/>
              </a:ext>
            </a:extLst>
          </p:cNvPr>
          <p:cNvSpPr txBox="1"/>
          <p:nvPr/>
        </p:nvSpPr>
        <p:spPr>
          <a:xfrm>
            <a:off x="4855551" y="16930833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33B424A-DBA0-0727-9A5E-96ECD5E93825}"/>
              </a:ext>
            </a:extLst>
          </p:cNvPr>
          <p:cNvSpPr txBox="1"/>
          <p:nvPr/>
        </p:nvSpPr>
        <p:spPr>
          <a:xfrm>
            <a:off x="9357192" y="16930833"/>
            <a:ext cx="17790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3CC76E70-E32E-4B54-E4F1-893F0E7A8429}"/>
              </a:ext>
            </a:extLst>
          </p:cNvPr>
          <p:cNvSpPr/>
          <p:nvPr/>
        </p:nvSpPr>
        <p:spPr>
          <a:xfrm>
            <a:off x="2586032" y="18604896"/>
            <a:ext cx="5249593" cy="1196640"/>
          </a:xfrm>
          <a:prstGeom prst="roundRect">
            <a:avLst/>
          </a:prstGeom>
          <a:solidFill>
            <a:srgbClr val="FF19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4FBB2FA-C2F3-C844-1D3E-E0271B2E767A}"/>
              </a:ext>
            </a:extLst>
          </p:cNvPr>
          <p:cNvSpPr txBox="1"/>
          <p:nvPr/>
        </p:nvSpPr>
        <p:spPr>
          <a:xfrm>
            <a:off x="2586034" y="18555041"/>
            <a:ext cx="524959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poursuivez pas le partage des métadonnées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A8E7285A-818C-409B-1C93-398DC9FE94F6}"/>
              </a:ext>
            </a:extLst>
          </p:cNvPr>
          <p:cNvCxnSpPr>
            <a:cxnSpLocks/>
          </p:cNvCxnSpPr>
          <p:nvPr/>
        </p:nvCxnSpPr>
        <p:spPr>
          <a:xfrm>
            <a:off x="10699092" y="18170573"/>
            <a:ext cx="0" cy="2276616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3676A184-35F0-173F-5E32-691325195E51}"/>
              </a:ext>
            </a:extLst>
          </p:cNvPr>
          <p:cNvSpPr/>
          <p:nvPr/>
        </p:nvSpPr>
        <p:spPr>
          <a:xfrm>
            <a:off x="8326766" y="20291301"/>
            <a:ext cx="4744651" cy="1386508"/>
          </a:xfrm>
          <a:prstGeom prst="roundRect">
            <a:avLst/>
          </a:prstGeom>
          <a:solidFill>
            <a:srgbClr val="00D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 noProof="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290AA8C-E7FC-697B-4DED-EB127B7331D0}"/>
              </a:ext>
            </a:extLst>
          </p:cNvPr>
          <p:cNvSpPr txBox="1"/>
          <p:nvPr/>
        </p:nvSpPr>
        <p:spPr>
          <a:xfrm>
            <a:off x="8165211" y="20361307"/>
            <a:ext cx="490620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75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Prêt à créer un fichier dans la section suivante</a:t>
            </a:r>
          </a:p>
        </p:txBody>
      </p:sp>
    </p:spTree>
    <p:extLst>
      <p:ext uri="{BB962C8B-B14F-4D97-AF65-F5344CB8AC3E}">
        <p14:creationId xmlns:p14="http://schemas.microsoft.com/office/powerpoint/2010/main" val="4207915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153</Words>
  <Application>Microsoft Macintosh PowerPoint</Application>
  <PresentationFormat>Personnalisé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Letendre</dc:creator>
  <cp:lastModifiedBy>Thierry Letendre</cp:lastModifiedBy>
  <cp:revision>7</cp:revision>
  <dcterms:created xsi:type="dcterms:W3CDTF">2025-05-08T15:42:25Z</dcterms:created>
  <dcterms:modified xsi:type="dcterms:W3CDTF">2025-08-20T13:21:01Z</dcterms:modified>
</cp:coreProperties>
</file>