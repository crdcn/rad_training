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502" r:id="rId2"/>
    <p:sldId id="522" r:id="rId3"/>
    <p:sldId id="515" r:id="rId4"/>
    <p:sldId id="516" r:id="rId5"/>
    <p:sldId id="521" r:id="rId6"/>
    <p:sldId id="517" r:id="rId7"/>
    <p:sldId id="417" r:id="rId8"/>
    <p:sldId id="520" r:id="rId9"/>
    <p:sldId id="381" r:id="rId10"/>
    <p:sldId id="418" r:id="rId11"/>
    <p:sldId id="5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A5"/>
    <a:srgbClr val="D72E3A"/>
    <a:srgbClr val="78CBC4"/>
    <a:srgbClr val="86939E"/>
    <a:srgbClr val="65727D"/>
    <a:srgbClr val="5B6670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AA5CEA-468D-40BF-9BD1-2964DF0C42ED}" v="29" dt="2025-10-26T17:38:55.39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>
        <p:scale>
          <a:sx n="66" d="100"/>
          <a:sy n="66" d="100"/>
        </p:scale>
        <p:origin x="945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d McDonald" userId="d7f6eaa9-ddab-4612-81a7-a4a98ffdc26b" providerId="ADAL" clId="{011D81E1-9A80-49B5-BD8C-8039D4708C15}"/>
    <pc:docChg chg="undo custSel addSld delSld modSld sldOrd delMainMaster">
      <pc:chgData name="Ted McDonald" userId="d7f6eaa9-ddab-4612-81a7-a4a98ffdc26b" providerId="ADAL" clId="{011D81E1-9A80-49B5-BD8C-8039D4708C15}" dt="2025-10-23T17:43:48.621" v="990" actId="14100"/>
      <pc:docMkLst>
        <pc:docMk/>
      </pc:docMkLst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1720678271" sldId="256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961370564" sldId="258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0" sldId="259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0" sldId="260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0" sldId="262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0" sldId="263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0" sldId="267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2917629440" sldId="268"/>
        </pc:sldMkLst>
      </pc:sldChg>
      <pc:sldChg chg="modSp add mod">
        <pc:chgData name="Ted McDonald" userId="d7f6eaa9-ddab-4612-81a7-a4a98ffdc26b" providerId="ADAL" clId="{011D81E1-9A80-49B5-BD8C-8039D4708C15}" dt="2025-10-23T17:12:39.856" v="956" actId="6549"/>
        <pc:sldMkLst>
          <pc:docMk/>
          <pc:sldMk cId="2069175012" sldId="381"/>
        </pc:sldMkLst>
        <pc:spChg chg="mod">
          <ac:chgData name="Ted McDonald" userId="d7f6eaa9-ddab-4612-81a7-a4a98ffdc26b" providerId="ADAL" clId="{011D81E1-9A80-49B5-BD8C-8039D4708C15}" dt="2025-10-23T17:12:39.856" v="956" actId="6549"/>
          <ac:spMkLst>
            <pc:docMk/>
            <pc:sldMk cId="2069175012" sldId="381"/>
            <ac:spMk id="2" creationId="{C1ABD06C-E748-A940-9E4D-037885DB053B}"/>
          </ac:spMkLst>
        </pc:spChg>
        <pc:spChg chg="mod">
          <ac:chgData name="Ted McDonald" userId="d7f6eaa9-ddab-4612-81a7-a4a98ffdc26b" providerId="ADAL" clId="{011D81E1-9A80-49B5-BD8C-8039D4708C15}" dt="2025-10-23T17:00:15.842" v="833" actId="27636"/>
          <ac:spMkLst>
            <pc:docMk/>
            <pc:sldMk cId="2069175012" sldId="381"/>
            <ac:spMk id="3" creationId="{52C0088C-6C69-AF48-8112-55EA339E8EB8}"/>
          </ac:spMkLst>
        </pc:spChg>
        <pc:spChg chg="mod">
          <ac:chgData name="Ted McDonald" userId="d7f6eaa9-ddab-4612-81a7-a4a98ffdc26b" providerId="ADAL" clId="{011D81E1-9A80-49B5-BD8C-8039D4708C15}" dt="2025-10-23T17:11:47.665" v="950" actId="1076"/>
          <ac:spMkLst>
            <pc:docMk/>
            <pc:sldMk cId="2069175012" sldId="381"/>
            <ac:spMk id="6" creationId="{28084DC6-8BBE-8949-A35F-4BFFDD9DFA64}"/>
          </ac:spMkLst>
        </pc:spChg>
        <pc:spChg chg="mod">
          <ac:chgData name="Ted McDonald" userId="d7f6eaa9-ddab-4612-81a7-a4a98ffdc26b" providerId="ADAL" clId="{011D81E1-9A80-49B5-BD8C-8039D4708C15}" dt="2025-10-23T17:11:51.616" v="951" actId="1076"/>
          <ac:spMkLst>
            <pc:docMk/>
            <pc:sldMk cId="2069175012" sldId="381"/>
            <ac:spMk id="10" creationId="{C7B11309-6087-0987-BDA9-301A170A904D}"/>
          </ac:spMkLst>
        </pc:spChg>
        <pc:spChg chg="mod">
          <ac:chgData name="Ted McDonald" userId="d7f6eaa9-ddab-4612-81a7-a4a98ffdc26b" providerId="ADAL" clId="{011D81E1-9A80-49B5-BD8C-8039D4708C15}" dt="2025-10-23T17:11:43.831" v="949" actId="1076"/>
          <ac:spMkLst>
            <pc:docMk/>
            <pc:sldMk cId="2069175012" sldId="381"/>
            <ac:spMk id="15" creationId="{F1B910CB-81E8-FAF4-5A25-1AD838B07068}"/>
          </ac:spMkLst>
        </pc:spChg>
        <pc:spChg chg="mod">
          <ac:chgData name="Ted McDonald" userId="d7f6eaa9-ddab-4612-81a7-a4a98ffdc26b" providerId="ADAL" clId="{011D81E1-9A80-49B5-BD8C-8039D4708C15}" dt="2025-10-23T17:12:23.270" v="952" actId="122"/>
          <ac:spMkLst>
            <pc:docMk/>
            <pc:sldMk cId="2069175012" sldId="381"/>
            <ac:spMk id="18" creationId="{4C3CF61B-A4A7-2412-E535-CCE0B4CCFC7A}"/>
          </ac:spMkLst>
        </pc:spChg>
      </pc:sldChg>
      <pc:sldChg chg="add">
        <pc:chgData name="Ted McDonald" userId="d7f6eaa9-ddab-4612-81a7-a4a98ffdc26b" providerId="ADAL" clId="{011D81E1-9A80-49B5-BD8C-8039D4708C15}" dt="2025-10-23T16:59:12.889" v="831"/>
        <pc:sldMkLst>
          <pc:docMk/>
          <pc:sldMk cId="3726895523" sldId="417"/>
        </pc:sldMkLst>
      </pc:sldChg>
      <pc:sldChg chg="modSp add mod">
        <pc:chgData name="Ted McDonald" userId="d7f6eaa9-ddab-4612-81a7-a4a98ffdc26b" providerId="ADAL" clId="{011D81E1-9A80-49B5-BD8C-8039D4708C15}" dt="2025-10-23T17:13:49.074" v="959" actId="255"/>
        <pc:sldMkLst>
          <pc:docMk/>
          <pc:sldMk cId="3874279512" sldId="418"/>
        </pc:sldMkLst>
        <pc:spChg chg="mod">
          <ac:chgData name="Ted McDonald" userId="d7f6eaa9-ddab-4612-81a7-a4a98ffdc26b" providerId="ADAL" clId="{011D81E1-9A80-49B5-BD8C-8039D4708C15}" dt="2025-10-23T17:13:10.902" v="958" actId="27636"/>
          <ac:spMkLst>
            <pc:docMk/>
            <pc:sldMk cId="3874279512" sldId="418"/>
            <ac:spMk id="5" creationId="{E88FB20A-5C76-9EE2-6D26-768892CD4D16}"/>
          </ac:spMkLst>
        </pc:spChg>
        <pc:graphicFrameChg chg="mod">
          <ac:chgData name="Ted McDonald" userId="d7f6eaa9-ddab-4612-81a7-a4a98ffdc26b" providerId="ADAL" clId="{011D81E1-9A80-49B5-BD8C-8039D4708C15}" dt="2025-10-23T17:13:49.074" v="959" actId="255"/>
          <ac:graphicFrameMkLst>
            <pc:docMk/>
            <pc:sldMk cId="3874279512" sldId="418"/>
            <ac:graphicFrameMk id="7" creationId="{B8080AA1-FD22-F5E2-D5DD-9977EB8C2EA6}"/>
          </ac:graphicFrameMkLst>
        </pc:graphicFrameChg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1534498836" sldId="422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3804154569" sldId="461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2650450922" sldId="501"/>
        </pc:sldMkLst>
      </pc:sldChg>
      <pc:sldChg chg="modSp mod">
        <pc:chgData name="Ted McDonald" userId="d7f6eaa9-ddab-4612-81a7-a4a98ffdc26b" providerId="ADAL" clId="{011D81E1-9A80-49B5-BD8C-8039D4708C15}" dt="2025-10-23T15:51:50.456" v="727" actId="255"/>
        <pc:sldMkLst>
          <pc:docMk/>
          <pc:sldMk cId="166887375" sldId="502"/>
        </pc:sldMkLst>
        <pc:spChg chg="mod">
          <ac:chgData name="Ted McDonald" userId="d7f6eaa9-ddab-4612-81a7-a4a98ffdc26b" providerId="ADAL" clId="{011D81E1-9A80-49B5-BD8C-8039D4708C15}" dt="2025-10-23T15:51:50.456" v="727" actId="255"/>
          <ac:spMkLst>
            <pc:docMk/>
            <pc:sldMk cId="166887375" sldId="502"/>
            <ac:spMk id="4" creationId="{9AAE4C98-98E5-EF86-483F-AEEA31A4E233}"/>
          </ac:spMkLst>
        </pc:spChg>
      </pc:sldChg>
      <pc:sldChg chg="addSp modSp mod">
        <pc:chgData name="Ted McDonald" userId="d7f6eaa9-ddab-4612-81a7-a4a98ffdc26b" providerId="ADAL" clId="{011D81E1-9A80-49B5-BD8C-8039D4708C15}" dt="2025-10-23T11:45:59.363" v="21" actId="1076"/>
        <pc:sldMkLst>
          <pc:docMk/>
          <pc:sldMk cId="2462514283" sldId="514"/>
        </pc:sldMkLst>
      </pc:sldChg>
      <pc:sldChg chg="addSp delSp modSp new mod modClrScheme chgLayout">
        <pc:chgData name="Ted McDonald" userId="d7f6eaa9-ddab-4612-81a7-a4a98ffdc26b" providerId="ADAL" clId="{011D81E1-9A80-49B5-BD8C-8039D4708C15}" dt="2025-10-23T12:31:26.648" v="373" actId="113"/>
        <pc:sldMkLst>
          <pc:docMk/>
          <pc:sldMk cId="86647672" sldId="515"/>
        </pc:sldMkLst>
        <pc:spChg chg="mod">
          <ac:chgData name="Ted McDonald" userId="d7f6eaa9-ddab-4612-81a7-a4a98ffdc26b" providerId="ADAL" clId="{011D81E1-9A80-49B5-BD8C-8039D4708C15}" dt="2025-10-23T12:31:26.648" v="373" actId="113"/>
          <ac:spMkLst>
            <pc:docMk/>
            <pc:sldMk cId="86647672" sldId="515"/>
            <ac:spMk id="3" creationId="{86377264-A378-A538-D5D1-829BAE677E96}"/>
          </ac:spMkLst>
        </pc:spChg>
        <pc:graphicFrameChg chg="add">
          <ac:chgData name="Ted McDonald" userId="d7f6eaa9-ddab-4612-81a7-a4a98ffdc26b" providerId="ADAL" clId="{011D81E1-9A80-49B5-BD8C-8039D4708C15}" dt="2025-10-23T12:28:09.459" v="360" actId="26606"/>
          <ac:graphicFrameMkLst>
            <pc:docMk/>
            <pc:sldMk cId="86647672" sldId="515"/>
            <ac:graphicFrameMk id="5" creationId="{9923F6D6-12B9-9032-7619-33FCB21D3BB6}"/>
          </ac:graphicFrameMkLst>
        </pc:graphicFrameChg>
        <pc:picChg chg="add mod">
          <ac:chgData name="Ted McDonald" userId="d7f6eaa9-ddab-4612-81a7-a4a98ffdc26b" providerId="ADAL" clId="{011D81E1-9A80-49B5-BD8C-8039D4708C15}" dt="2025-10-23T12:30:55.383" v="368" actId="208"/>
          <ac:picMkLst>
            <pc:docMk/>
            <pc:sldMk cId="86647672" sldId="515"/>
            <ac:picMk id="6" creationId="{4AB2428E-5C06-1A30-834E-C450DE226BF5}"/>
          </ac:picMkLst>
        </pc:picChg>
      </pc:sldChg>
      <pc:sldChg chg="new del">
        <pc:chgData name="Ted McDonald" userId="d7f6eaa9-ddab-4612-81a7-a4a98ffdc26b" providerId="ADAL" clId="{011D81E1-9A80-49B5-BD8C-8039D4708C15}" dt="2025-10-23T12:43:38.495" v="375" actId="47"/>
        <pc:sldMkLst>
          <pc:docMk/>
          <pc:sldMk cId="849248436" sldId="516"/>
        </pc:sldMkLst>
      </pc:sldChg>
      <pc:sldChg chg="delSp modSp new mod">
        <pc:chgData name="Ted McDonald" userId="d7f6eaa9-ddab-4612-81a7-a4a98ffdc26b" providerId="ADAL" clId="{011D81E1-9A80-49B5-BD8C-8039D4708C15}" dt="2025-10-23T17:10:44.419" v="933" actId="20577"/>
        <pc:sldMkLst>
          <pc:docMk/>
          <pc:sldMk cId="2504805783" sldId="516"/>
        </pc:sldMkLst>
        <pc:spChg chg="mod">
          <ac:chgData name="Ted McDonald" userId="d7f6eaa9-ddab-4612-81a7-a4a98ffdc26b" providerId="ADAL" clId="{011D81E1-9A80-49B5-BD8C-8039D4708C15}" dt="2025-10-23T15:36:22.797" v="577" actId="20577"/>
          <ac:spMkLst>
            <pc:docMk/>
            <pc:sldMk cId="2504805783" sldId="516"/>
            <ac:spMk id="3" creationId="{EDD4213D-DEEC-E3A2-988E-8CFF7F71F2B4}"/>
          </ac:spMkLst>
        </pc:spChg>
      </pc:sldChg>
      <pc:sldChg chg="addSp delSp modSp new mod modClrScheme chgLayout">
        <pc:chgData name="Ted McDonald" userId="d7f6eaa9-ddab-4612-81a7-a4a98ffdc26b" providerId="ADAL" clId="{011D81E1-9A80-49B5-BD8C-8039D4708C15}" dt="2025-10-23T13:04:54.018" v="516" actId="14100"/>
        <pc:sldMkLst>
          <pc:docMk/>
          <pc:sldMk cId="626796738" sldId="517"/>
        </pc:sldMkLst>
        <pc:spChg chg="mod">
          <ac:chgData name="Ted McDonald" userId="d7f6eaa9-ddab-4612-81a7-a4a98ffdc26b" providerId="ADAL" clId="{011D81E1-9A80-49B5-BD8C-8039D4708C15}" dt="2025-10-23T12:56:41.840" v="418" actId="2711"/>
          <ac:spMkLst>
            <pc:docMk/>
            <pc:sldMk cId="626796738" sldId="517"/>
            <ac:spMk id="3" creationId="{71DEDA01-B04D-90CB-9E11-EF064C5BCCEA}"/>
          </ac:spMkLst>
        </pc:spChg>
        <pc:spChg chg="add mod">
          <ac:chgData name="Ted McDonald" userId="d7f6eaa9-ddab-4612-81a7-a4a98ffdc26b" providerId="ADAL" clId="{011D81E1-9A80-49B5-BD8C-8039D4708C15}" dt="2025-10-23T13:04:54.018" v="516" actId="14100"/>
          <ac:spMkLst>
            <pc:docMk/>
            <pc:sldMk cId="626796738" sldId="517"/>
            <ac:spMk id="7" creationId="{D9891C6F-743B-B5CD-D782-2BF275BA97D5}"/>
          </ac:spMkLst>
        </pc:spChg>
        <pc:picChg chg="add mod">
          <ac:chgData name="Ted McDonald" userId="d7f6eaa9-ddab-4612-81a7-a4a98ffdc26b" providerId="ADAL" clId="{011D81E1-9A80-49B5-BD8C-8039D4708C15}" dt="2025-10-23T13:04:28.997" v="514" actId="14100"/>
          <ac:picMkLst>
            <pc:docMk/>
            <pc:sldMk cId="626796738" sldId="517"/>
            <ac:picMk id="9" creationId="{AAEF34D7-8185-F6DE-CA2C-A4CFB6A607A2}"/>
          </ac:picMkLst>
        </pc:picChg>
      </pc:sldChg>
      <pc:sldChg chg="addSp modSp new mod ord">
        <pc:chgData name="Ted McDonald" userId="d7f6eaa9-ddab-4612-81a7-a4a98ffdc26b" providerId="ADAL" clId="{011D81E1-9A80-49B5-BD8C-8039D4708C15}" dt="2025-10-23T15:40:09.970" v="688"/>
        <pc:sldMkLst>
          <pc:docMk/>
          <pc:sldMk cId="1705391411" sldId="518"/>
        </pc:sldMkLst>
      </pc:sldChg>
      <pc:sldChg chg="addSp delSp modSp new mod">
        <pc:chgData name="Ted McDonald" userId="d7f6eaa9-ddab-4612-81a7-a4a98ffdc26b" providerId="ADAL" clId="{011D81E1-9A80-49B5-BD8C-8039D4708C15}" dt="2025-10-23T17:43:48.621" v="990" actId="14100"/>
        <pc:sldMkLst>
          <pc:docMk/>
          <pc:sldMk cId="3247428737" sldId="519"/>
        </pc:sldMkLst>
        <pc:spChg chg="mod">
          <ac:chgData name="Ted McDonald" userId="d7f6eaa9-ddab-4612-81a7-a4a98ffdc26b" providerId="ADAL" clId="{011D81E1-9A80-49B5-BD8C-8039D4708C15}" dt="2025-10-23T17:43:48.621" v="990" actId="14100"/>
          <ac:spMkLst>
            <pc:docMk/>
            <pc:sldMk cId="3247428737" sldId="519"/>
            <ac:spMk id="2" creationId="{E67F6F48-69CF-0B82-B5CD-0B8260A19662}"/>
          </ac:spMkLst>
        </pc:spChg>
        <pc:picChg chg="add mod">
          <ac:chgData name="Ted McDonald" userId="d7f6eaa9-ddab-4612-81a7-a4a98ffdc26b" providerId="ADAL" clId="{011D81E1-9A80-49B5-BD8C-8039D4708C15}" dt="2025-10-23T17:20:57.141" v="988" actId="1076"/>
          <ac:picMkLst>
            <pc:docMk/>
            <pc:sldMk cId="3247428737" sldId="519"/>
            <ac:picMk id="4" creationId="{574972C5-09C8-DD8C-A14F-B332C478CF33}"/>
          </ac:picMkLst>
        </pc:picChg>
        <pc:picChg chg="add mod">
          <ac:chgData name="Ted McDonald" userId="d7f6eaa9-ddab-4612-81a7-a4a98ffdc26b" providerId="ADAL" clId="{011D81E1-9A80-49B5-BD8C-8039D4708C15}" dt="2025-10-23T17:43:40.883" v="989" actId="1076"/>
          <ac:picMkLst>
            <pc:docMk/>
            <pc:sldMk cId="3247428737" sldId="519"/>
            <ac:picMk id="5" creationId="{17E77C9A-66D6-126F-187F-A158E17F2B01}"/>
          </ac:picMkLst>
        </pc:picChg>
        <pc:picChg chg="add mod">
          <ac:chgData name="Ted McDonald" userId="d7f6eaa9-ddab-4612-81a7-a4a98ffdc26b" providerId="ADAL" clId="{011D81E1-9A80-49B5-BD8C-8039D4708C15}" dt="2025-10-23T17:20:19.332" v="984" actId="1076"/>
          <ac:picMkLst>
            <pc:docMk/>
            <pc:sldMk cId="3247428737" sldId="519"/>
            <ac:picMk id="6" creationId="{AB4CA589-2F87-0F9B-BC18-4947CA9D4F2A}"/>
          </ac:picMkLst>
        </pc:picChg>
        <pc:picChg chg="add mod">
          <ac:chgData name="Ted McDonald" userId="d7f6eaa9-ddab-4612-81a7-a4a98ffdc26b" providerId="ADAL" clId="{011D81E1-9A80-49B5-BD8C-8039D4708C15}" dt="2025-10-23T17:20:54.505" v="987" actId="1076"/>
          <ac:picMkLst>
            <pc:docMk/>
            <pc:sldMk cId="3247428737" sldId="519"/>
            <ac:picMk id="7" creationId="{8BA6810A-D654-624E-1673-3CAEFCEDA630}"/>
          </ac:picMkLst>
        </pc:picChg>
      </pc:sldChg>
      <pc:sldChg chg="new del">
        <pc:chgData name="Ted McDonald" userId="d7f6eaa9-ddab-4612-81a7-a4a98ffdc26b" providerId="ADAL" clId="{011D81E1-9A80-49B5-BD8C-8039D4708C15}" dt="2025-10-23T16:50:34.681" v="829" actId="680"/>
        <pc:sldMkLst>
          <pc:docMk/>
          <pc:sldMk cId="4086280684" sldId="519"/>
        </pc:sldMkLst>
      </pc:sldChg>
      <pc:sldChg chg="addSp delSp modSp new mod">
        <pc:chgData name="Ted McDonald" userId="d7f6eaa9-ddab-4612-81a7-a4a98ffdc26b" providerId="ADAL" clId="{011D81E1-9A80-49B5-BD8C-8039D4708C15}" dt="2025-10-23T17:18:41.416" v="977"/>
        <pc:sldMkLst>
          <pc:docMk/>
          <pc:sldMk cId="969384153" sldId="520"/>
        </pc:sldMkLst>
        <pc:spChg chg="mod">
          <ac:chgData name="Ted McDonald" userId="d7f6eaa9-ddab-4612-81a7-a4a98ffdc26b" providerId="ADAL" clId="{011D81E1-9A80-49B5-BD8C-8039D4708C15}" dt="2025-10-23T17:06:42.160" v="871" actId="255"/>
          <ac:spMkLst>
            <pc:docMk/>
            <pc:sldMk cId="969384153" sldId="520"/>
            <ac:spMk id="2" creationId="{41305B29-A116-250C-DBB3-749C3DAE5100}"/>
          </ac:spMkLst>
        </pc:spChg>
        <pc:spChg chg="add mod">
          <ac:chgData name="Ted McDonald" userId="d7f6eaa9-ddab-4612-81a7-a4a98ffdc26b" providerId="ADAL" clId="{011D81E1-9A80-49B5-BD8C-8039D4708C15}" dt="2025-10-23T17:07:41.819" v="875" actId="1076"/>
          <ac:spMkLst>
            <pc:docMk/>
            <pc:sldMk cId="969384153" sldId="520"/>
            <ac:spMk id="8" creationId="{73051652-8DBD-8265-3345-CFA37C84F340}"/>
          </ac:spMkLst>
        </pc:spChg>
        <pc:picChg chg="add mod">
          <ac:chgData name="Ted McDonald" userId="d7f6eaa9-ddab-4612-81a7-a4a98ffdc26b" providerId="ADAL" clId="{011D81E1-9A80-49B5-BD8C-8039D4708C15}" dt="2025-10-23T17:03:33.657" v="862" actId="1076"/>
          <ac:picMkLst>
            <pc:docMk/>
            <pc:sldMk cId="969384153" sldId="520"/>
            <ac:picMk id="4" creationId="{1E113CE4-654D-3AB5-22C7-890E016EDEC6}"/>
          </ac:picMkLst>
        </pc:picChg>
        <pc:picChg chg="add mod">
          <ac:chgData name="Ted McDonald" userId="d7f6eaa9-ddab-4612-81a7-a4a98ffdc26b" providerId="ADAL" clId="{011D81E1-9A80-49B5-BD8C-8039D4708C15}" dt="2025-10-23T17:06:36.217" v="870" actId="1076"/>
          <ac:picMkLst>
            <pc:docMk/>
            <pc:sldMk cId="969384153" sldId="520"/>
            <ac:picMk id="6" creationId="{CD2C17D8-231E-69D9-9D41-4518AD496717}"/>
          </ac:picMkLst>
        </pc:picChg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390032419" sldId="526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1464458452" sldId="529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2924353866" sldId="533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3314071520" sldId="534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3187026947" sldId="537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1212041204" sldId="538"/>
        </pc:sldMkLst>
      </pc:sldChg>
      <pc:sldChg chg="del">
        <pc:chgData name="Ted McDonald" userId="d7f6eaa9-ddab-4612-81a7-a4a98ffdc26b" providerId="ADAL" clId="{011D81E1-9A80-49B5-BD8C-8039D4708C15}" dt="2025-10-23T11:04:31.691" v="0" actId="47"/>
        <pc:sldMkLst>
          <pc:docMk/>
          <pc:sldMk cId="326940947" sldId="543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4110815533" sldId="544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2281288727" sldId="545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3155786347" sldId="546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3212663198" sldId="547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2681021373" sldId="549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1723288169" sldId="550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2076948530" sldId="552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1315434409" sldId="553"/>
        </pc:sldMkLst>
      </pc:sldChg>
      <pc:sldChg chg="del">
        <pc:chgData name="Ted McDonald" userId="d7f6eaa9-ddab-4612-81a7-a4a98ffdc26b" providerId="ADAL" clId="{011D81E1-9A80-49B5-BD8C-8039D4708C15}" dt="2025-10-23T11:04:39.305" v="1" actId="47"/>
        <pc:sldMkLst>
          <pc:docMk/>
          <pc:sldMk cId="1399026235" sldId="555"/>
        </pc:sldMkLst>
      </pc:sldChg>
      <pc:sldMasterChg chg="delSldLayout">
        <pc:chgData name="Ted McDonald" userId="d7f6eaa9-ddab-4612-81a7-a4a98ffdc26b" providerId="ADAL" clId="{011D81E1-9A80-49B5-BD8C-8039D4708C15}" dt="2025-10-23T11:04:39.305" v="1" actId="47"/>
        <pc:sldMasterMkLst>
          <pc:docMk/>
          <pc:sldMasterMk cId="1860889988" sldId="2147483648"/>
        </pc:sldMasterMkLst>
        <pc:sldLayoutChg chg="del">
          <pc:chgData name="Ted McDonald" userId="d7f6eaa9-ddab-4612-81a7-a4a98ffdc26b" providerId="ADAL" clId="{011D81E1-9A80-49B5-BD8C-8039D4708C15}" dt="2025-10-23T11:04:39.305" v="1" actId="47"/>
          <pc:sldLayoutMkLst>
            <pc:docMk/>
            <pc:sldMasterMk cId="1860889988" sldId="2147483648"/>
            <pc:sldLayoutMk cId="2718285885" sldId="2147483663"/>
          </pc:sldLayoutMkLst>
        </pc:sldLayoutChg>
        <pc:sldLayoutChg chg="del">
          <pc:chgData name="Ted McDonald" userId="d7f6eaa9-ddab-4612-81a7-a4a98ffdc26b" providerId="ADAL" clId="{011D81E1-9A80-49B5-BD8C-8039D4708C15}" dt="2025-10-23T11:04:39.305" v="1" actId="47"/>
          <pc:sldLayoutMkLst>
            <pc:docMk/>
            <pc:sldMasterMk cId="1860889988" sldId="2147483648"/>
            <pc:sldLayoutMk cId="3768520765" sldId="2147483666"/>
          </pc:sldLayoutMkLst>
        </pc:sldLayoutChg>
      </pc:sldMasterChg>
      <pc:sldMasterChg chg="del delSldLayout">
        <pc:chgData name="Ted McDonald" userId="d7f6eaa9-ddab-4612-81a7-a4a98ffdc26b" providerId="ADAL" clId="{011D81E1-9A80-49B5-BD8C-8039D4708C15}" dt="2025-10-23T11:04:39.305" v="1" actId="47"/>
        <pc:sldMasterMkLst>
          <pc:docMk/>
          <pc:sldMasterMk cId="867783707" sldId="2147483667"/>
        </pc:sldMasterMkLst>
        <pc:sldLayoutChg chg="del">
          <pc:chgData name="Ted McDonald" userId="d7f6eaa9-ddab-4612-81a7-a4a98ffdc26b" providerId="ADAL" clId="{011D81E1-9A80-49B5-BD8C-8039D4708C15}" dt="2025-10-23T11:04:39.305" v="1" actId="47"/>
          <pc:sldLayoutMkLst>
            <pc:docMk/>
            <pc:sldMasterMk cId="867783707" sldId="2147483667"/>
            <pc:sldLayoutMk cId="2894317216" sldId="2147483668"/>
          </pc:sldLayoutMkLst>
        </pc:sldLayoutChg>
        <pc:sldLayoutChg chg="del">
          <pc:chgData name="Ted McDonald" userId="d7f6eaa9-ddab-4612-81a7-a4a98ffdc26b" providerId="ADAL" clId="{011D81E1-9A80-49B5-BD8C-8039D4708C15}" dt="2025-10-23T11:04:39.305" v="1" actId="47"/>
          <pc:sldLayoutMkLst>
            <pc:docMk/>
            <pc:sldMasterMk cId="867783707" sldId="2147483667"/>
            <pc:sldLayoutMk cId="1142215118" sldId="2147483669"/>
          </pc:sldLayoutMkLst>
        </pc:sldLayoutChg>
        <pc:sldLayoutChg chg="del">
          <pc:chgData name="Ted McDonald" userId="d7f6eaa9-ddab-4612-81a7-a4a98ffdc26b" providerId="ADAL" clId="{011D81E1-9A80-49B5-BD8C-8039D4708C15}" dt="2025-10-23T11:04:39.305" v="1" actId="47"/>
          <pc:sldLayoutMkLst>
            <pc:docMk/>
            <pc:sldMasterMk cId="867783707" sldId="2147483667"/>
            <pc:sldLayoutMk cId="622939932" sldId="2147483670"/>
          </pc:sldLayoutMkLst>
        </pc:sldLayoutChg>
        <pc:sldLayoutChg chg="del">
          <pc:chgData name="Ted McDonald" userId="d7f6eaa9-ddab-4612-81a7-a4a98ffdc26b" providerId="ADAL" clId="{011D81E1-9A80-49B5-BD8C-8039D4708C15}" dt="2025-10-23T11:04:39.305" v="1" actId="47"/>
          <pc:sldLayoutMkLst>
            <pc:docMk/>
            <pc:sldMasterMk cId="867783707" sldId="2147483667"/>
            <pc:sldLayoutMk cId="463569334" sldId="2147483671"/>
          </pc:sldLayoutMkLst>
        </pc:sldLayoutChg>
        <pc:sldLayoutChg chg="del">
          <pc:chgData name="Ted McDonald" userId="d7f6eaa9-ddab-4612-81a7-a4a98ffdc26b" providerId="ADAL" clId="{011D81E1-9A80-49B5-BD8C-8039D4708C15}" dt="2025-10-23T11:04:39.305" v="1" actId="47"/>
          <pc:sldLayoutMkLst>
            <pc:docMk/>
            <pc:sldMasterMk cId="867783707" sldId="2147483667"/>
            <pc:sldLayoutMk cId="2017234168" sldId="2147483672"/>
          </pc:sldLayoutMkLst>
        </pc:sldLayoutChg>
        <pc:sldLayoutChg chg="del">
          <pc:chgData name="Ted McDonald" userId="d7f6eaa9-ddab-4612-81a7-a4a98ffdc26b" providerId="ADAL" clId="{011D81E1-9A80-49B5-BD8C-8039D4708C15}" dt="2025-10-23T11:04:39.305" v="1" actId="47"/>
          <pc:sldLayoutMkLst>
            <pc:docMk/>
            <pc:sldMasterMk cId="867783707" sldId="2147483667"/>
            <pc:sldLayoutMk cId="302245821" sldId="2147483673"/>
          </pc:sldLayoutMkLst>
        </pc:sldLayoutChg>
        <pc:sldLayoutChg chg="del">
          <pc:chgData name="Ted McDonald" userId="d7f6eaa9-ddab-4612-81a7-a4a98ffdc26b" providerId="ADAL" clId="{011D81E1-9A80-49B5-BD8C-8039D4708C15}" dt="2025-10-23T11:04:39.305" v="1" actId="47"/>
          <pc:sldLayoutMkLst>
            <pc:docMk/>
            <pc:sldMasterMk cId="867783707" sldId="2147483667"/>
            <pc:sldLayoutMk cId="788190922" sldId="2147483674"/>
          </pc:sldLayoutMkLst>
        </pc:sldLayoutChg>
        <pc:sldLayoutChg chg="del">
          <pc:chgData name="Ted McDonald" userId="d7f6eaa9-ddab-4612-81a7-a4a98ffdc26b" providerId="ADAL" clId="{011D81E1-9A80-49B5-BD8C-8039D4708C15}" dt="2025-10-23T11:04:39.305" v="1" actId="47"/>
          <pc:sldLayoutMkLst>
            <pc:docMk/>
            <pc:sldMasterMk cId="867783707" sldId="2147483667"/>
            <pc:sldLayoutMk cId="564589233" sldId="2147483675"/>
          </pc:sldLayoutMkLst>
        </pc:sldLayoutChg>
        <pc:sldLayoutChg chg="del">
          <pc:chgData name="Ted McDonald" userId="d7f6eaa9-ddab-4612-81a7-a4a98ffdc26b" providerId="ADAL" clId="{011D81E1-9A80-49B5-BD8C-8039D4708C15}" dt="2025-10-23T11:04:39.305" v="1" actId="47"/>
          <pc:sldLayoutMkLst>
            <pc:docMk/>
            <pc:sldMasterMk cId="867783707" sldId="2147483667"/>
            <pc:sldLayoutMk cId="2123754006" sldId="2147483676"/>
          </pc:sldLayoutMkLst>
        </pc:sldLayoutChg>
      </pc:sldMasterChg>
    </pc:docChg>
  </pc:docChgLst>
  <pc:docChgLst>
    <pc:chgData name="Ted McDonald" userId="d7f6eaa9-ddab-4612-81a7-a4a98ffdc26b" providerId="ADAL" clId="{D2D3BC4B-5482-406F-82B0-DB6B95E61688}"/>
    <pc:docChg chg="undo custSel addSld delSld modSld">
      <pc:chgData name="Ted McDonald" userId="d7f6eaa9-ddab-4612-81a7-a4a98ffdc26b" providerId="ADAL" clId="{D2D3BC4B-5482-406F-82B0-DB6B95E61688}" dt="2025-10-26T17:39:11.693" v="458" actId="1076"/>
      <pc:docMkLst>
        <pc:docMk/>
      </pc:docMkLst>
      <pc:sldChg chg="modSp mod">
        <pc:chgData name="Ted McDonald" userId="d7f6eaa9-ddab-4612-81a7-a4a98ffdc26b" providerId="ADAL" clId="{D2D3BC4B-5482-406F-82B0-DB6B95E61688}" dt="2025-10-26T12:33:31.524" v="102" actId="255"/>
        <pc:sldMkLst>
          <pc:docMk/>
          <pc:sldMk cId="3726895523" sldId="417"/>
        </pc:sldMkLst>
        <pc:spChg chg="mod">
          <ac:chgData name="Ted McDonald" userId="d7f6eaa9-ddab-4612-81a7-a4a98ffdc26b" providerId="ADAL" clId="{D2D3BC4B-5482-406F-82B0-DB6B95E61688}" dt="2025-10-26T12:33:31.524" v="102" actId="255"/>
          <ac:spMkLst>
            <pc:docMk/>
            <pc:sldMk cId="3726895523" sldId="417"/>
            <ac:spMk id="5" creationId="{1EBF5A43-AC01-297E-E15D-38FC1C0106B8}"/>
          </ac:spMkLst>
        </pc:spChg>
      </pc:sldChg>
      <pc:sldChg chg="addSp delSp modSp mod modClrScheme chgLayout">
        <pc:chgData name="Ted McDonald" userId="d7f6eaa9-ddab-4612-81a7-a4a98ffdc26b" providerId="ADAL" clId="{D2D3BC4B-5482-406F-82B0-DB6B95E61688}" dt="2025-10-26T17:12:12.865" v="185" actId="208"/>
        <pc:sldMkLst>
          <pc:docMk/>
          <pc:sldMk cId="3874279512" sldId="418"/>
        </pc:sldMkLst>
        <pc:spChg chg="mod modVis">
          <ac:chgData name="Ted McDonald" userId="d7f6eaa9-ddab-4612-81a7-a4a98ffdc26b" providerId="ADAL" clId="{D2D3BC4B-5482-406F-82B0-DB6B95E61688}" dt="2025-10-26T17:01:35.238" v="164" actId="26606"/>
          <ac:spMkLst>
            <pc:docMk/>
            <pc:sldMk cId="3874279512" sldId="418"/>
            <ac:spMk id="4" creationId="{CCA312AC-AF88-4963-CA45-A3B897E81ABB}"/>
          </ac:spMkLst>
        </pc:spChg>
        <pc:spChg chg="mod">
          <ac:chgData name="Ted McDonald" userId="d7f6eaa9-ddab-4612-81a7-a4a98ffdc26b" providerId="ADAL" clId="{D2D3BC4B-5482-406F-82B0-DB6B95E61688}" dt="2025-10-26T17:02:53.622" v="170" actId="1076"/>
          <ac:spMkLst>
            <pc:docMk/>
            <pc:sldMk cId="3874279512" sldId="418"/>
            <ac:spMk id="5" creationId="{E88FB20A-5C76-9EE2-6D26-768892CD4D16}"/>
          </ac:spMkLst>
        </pc:spChg>
        <pc:spChg chg="add del mod">
          <ac:chgData name="Ted McDonald" userId="d7f6eaa9-ddab-4612-81a7-a4a98ffdc26b" providerId="ADAL" clId="{D2D3BC4B-5482-406F-82B0-DB6B95E61688}" dt="2025-10-26T17:10:37.355" v="176" actId="478"/>
          <ac:spMkLst>
            <pc:docMk/>
            <pc:sldMk cId="3874279512" sldId="418"/>
            <ac:spMk id="12" creationId="{59BEEABE-05F6-2FA3-C375-77C88E1BCD30}"/>
          </ac:spMkLst>
        </pc:spChg>
        <pc:graphicFrameChg chg="mod modGraphic">
          <ac:chgData name="Ted McDonald" userId="d7f6eaa9-ddab-4612-81a7-a4a98ffdc26b" providerId="ADAL" clId="{D2D3BC4B-5482-406F-82B0-DB6B95E61688}" dt="2025-10-26T17:01:35.238" v="164" actId="26606"/>
          <ac:graphicFrameMkLst>
            <pc:docMk/>
            <pc:sldMk cId="3874279512" sldId="418"/>
            <ac:graphicFrameMk id="7" creationId="{B8080AA1-FD22-F5E2-D5DD-9977EB8C2EA6}"/>
          </ac:graphicFrameMkLst>
        </pc:graphicFrameChg>
        <pc:picChg chg="add del mod">
          <ac:chgData name="Ted McDonald" userId="d7f6eaa9-ddab-4612-81a7-a4a98ffdc26b" providerId="ADAL" clId="{D2D3BC4B-5482-406F-82B0-DB6B95E61688}" dt="2025-10-26T17:10:22.304" v="171" actId="478"/>
          <ac:picMkLst>
            <pc:docMk/>
            <pc:sldMk cId="3874279512" sldId="418"/>
            <ac:picMk id="3" creationId="{DFA6094D-D698-49AC-C0D3-52C471AAB881}"/>
          </ac:picMkLst>
        </pc:picChg>
        <pc:picChg chg="add del mod">
          <ac:chgData name="Ted McDonald" userId="d7f6eaa9-ddab-4612-81a7-a4a98ffdc26b" providerId="ADAL" clId="{D2D3BC4B-5482-406F-82B0-DB6B95E61688}" dt="2025-10-26T17:11:57.403" v="179" actId="478"/>
          <ac:picMkLst>
            <pc:docMk/>
            <pc:sldMk cId="3874279512" sldId="418"/>
            <ac:picMk id="8" creationId="{1DFC7117-4954-BC8B-C9A9-D2C3D3E29768}"/>
          </ac:picMkLst>
        </pc:picChg>
        <pc:picChg chg="add mod">
          <ac:chgData name="Ted McDonald" userId="d7f6eaa9-ddab-4612-81a7-a4a98ffdc26b" providerId="ADAL" clId="{D2D3BC4B-5482-406F-82B0-DB6B95E61688}" dt="2025-10-26T17:12:12.865" v="185" actId="208"/>
          <ac:picMkLst>
            <pc:docMk/>
            <pc:sldMk cId="3874279512" sldId="418"/>
            <ac:picMk id="10" creationId="{D84CCCB0-9C2B-88C5-A123-5BD18484525E}"/>
          </ac:picMkLst>
        </pc:picChg>
      </pc:sldChg>
      <pc:sldChg chg="addSp delSp modSp del mod">
        <pc:chgData name="Ted McDonald" userId="d7f6eaa9-ddab-4612-81a7-a4a98ffdc26b" providerId="ADAL" clId="{D2D3BC4B-5482-406F-82B0-DB6B95E61688}" dt="2025-10-26T17:30:45.741" v="386" actId="47"/>
        <pc:sldMkLst>
          <pc:docMk/>
          <pc:sldMk cId="2462514283" sldId="514"/>
        </pc:sldMkLst>
        <pc:spChg chg="mod">
          <ac:chgData name="Ted McDonald" userId="d7f6eaa9-ddab-4612-81a7-a4a98ffdc26b" providerId="ADAL" clId="{D2D3BC4B-5482-406F-82B0-DB6B95E61688}" dt="2025-10-26T16:31:39.927" v="119" actId="6549"/>
          <ac:spMkLst>
            <pc:docMk/>
            <pc:sldMk cId="2462514283" sldId="514"/>
            <ac:spMk id="4" creationId="{10429F20-99B9-EF1A-28D7-ED20EF158EC3}"/>
          </ac:spMkLst>
        </pc:spChg>
        <pc:picChg chg="del">
          <ac:chgData name="Ted McDonald" userId="d7f6eaa9-ddab-4612-81a7-a4a98ffdc26b" providerId="ADAL" clId="{D2D3BC4B-5482-406F-82B0-DB6B95E61688}" dt="2025-10-26T17:28:56.600" v="280" actId="21"/>
          <ac:picMkLst>
            <pc:docMk/>
            <pc:sldMk cId="2462514283" sldId="514"/>
            <ac:picMk id="5" creationId="{84019103-0F7A-FC0E-9870-02CA954408E3}"/>
          </ac:picMkLst>
        </pc:picChg>
        <pc:picChg chg="add mod">
          <ac:chgData name="Ted McDonald" userId="d7f6eaa9-ddab-4612-81a7-a4a98ffdc26b" providerId="ADAL" clId="{D2D3BC4B-5482-406F-82B0-DB6B95E61688}" dt="2025-10-26T17:29:10.681" v="281"/>
          <ac:picMkLst>
            <pc:docMk/>
            <pc:sldMk cId="2462514283" sldId="514"/>
            <ac:picMk id="6" creationId="{84019103-0F7A-FC0E-9870-02CA954408E3}"/>
          </ac:picMkLst>
        </pc:picChg>
      </pc:sldChg>
      <pc:sldChg chg="modSp mod">
        <pc:chgData name="Ted McDonald" userId="d7f6eaa9-ddab-4612-81a7-a4a98ffdc26b" providerId="ADAL" clId="{D2D3BC4B-5482-406F-82B0-DB6B95E61688}" dt="2025-10-26T17:30:59.533" v="388" actId="1076"/>
        <pc:sldMkLst>
          <pc:docMk/>
          <pc:sldMk cId="86647672" sldId="515"/>
        </pc:sldMkLst>
        <pc:spChg chg="mod">
          <ac:chgData name="Ted McDonald" userId="d7f6eaa9-ddab-4612-81a7-a4a98ffdc26b" providerId="ADAL" clId="{D2D3BC4B-5482-406F-82B0-DB6B95E61688}" dt="2025-10-26T17:30:59.533" v="388" actId="1076"/>
          <ac:spMkLst>
            <pc:docMk/>
            <pc:sldMk cId="86647672" sldId="515"/>
            <ac:spMk id="3" creationId="{86377264-A378-A538-D5D1-829BAE677E96}"/>
          </ac:spMkLst>
        </pc:spChg>
      </pc:sldChg>
      <pc:sldChg chg="addSp delSp modSp mod modClrScheme chgLayout">
        <pc:chgData name="Ted McDonald" userId="d7f6eaa9-ddab-4612-81a7-a4a98ffdc26b" providerId="ADAL" clId="{D2D3BC4B-5482-406F-82B0-DB6B95E61688}" dt="2025-10-26T17:31:33.794" v="394" actId="20577"/>
        <pc:sldMkLst>
          <pc:docMk/>
          <pc:sldMk cId="2504805783" sldId="516"/>
        </pc:sldMkLst>
        <pc:spChg chg="del mod">
          <ac:chgData name="Ted McDonald" userId="d7f6eaa9-ddab-4612-81a7-a4a98ffdc26b" providerId="ADAL" clId="{D2D3BC4B-5482-406F-82B0-DB6B95E61688}" dt="2025-10-26T16:33:02.432" v="123" actId="26606"/>
          <ac:spMkLst>
            <pc:docMk/>
            <pc:sldMk cId="2504805783" sldId="516"/>
            <ac:spMk id="2" creationId="{5E4618FB-2877-4F56-FA5B-CB317394C8C3}"/>
          </ac:spMkLst>
        </pc:spChg>
        <pc:spChg chg="mod">
          <ac:chgData name="Ted McDonald" userId="d7f6eaa9-ddab-4612-81a7-a4a98ffdc26b" providerId="ADAL" clId="{D2D3BC4B-5482-406F-82B0-DB6B95E61688}" dt="2025-10-26T17:31:33.794" v="394" actId="20577"/>
          <ac:spMkLst>
            <pc:docMk/>
            <pc:sldMk cId="2504805783" sldId="516"/>
            <ac:spMk id="3" creationId="{EDD4213D-DEEC-E3A2-988E-8CFF7F71F2B4}"/>
          </ac:spMkLst>
        </pc:spChg>
        <pc:spChg chg="add del mod">
          <ac:chgData name="Ted McDonald" userId="d7f6eaa9-ddab-4612-81a7-a4a98ffdc26b" providerId="ADAL" clId="{D2D3BC4B-5482-406F-82B0-DB6B95E61688}" dt="2025-10-26T16:34:24.855" v="130" actId="478"/>
          <ac:spMkLst>
            <pc:docMk/>
            <pc:sldMk cId="2504805783" sldId="516"/>
            <ac:spMk id="9" creationId="{E31CC5E6-F673-EBB4-6D83-DF1AF4FABC5F}"/>
          </ac:spMkLst>
        </pc:spChg>
        <pc:graphicFrameChg chg="add">
          <ac:chgData name="Ted McDonald" userId="d7f6eaa9-ddab-4612-81a7-a4a98ffdc26b" providerId="ADAL" clId="{D2D3BC4B-5482-406F-82B0-DB6B95E61688}" dt="2025-10-26T16:33:02.432" v="123" actId="26606"/>
          <ac:graphicFrameMkLst>
            <pc:docMk/>
            <pc:sldMk cId="2504805783" sldId="516"/>
            <ac:graphicFrameMk id="5" creationId="{80095B0A-E978-784D-EC9D-5A5B75DB6A93}"/>
          </ac:graphicFrameMkLst>
        </pc:graphicFrameChg>
        <pc:picChg chg="add del mod">
          <ac:chgData name="Ted McDonald" userId="d7f6eaa9-ddab-4612-81a7-a4a98ffdc26b" providerId="ADAL" clId="{D2D3BC4B-5482-406F-82B0-DB6B95E61688}" dt="2025-10-26T16:39:20.700" v="132" actId="478"/>
          <ac:picMkLst>
            <pc:docMk/>
            <pc:sldMk cId="2504805783" sldId="516"/>
            <ac:picMk id="6" creationId="{51DC83C7-C72E-EC13-4B10-77847922CAC3}"/>
          </ac:picMkLst>
        </pc:picChg>
        <pc:picChg chg="add mod">
          <ac:chgData name="Ted McDonald" userId="d7f6eaa9-ddab-4612-81a7-a4a98ffdc26b" providerId="ADAL" clId="{D2D3BC4B-5482-406F-82B0-DB6B95E61688}" dt="2025-10-26T16:39:36.367" v="139" actId="1076"/>
          <ac:picMkLst>
            <pc:docMk/>
            <pc:sldMk cId="2504805783" sldId="516"/>
            <ac:picMk id="8" creationId="{1C5DD5E9-57E3-9C50-54F7-E2234BC1D586}"/>
          </ac:picMkLst>
        </pc:picChg>
      </pc:sldChg>
      <pc:sldChg chg="modSp mod">
        <pc:chgData name="Ted McDonald" userId="d7f6eaa9-ddab-4612-81a7-a4a98ffdc26b" providerId="ADAL" clId="{D2D3BC4B-5482-406F-82B0-DB6B95E61688}" dt="2025-10-26T16:42:06.444" v="162" actId="1076"/>
        <pc:sldMkLst>
          <pc:docMk/>
          <pc:sldMk cId="626796738" sldId="517"/>
        </pc:sldMkLst>
        <pc:spChg chg="mod">
          <ac:chgData name="Ted McDonald" userId="d7f6eaa9-ddab-4612-81a7-a4a98ffdc26b" providerId="ADAL" clId="{D2D3BC4B-5482-406F-82B0-DB6B95E61688}" dt="2025-10-26T12:34:39.242" v="105" actId="14100"/>
          <ac:spMkLst>
            <pc:docMk/>
            <pc:sldMk cId="626796738" sldId="517"/>
            <ac:spMk id="3" creationId="{71DEDA01-B04D-90CB-9E11-EF064C5BCCEA}"/>
          </ac:spMkLst>
        </pc:spChg>
        <pc:spChg chg="mod">
          <ac:chgData name="Ted McDonald" userId="d7f6eaa9-ddab-4612-81a7-a4a98ffdc26b" providerId="ADAL" clId="{D2D3BC4B-5482-406F-82B0-DB6B95E61688}" dt="2025-10-26T16:42:06.444" v="162" actId="1076"/>
          <ac:spMkLst>
            <pc:docMk/>
            <pc:sldMk cId="626796738" sldId="517"/>
            <ac:spMk id="7" creationId="{D9891C6F-743B-B5CD-D782-2BF275BA97D5}"/>
          </ac:spMkLst>
        </pc:spChg>
        <pc:picChg chg="mod">
          <ac:chgData name="Ted McDonald" userId="d7f6eaa9-ddab-4612-81a7-a4a98ffdc26b" providerId="ADAL" clId="{D2D3BC4B-5482-406F-82B0-DB6B95E61688}" dt="2025-10-26T16:41:52.534" v="159" actId="1076"/>
          <ac:picMkLst>
            <pc:docMk/>
            <pc:sldMk cId="626796738" sldId="517"/>
            <ac:picMk id="9" creationId="{AAEF34D7-8185-F6DE-CA2C-A4CFB6A607A2}"/>
          </ac:picMkLst>
        </pc:picChg>
      </pc:sldChg>
      <pc:sldChg chg="del">
        <pc:chgData name="Ted McDonald" userId="d7f6eaa9-ddab-4612-81a7-a4a98ffdc26b" providerId="ADAL" clId="{D2D3BC4B-5482-406F-82B0-DB6B95E61688}" dt="2025-10-26T12:27:20.050" v="38" actId="47"/>
        <pc:sldMkLst>
          <pc:docMk/>
          <pc:sldMk cId="1705391411" sldId="518"/>
        </pc:sldMkLst>
      </pc:sldChg>
      <pc:sldChg chg="addSp delSp modSp mod setBg">
        <pc:chgData name="Ted McDonald" userId="d7f6eaa9-ddab-4612-81a7-a4a98ffdc26b" providerId="ADAL" clId="{D2D3BC4B-5482-406F-82B0-DB6B95E61688}" dt="2025-10-26T17:39:11.693" v="458" actId="1076"/>
        <pc:sldMkLst>
          <pc:docMk/>
          <pc:sldMk cId="3247428737" sldId="519"/>
        </pc:sldMkLst>
        <pc:spChg chg="mod">
          <ac:chgData name="Ted McDonald" userId="d7f6eaa9-ddab-4612-81a7-a4a98ffdc26b" providerId="ADAL" clId="{D2D3BC4B-5482-406F-82B0-DB6B95E61688}" dt="2025-10-26T17:22:55.140" v="266" actId="26606"/>
          <ac:spMkLst>
            <pc:docMk/>
            <pc:sldMk cId="3247428737" sldId="519"/>
            <ac:spMk id="2" creationId="{E67F6F48-69CF-0B82-B5CD-0B8260A19662}"/>
          </ac:spMkLst>
        </pc:spChg>
        <pc:spChg chg="add del mod">
          <ac:chgData name="Ted McDonald" userId="d7f6eaa9-ddab-4612-81a7-a4a98ffdc26b" providerId="ADAL" clId="{D2D3BC4B-5482-406F-82B0-DB6B95E61688}" dt="2025-10-26T17:22:15.756" v="263" actId="478"/>
          <ac:spMkLst>
            <pc:docMk/>
            <pc:sldMk cId="3247428737" sldId="519"/>
            <ac:spMk id="14" creationId="{0068F4C2-80A1-CC43-A5E9-BC7D3A0DDA3E}"/>
          </ac:spMkLst>
        </pc:spChg>
        <pc:spChg chg="add del mod">
          <ac:chgData name="Ted McDonald" userId="d7f6eaa9-ddab-4612-81a7-a4a98ffdc26b" providerId="ADAL" clId="{D2D3BC4B-5482-406F-82B0-DB6B95E61688}" dt="2025-10-26T17:21:25.367" v="257" actId="478"/>
          <ac:spMkLst>
            <pc:docMk/>
            <pc:sldMk cId="3247428737" sldId="519"/>
            <ac:spMk id="21" creationId="{AFCBD325-7A8F-05F9-9D18-27D28ABC432A}"/>
          </ac:spMkLst>
        </pc:spChg>
        <pc:spChg chg="add del mod">
          <ac:chgData name="Ted McDonald" userId="d7f6eaa9-ddab-4612-81a7-a4a98ffdc26b" providerId="ADAL" clId="{D2D3BC4B-5482-406F-82B0-DB6B95E61688}" dt="2025-10-26T17:20:48.696" v="253" actId="478"/>
          <ac:spMkLst>
            <pc:docMk/>
            <pc:sldMk cId="3247428737" sldId="519"/>
            <ac:spMk id="22" creationId="{6597DA32-CC64-21E4-FFFE-28D9C96B5E94}"/>
          </ac:spMkLst>
        </pc:spChg>
        <pc:spChg chg="add del mod">
          <ac:chgData name="Ted McDonald" userId="d7f6eaa9-ddab-4612-81a7-a4a98ffdc26b" providerId="ADAL" clId="{D2D3BC4B-5482-406F-82B0-DB6B95E61688}" dt="2025-10-26T17:22:17.717" v="264" actId="478"/>
          <ac:spMkLst>
            <pc:docMk/>
            <pc:sldMk cId="3247428737" sldId="519"/>
            <ac:spMk id="23" creationId="{0D523916-52AB-AC08-C8C9-3EC3824E5C73}"/>
          </ac:spMkLst>
        </pc:spChg>
        <pc:spChg chg="add del mod">
          <ac:chgData name="Ted McDonald" userId="d7f6eaa9-ddab-4612-81a7-a4a98ffdc26b" providerId="ADAL" clId="{D2D3BC4B-5482-406F-82B0-DB6B95E61688}" dt="2025-10-26T17:36:58.582" v="433" actId="14100"/>
          <ac:spMkLst>
            <pc:docMk/>
            <pc:sldMk cId="3247428737" sldId="519"/>
            <ac:spMk id="24" creationId="{16E51ABC-1323-B2F7-A9BE-4DA9D0D07E76}"/>
          </ac:spMkLst>
        </pc:spChg>
        <pc:spChg chg="add del">
          <ac:chgData name="Ted McDonald" userId="d7f6eaa9-ddab-4612-81a7-a4a98ffdc26b" providerId="ADAL" clId="{D2D3BC4B-5482-406F-82B0-DB6B95E61688}" dt="2025-10-26T17:22:55.140" v="266" actId="26606"/>
          <ac:spMkLst>
            <pc:docMk/>
            <pc:sldMk cId="3247428737" sldId="519"/>
            <ac:spMk id="25" creationId="{928F64C6-FE22-4FC1-A763-DFCC514811BD}"/>
          </ac:spMkLst>
        </pc:spChg>
        <pc:spChg chg="add del mod">
          <ac:chgData name="Ted McDonald" userId="d7f6eaa9-ddab-4612-81a7-a4a98ffdc26b" providerId="ADAL" clId="{D2D3BC4B-5482-406F-82B0-DB6B95E61688}" dt="2025-10-26T17:35:21.454" v="418" actId="478"/>
          <ac:spMkLst>
            <pc:docMk/>
            <pc:sldMk cId="3247428737" sldId="519"/>
            <ac:spMk id="26" creationId="{13044BC0-C179-44FC-9AB3-ACC0B62BE1D2}"/>
          </ac:spMkLst>
        </pc:spChg>
        <pc:spChg chg="add del mod">
          <ac:chgData name="Ted McDonald" userId="d7f6eaa9-ddab-4612-81a7-a4a98ffdc26b" providerId="ADAL" clId="{D2D3BC4B-5482-406F-82B0-DB6B95E61688}" dt="2025-10-26T17:35:23.103" v="419" actId="478"/>
          <ac:spMkLst>
            <pc:docMk/>
            <pc:sldMk cId="3247428737" sldId="519"/>
            <ac:spMk id="28" creationId="{1D1EFC6B-4E39-E638-8BAC-AB23997B3CF4}"/>
          </ac:spMkLst>
        </pc:spChg>
        <pc:spChg chg="add del mod">
          <ac:chgData name="Ted McDonald" userId="d7f6eaa9-ddab-4612-81a7-a4a98ffdc26b" providerId="ADAL" clId="{D2D3BC4B-5482-406F-82B0-DB6B95E61688}" dt="2025-10-26T17:37:34.316" v="438" actId="478"/>
          <ac:spMkLst>
            <pc:docMk/>
            <pc:sldMk cId="3247428737" sldId="519"/>
            <ac:spMk id="31" creationId="{E3725C5F-560A-4BCC-DB0F-BEF30F8657F8}"/>
          </ac:spMkLst>
        </pc:spChg>
        <pc:spChg chg="add mod">
          <ac:chgData name="Ted McDonald" userId="d7f6eaa9-ddab-4612-81a7-a4a98ffdc26b" providerId="ADAL" clId="{D2D3BC4B-5482-406F-82B0-DB6B95E61688}" dt="2025-10-26T17:38:15.797" v="450" actId="1076"/>
          <ac:spMkLst>
            <pc:docMk/>
            <pc:sldMk cId="3247428737" sldId="519"/>
            <ac:spMk id="32" creationId="{47A929F4-3233-AE48-E5AB-443AB1C8733C}"/>
          </ac:spMkLst>
        </pc:spChg>
        <pc:spChg chg="add mod">
          <ac:chgData name="Ted McDonald" userId="d7f6eaa9-ddab-4612-81a7-a4a98ffdc26b" providerId="ADAL" clId="{D2D3BC4B-5482-406F-82B0-DB6B95E61688}" dt="2025-10-26T17:38:12.932" v="449" actId="14100"/>
          <ac:spMkLst>
            <pc:docMk/>
            <pc:sldMk cId="3247428737" sldId="519"/>
            <ac:spMk id="33" creationId="{A613A6C7-6759-86C5-12CA-50B8DAD27771}"/>
          </ac:spMkLst>
        </pc:spChg>
        <pc:picChg chg="mod ord">
          <ac:chgData name="Ted McDonald" userId="d7f6eaa9-ddab-4612-81a7-a4a98ffdc26b" providerId="ADAL" clId="{D2D3BC4B-5482-406F-82B0-DB6B95E61688}" dt="2025-10-26T17:33:45.689" v="408" actId="1076"/>
          <ac:picMkLst>
            <pc:docMk/>
            <pc:sldMk cId="3247428737" sldId="519"/>
            <ac:picMk id="4" creationId="{574972C5-09C8-DD8C-A14F-B332C478CF33}"/>
          </ac:picMkLst>
        </pc:picChg>
        <pc:picChg chg="mod ord">
          <ac:chgData name="Ted McDonald" userId="d7f6eaa9-ddab-4612-81a7-a4a98ffdc26b" providerId="ADAL" clId="{D2D3BC4B-5482-406F-82B0-DB6B95E61688}" dt="2025-10-26T17:36:55.828" v="432" actId="1076"/>
          <ac:picMkLst>
            <pc:docMk/>
            <pc:sldMk cId="3247428737" sldId="519"/>
            <ac:picMk id="5" creationId="{17E77C9A-66D6-126F-187F-A158E17F2B01}"/>
          </ac:picMkLst>
        </pc:picChg>
        <pc:picChg chg="mod">
          <ac:chgData name="Ted McDonald" userId="d7f6eaa9-ddab-4612-81a7-a4a98ffdc26b" providerId="ADAL" clId="{D2D3BC4B-5482-406F-82B0-DB6B95E61688}" dt="2025-10-26T17:38:06.717" v="447" actId="1076"/>
          <ac:picMkLst>
            <pc:docMk/>
            <pc:sldMk cId="3247428737" sldId="519"/>
            <ac:picMk id="6" creationId="{AB4CA589-2F87-0F9B-BC18-4947CA9D4F2A}"/>
          </ac:picMkLst>
        </pc:picChg>
        <pc:picChg chg="mod">
          <ac:chgData name="Ted McDonald" userId="d7f6eaa9-ddab-4612-81a7-a4a98ffdc26b" providerId="ADAL" clId="{D2D3BC4B-5482-406F-82B0-DB6B95E61688}" dt="2025-10-26T17:37:12.151" v="436" actId="1076"/>
          <ac:picMkLst>
            <pc:docMk/>
            <pc:sldMk cId="3247428737" sldId="519"/>
            <ac:picMk id="7" creationId="{8BA6810A-D654-624E-1673-3CAEFCEDA630}"/>
          </ac:picMkLst>
        </pc:picChg>
        <pc:picChg chg="add mod ord">
          <ac:chgData name="Ted McDonald" userId="d7f6eaa9-ddab-4612-81a7-a4a98ffdc26b" providerId="ADAL" clId="{D2D3BC4B-5482-406F-82B0-DB6B95E61688}" dt="2025-10-26T17:33:48.077" v="409" actId="1076"/>
          <ac:picMkLst>
            <pc:docMk/>
            <pc:sldMk cId="3247428737" sldId="519"/>
            <ac:picMk id="8" creationId="{B7C1ADB5-4C9B-6292-7D4D-8E1EBE9EDED6}"/>
          </ac:picMkLst>
        </pc:picChg>
        <pc:picChg chg="add del mod">
          <ac:chgData name="Ted McDonald" userId="d7f6eaa9-ddab-4612-81a7-a4a98ffdc26b" providerId="ADAL" clId="{D2D3BC4B-5482-406F-82B0-DB6B95E61688}" dt="2025-10-26T17:16:54.017" v="218" actId="478"/>
          <ac:picMkLst>
            <pc:docMk/>
            <pc:sldMk cId="3247428737" sldId="519"/>
            <ac:picMk id="16" creationId="{4E10867B-37A2-AC91-6443-5B7E3179EB6E}"/>
          </ac:picMkLst>
        </pc:picChg>
        <pc:picChg chg="add del mod">
          <ac:chgData name="Ted McDonald" userId="d7f6eaa9-ddab-4612-81a7-a4a98ffdc26b" providerId="ADAL" clId="{D2D3BC4B-5482-406F-82B0-DB6B95E61688}" dt="2025-10-26T17:17:23.807" v="226" actId="478"/>
          <ac:picMkLst>
            <pc:docMk/>
            <pc:sldMk cId="3247428737" sldId="519"/>
            <ac:picMk id="18" creationId="{ED53FCEF-29B7-5838-9D52-B92A43B753FB}"/>
          </ac:picMkLst>
        </pc:picChg>
        <pc:picChg chg="add del mod">
          <ac:chgData name="Ted McDonald" userId="d7f6eaa9-ddab-4612-81a7-a4a98ffdc26b" providerId="ADAL" clId="{D2D3BC4B-5482-406F-82B0-DB6B95E61688}" dt="2025-10-26T17:34:49.683" v="410" actId="478"/>
          <ac:picMkLst>
            <pc:docMk/>
            <pc:sldMk cId="3247428737" sldId="519"/>
            <ac:picMk id="20" creationId="{53125A1E-238F-805F-DECF-F6EAEA90DB72}"/>
          </ac:picMkLst>
        </pc:picChg>
        <pc:picChg chg="add del mod">
          <ac:chgData name="Ted McDonald" userId="d7f6eaa9-ddab-4612-81a7-a4a98ffdc26b" providerId="ADAL" clId="{D2D3BC4B-5482-406F-82B0-DB6B95E61688}" dt="2025-10-26T17:38:54.064" v="451" actId="478"/>
          <ac:picMkLst>
            <pc:docMk/>
            <pc:sldMk cId="3247428737" sldId="519"/>
            <ac:picMk id="30" creationId="{DDB72D62-2298-DB9C-70F1-BFE1468B8282}"/>
          </ac:picMkLst>
        </pc:picChg>
        <pc:picChg chg="add mod">
          <ac:chgData name="Ted McDonald" userId="d7f6eaa9-ddab-4612-81a7-a4a98ffdc26b" providerId="ADAL" clId="{D2D3BC4B-5482-406F-82B0-DB6B95E61688}" dt="2025-10-26T17:39:11.693" v="458" actId="1076"/>
          <ac:picMkLst>
            <pc:docMk/>
            <pc:sldMk cId="3247428737" sldId="519"/>
            <ac:picMk id="35" creationId="{035B5539-8D22-0EEF-9E7C-73A0149D787D}"/>
          </ac:picMkLst>
        </pc:picChg>
        <pc:cxnChg chg="add del">
          <ac:chgData name="Ted McDonald" userId="d7f6eaa9-ddab-4612-81a7-a4a98ffdc26b" providerId="ADAL" clId="{D2D3BC4B-5482-406F-82B0-DB6B95E61688}" dt="2025-10-26T17:14:18.968" v="199" actId="11529"/>
          <ac:cxnSpMkLst>
            <pc:docMk/>
            <pc:sldMk cId="3247428737" sldId="519"/>
            <ac:cxnSpMk id="10" creationId="{5D220602-162E-673A-59FD-89F1D6309AD3}"/>
          </ac:cxnSpMkLst>
        </pc:cxnChg>
        <pc:cxnChg chg="add del mod">
          <ac:chgData name="Ted McDonald" userId="d7f6eaa9-ddab-4612-81a7-a4a98ffdc26b" providerId="ADAL" clId="{D2D3BC4B-5482-406F-82B0-DB6B95E61688}" dt="2025-10-26T17:15:22.865" v="208" actId="478"/>
          <ac:cxnSpMkLst>
            <pc:docMk/>
            <pc:sldMk cId="3247428737" sldId="519"/>
            <ac:cxnSpMk id="12" creationId="{1C5D3CC6-64C9-E863-8BA6-030ABBBC4751}"/>
          </ac:cxnSpMkLst>
        </pc:cxnChg>
        <pc:cxnChg chg="add del">
          <ac:chgData name="Ted McDonald" userId="d7f6eaa9-ddab-4612-81a7-a4a98ffdc26b" providerId="ADAL" clId="{D2D3BC4B-5482-406F-82B0-DB6B95E61688}" dt="2025-10-26T17:22:55.140" v="266" actId="26606"/>
          <ac:cxnSpMkLst>
            <pc:docMk/>
            <pc:sldMk cId="3247428737" sldId="519"/>
            <ac:cxnSpMk id="27" creationId="{5C34627B-48E6-4F4D-B843-97717A86B490}"/>
          </ac:cxnSpMkLst>
        </pc:cxnChg>
      </pc:sldChg>
      <pc:sldChg chg="modSp mod">
        <pc:chgData name="Ted McDonald" userId="d7f6eaa9-ddab-4612-81a7-a4a98ffdc26b" providerId="ADAL" clId="{D2D3BC4B-5482-406F-82B0-DB6B95E61688}" dt="2025-10-26T17:32:23.067" v="396" actId="14100"/>
        <pc:sldMkLst>
          <pc:docMk/>
          <pc:sldMk cId="969384153" sldId="520"/>
        </pc:sldMkLst>
        <pc:spChg chg="mod">
          <ac:chgData name="Ted McDonald" userId="d7f6eaa9-ddab-4612-81a7-a4a98ffdc26b" providerId="ADAL" clId="{D2D3BC4B-5482-406F-82B0-DB6B95E61688}" dt="2025-10-26T12:35:11.034" v="115" actId="255"/>
          <ac:spMkLst>
            <pc:docMk/>
            <pc:sldMk cId="969384153" sldId="520"/>
            <ac:spMk id="2" creationId="{41305B29-A116-250C-DBB3-749C3DAE5100}"/>
          </ac:spMkLst>
        </pc:spChg>
        <pc:picChg chg="mod">
          <ac:chgData name="Ted McDonald" userId="d7f6eaa9-ddab-4612-81a7-a4a98ffdc26b" providerId="ADAL" clId="{D2D3BC4B-5482-406F-82B0-DB6B95E61688}" dt="2025-10-26T17:32:23.067" v="396" actId="14100"/>
          <ac:picMkLst>
            <pc:docMk/>
            <pc:sldMk cId="969384153" sldId="520"/>
            <ac:picMk id="6" creationId="{CD2C17D8-231E-69D9-9D41-4518AD496717}"/>
          </ac:picMkLst>
        </pc:picChg>
      </pc:sldChg>
      <pc:sldChg chg="addSp delSp modSp new mod">
        <pc:chgData name="Ted McDonald" userId="d7f6eaa9-ddab-4612-81a7-a4a98ffdc26b" providerId="ADAL" clId="{D2D3BC4B-5482-406F-82B0-DB6B95E61688}" dt="2025-10-26T16:41:30.629" v="158" actId="208"/>
        <pc:sldMkLst>
          <pc:docMk/>
          <pc:sldMk cId="3811818733" sldId="521"/>
        </pc:sldMkLst>
        <pc:spChg chg="mod">
          <ac:chgData name="Ted McDonald" userId="d7f6eaa9-ddab-4612-81a7-a4a98ffdc26b" providerId="ADAL" clId="{D2D3BC4B-5482-406F-82B0-DB6B95E61688}" dt="2025-10-26T16:41:18.892" v="155" actId="6549"/>
          <ac:spMkLst>
            <pc:docMk/>
            <pc:sldMk cId="3811818733" sldId="521"/>
            <ac:spMk id="2" creationId="{5FEDC45F-3701-A14D-D095-3B658BF02CA3}"/>
          </ac:spMkLst>
        </pc:spChg>
        <pc:spChg chg="mod">
          <ac:chgData name="Ted McDonald" userId="d7f6eaa9-ddab-4612-81a7-a4a98ffdc26b" providerId="ADAL" clId="{D2D3BC4B-5482-406F-82B0-DB6B95E61688}" dt="2025-10-26T12:35:01.047" v="114" actId="255"/>
          <ac:spMkLst>
            <pc:docMk/>
            <pc:sldMk cId="3811818733" sldId="521"/>
            <ac:spMk id="3" creationId="{DF5D41C1-3CF0-1A18-9386-5F673962B5D3}"/>
          </ac:spMkLst>
        </pc:spChg>
        <pc:spChg chg="del">
          <ac:chgData name="Ted McDonald" userId="d7f6eaa9-ddab-4612-81a7-a4a98ffdc26b" providerId="ADAL" clId="{D2D3BC4B-5482-406F-82B0-DB6B95E61688}" dt="2025-10-26T12:27:27.047" v="40" actId="478"/>
          <ac:spMkLst>
            <pc:docMk/>
            <pc:sldMk cId="3811818733" sldId="521"/>
            <ac:spMk id="4" creationId="{D9014CAB-8BEE-C74D-7DDE-39DE45D70A44}"/>
          </ac:spMkLst>
        </pc:spChg>
        <pc:picChg chg="add mod">
          <ac:chgData name="Ted McDonald" userId="d7f6eaa9-ddab-4612-81a7-a4a98ffdc26b" providerId="ADAL" clId="{D2D3BC4B-5482-406F-82B0-DB6B95E61688}" dt="2025-10-26T16:41:30.629" v="158" actId="208"/>
          <ac:picMkLst>
            <pc:docMk/>
            <pc:sldMk cId="3811818733" sldId="521"/>
            <ac:picMk id="5" creationId="{F6489824-EFF1-D85D-3F91-49DE1DC86964}"/>
          </ac:picMkLst>
        </pc:picChg>
      </pc:sldChg>
      <pc:sldChg chg="addSp delSp modSp add mod">
        <pc:chgData name="Ted McDonald" userId="d7f6eaa9-ddab-4612-81a7-a4a98ffdc26b" providerId="ADAL" clId="{D2D3BC4B-5482-406F-82B0-DB6B95E61688}" dt="2025-10-26T17:31:13.101" v="389" actId="1076"/>
        <pc:sldMkLst>
          <pc:docMk/>
          <pc:sldMk cId="2692494782" sldId="522"/>
        </pc:sldMkLst>
        <pc:spChg chg="mod">
          <ac:chgData name="Ted McDonald" userId="d7f6eaa9-ddab-4612-81a7-a4a98ffdc26b" providerId="ADAL" clId="{D2D3BC4B-5482-406F-82B0-DB6B95E61688}" dt="2025-10-26T17:31:13.101" v="389" actId="1076"/>
          <ac:spMkLst>
            <pc:docMk/>
            <pc:sldMk cId="2692494782" sldId="522"/>
            <ac:spMk id="3" creationId="{3AE14E92-7950-7194-3B5B-46857780955E}"/>
          </ac:spMkLst>
        </pc:spChg>
        <pc:graphicFrameChg chg="mod modGraphic">
          <ac:chgData name="Ted McDonald" userId="d7f6eaa9-ddab-4612-81a7-a4a98ffdc26b" providerId="ADAL" clId="{D2D3BC4B-5482-406F-82B0-DB6B95E61688}" dt="2025-10-26T17:30:19.912" v="380" actId="20577"/>
          <ac:graphicFrameMkLst>
            <pc:docMk/>
            <pc:sldMk cId="2692494782" sldId="522"/>
            <ac:graphicFrameMk id="5" creationId="{0D180BAB-7CF0-08F3-3248-13A76BBF4765}"/>
          </ac:graphicFrameMkLst>
        </pc:graphicFrameChg>
        <pc:picChg chg="add mod">
          <ac:chgData name="Ted McDonald" userId="d7f6eaa9-ddab-4612-81a7-a4a98ffdc26b" providerId="ADAL" clId="{D2D3BC4B-5482-406F-82B0-DB6B95E61688}" dt="2025-10-26T17:30:39.415" v="385" actId="208"/>
          <ac:picMkLst>
            <pc:docMk/>
            <pc:sldMk cId="2692494782" sldId="522"/>
            <ac:picMk id="2" creationId="{A6216EBA-3016-7639-BFB9-7A7B011209EE}"/>
          </ac:picMkLst>
        </pc:picChg>
        <pc:picChg chg="del">
          <ac:chgData name="Ted McDonald" userId="d7f6eaa9-ddab-4612-81a7-a4a98ffdc26b" providerId="ADAL" clId="{D2D3BC4B-5482-406F-82B0-DB6B95E61688}" dt="2025-10-26T17:30:23.483" v="381" actId="478"/>
          <ac:picMkLst>
            <pc:docMk/>
            <pc:sldMk cId="2692494782" sldId="522"/>
            <ac:picMk id="6" creationId="{3B6CBC6A-486A-FF65-912B-0C50CF044C0A}"/>
          </ac:picMkLst>
        </pc:pic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FB9173-74FD-4DEF-8564-6A2CA0E56C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667035-0203-487D-921D-5DF739AA55E7}">
      <dgm:prSet/>
      <dgm:spPr/>
      <dgm:t>
        <a:bodyPr/>
        <a:lstStyle/>
        <a:p>
          <a:r>
            <a:rPr lang="en-US" u="sng" dirty="0">
              <a:latin typeface="Aptos Display" panose="020B0004020202020204" pitchFamily="34" charset="0"/>
            </a:rPr>
            <a:t>Administrative Data </a:t>
          </a:r>
          <a:r>
            <a:rPr lang="en-US" b="0" dirty="0">
              <a:latin typeface="Aptos Display" panose="020B0004020202020204" pitchFamily="34" charset="0"/>
            </a:rPr>
            <a:t>– data collected in the course of government delivering services and administering programs</a:t>
          </a:r>
          <a:endParaRPr lang="en-US" dirty="0"/>
        </a:p>
      </dgm:t>
    </dgm:pt>
    <dgm:pt modelId="{47127F04-55D4-4CD7-9755-5B578B7321E7}" type="parTrans" cxnId="{AD10D323-04AE-4871-8C8B-DF082033147A}">
      <dgm:prSet/>
      <dgm:spPr/>
      <dgm:t>
        <a:bodyPr/>
        <a:lstStyle/>
        <a:p>
          <a:endParaRPr lang="en-US"/>
        </a:p>
      </dgm:t>
    </dgm:pt>
    <dgm:pt modelId="{2DF9CD2D-84A8-4DC7-A016-DA80145E5C34}" type="sibTrans" cxnId="{AD10D323-04AE-4871-8C8B-DF082033147A}">
      <dgm:prSet/>
      <dgm:spPr/>
      <dgm:t>
        <a:bodyPr/>
        <a:lstStyle/>
        <a:p>
          <a:endParaRPr lang="en-US"/>
        </a:p>
      </dgm:t>
    </dgm:pt>
    <dgm:pt modelId="{CF09F34D-E804-40A6-BD92-E17B3EEB29EA}">
      <dgm:prSet/>
      <dgm:spPr/>
      <dgm:t>
        <a:bodyPr/>
        <a:lstStyle/>
        <a:p>
          <a:r>
            <a:rPr lang="en-US" u="sng" dirty="0">
              <a:latin typeface="Aptos Display" panose="020B0004020202020204" pitchFamily="34" charset="0"/>
            </a:rPr>
            <a:t>Secondary data use </a:t>
          </a:r>
          <a:r>
            <a:rPr lang="en-US" dirty="0">
              <a:latin typeface="Aptos Display" panose="020B0004020202020204" pitchFamily="34" charset="0"/>
            </a:rPr>
            <a:t>– using data that was originally collected for other purposes (e.g. research) </a:t>
          </a:r>
          <a:endParaRPr lang="en-US" dirty="0"/>
        </a:p>
      </dgm:t>
    </dgm:pt>
    <dgm:pt modelId="{63DE6FBA-0CA9-46CC-A35A-96DCE4434DB5}" type="parTrans" cxnId="{376DC746-361F-48D4-B597-EA1E9CE3231B}">
      <dgm:prSet/>
      <dgm:spPr/>
      <dgm:t>
        <a:bodyPr/>
        <a:lstStyle/>
        <a:p>
          <a:endParaRPr lang="en-US"/>
        </a:p>
      </dgm:t>
    </dgm:pt>
    <dgm:pt modelId="{D8E8B3B7-F542-422B-AA02-CD75BAF28FC7}" type="sibTrans" cxnId="{376DC746-361F-48D4-B597-EA1E9CE3231B}">
      <dgm:prSet/>
      <dgm:spPr/>
      <dgm:t>
        <a:bodyPr/>
        <a:lstStyle/>
        <a:p>
          <a:endParaRPr lang="en-US"/>
        </a:p>
      </dgm:t>
    </dgm:pt>
    <dgm:pt modelId="{A369A26D-BDBB-4C4E-9F1E-442A5A8CB32F}">
      <dgm:prSet/>
      <dgm:spPr/>
      <dgm:t>
        <a:bodyPr/>
        <a:lstStyle/>
        <a:p>
          <a:r>
            <a:rPr lang="en-CA" dirty="0"/>
            <a:t>FAIR – data should be findable, accessible, interoperable and reusable</a:t>
          </a:r>
          <a:endParaRPr lang="en-US" dirty="0"/>
        </a:p>
      </dgm:t>
    </dgm:pt>
    <dgm:pt modelId="{223FA2A0-CFF9-45B0-AEF3-71FB7F7B9EE4}" type="parTrans" cxnId="{2E16304B-BCDB-4CEA-B7A7-4252F2FFC17C}">
      <dgm:prSet/>
      <dgm:spPr/>
      <dgm:t>
        <a:bodyPr/>
        <a:lstStyle/>
        <a:p>
          <a:endParaRPr lang="en-US"/>
        </a:p>
      </dgm:t>
    </dgm:pt>
    <dgm:pt modelId="{489B7316-CFC8-485E-B64A-A832223FED77}" type="sibTrans" cxnId="{2E16304B-BCDB-4CEA-B7A7-4252F2FFC17C}">
      <dgm:prSet/>
      <dgm:spPr/>
      <dgm:t>
        <a:bodyPr/>
        <a:lstStyle/>
        <a:p>
          <a:endParaRPr lang="en-US"/>
        </a:p>
      </dgm:t>
    </dgm:pt>
    <dgm:pt modelId="{DF7B3F30-F473-406C-99EA-6C9B2C3A2D10}" type="pres">
      <dgm:prSet presAssocID="{DEFB9173-74FD-4DEF-8564-6A2CA0E56C96}" presName="linear" presStyleCnt="0">
        <dgm:presLayoutVars>
          <dgm:animLvl val="lvl"/>
          <dgm:resizeHandles val="exact"/>
        </dgm:presLayoutVars>
      </dgm:prSet>
      <dgm:spPr/>
    </dgm:pt>
    <dgm:pt modelId="{6299C651-D6D6-46E0-925D-8F2148268668}" type="pres">
      <dgm:prSet presAssocID="{23667035-0203-487D-921D-5DF739AA55E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736019A-1D94-4E5D-9E82-EF185FFFCAE8}" type="pres">
      <dgm:prSet presAssocID="{2DF9CD2D-84A8-4DC7-A016-DA80145E5C34}" presName="spacer" presStyleCnt="0"/>
      <dgm:spPr/>
    </dgm:pt>
    <dgm:pt modelId="{96395F8A-6782-436C-BFBE-8DAAED720883}" type="pres">
      <dgm:prSet presAssocID="{CF09F34D-E804-40A6-BD92-E17B3EEB29E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385BF93-B204-484A-9130-D4FC644DC1B5}" type="pres">
      <dgm:prSet presAssocID="{D8E8B3B7-F542-422B-AA02-CD75BAF28FC7}" presName="spacer" presStyleCnt="0"/>
      <dgm:spPr/>
    </dgm:pt>
    <dgm:pt modelId="{20632EF3-01CC-43EF-A2AB-3D04CB56BED0}" type="pres">
      <dgm:prSet presAssocID="{A369A26D-BDBB-4C4E-9F1E-442A5A8CB32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E816509-6FC4-4D22-9144-D7003126AB89}" type="presOf" srcId="{CF09F34D-E804-40A6-BD92-E17B3EEB29EA}" destId="{96395F8A-6782-436C-BFBE-8DAAED720883}" srcOrd="0" destOrd="0" presId="urn:microsoft.com/office/officeart/2005/8/layout/vList2"/>
    <dgm:cxn modelId="{AD10D323-04AE-4871-8C8B-DF082033147A}" srcId="{DEFB9173-74FD-4DEF-8564-6A2CA0E56C96}" destId="{23667035-0203-487D-921D-5DF739AA55E7}" srcOrd="0" destOrd="0" parTransId="{47127F04-55D4-4CD7-9755-5B578B7321E7}" sibTransId="{2DF9CD2D-84A8-4DC7-A016-DA80145E5C34}"/>
    <dgm:cxn modelId="{376DC746-361F-48D4-B597-EA1E9CE3231B}" srcId="{DEFB9173-74FD-4DEF-8564-6A2CA0E56C96}" destId="{CF09F34D-E804-40A6-BD92-E17B3EEB29EA}" srcOrd="1" destOrd="0" parTransId="{63DE6FBA-0CA9-46CC-A35A-96DCE4434DB5}" sibTransId="{D8E8B3B7-F542-422B-AA02-CD75BAF28FC7}"/>
    <dgm:cxn modelId="{2E16304B-BCDB-4CEA-B7A7-4252F2FFC17C}" srcId="{DEFB9173-74FD-4DEF-8564-6A2CA0E56C96}" destId="{A369A26D-BDBB-4C4E-9F1E-442A5A8CB32F}" srcOrd="2" destOrd="0" parTransId="{223FA2A0-CFF9-45B0-AEF3-71FB7F7B9EE4}" sibTransId="{489B7316-CFC8-485E-B64A-A832223FED77}"/>
    <dgm:cxn modelId="{7402839E-5EB9-450B-9634-BCCD0FA00290}" type="presOf" srcId="{DEFB9173-74FD-4DEF-8564-6A2CA0E56C96}" destId="{DF7B3F30-F473-406C-99EA-6C9B2C3A2D10}" srcOrd="0" destOrd="0" presId="urn:microsoft.com/office/officeart/2005/8/layout/vList2"/>
    <dgm:cxn modelId="{F2CF95E8-3A20-4055-9F9D-03519F940204}" type="presOf" srcId="{A369A26D-BDBB-4C4E-9F1E-442A5A8CB32F}" destId="{20632EF3-01CC-43EF-A2AB-3D04CB56BED0}" srcOrd="0" destOrd="0" presId="urn:microsoft.com/office/officeart/2005/8/layout/vList2"/>
    <dgm:cxn modelId="{6DBBB1E8-87EA-487C-A1E0-7300C1807486}" type="presOf" srcId="{23667035-0203-487D-921D-5DF739AA55E7}" destId="{6299C651-D6D6-46E0-925D-8F2148268668}" srcOrd="0" destOrd="0" presId="urn:microsoft.com/office/officeart/2005/8/layout/vList2"/>
    <dgm:cxn modelId="{97795F7D-0107-4DAC-B7C9-0D2E0F9B9B80}" type="presParOf" srcId="{DF7B3F30-F473-406C-99EA-6C9B2C3A2D10}" destId="{6299C651-D6D6-46E0-925D-8F2148268668}" srcOrd="0" destOrd="0" presId="urn:microsoft.com/office/officeart/2005/8/layout/vList2"/>
    <dgm:cxn modelId="{619C4658-1F72-4931-89BF-7D5CCB0DDFBA}" type="presParOf" srcId="{DF7B3F30-F473-406C-99EA-6C9B2C3A2D10}" destId="{0736019A-1D94-4E5D-9E82-EF185FFFCAE8}" srcOrd="1" destOrd="0" presId="urn:microsoft.com/office/officeart/2005/8/layout/vList2"/>
    <dgm:cxn modelId="{B64F568A-1846-4A1F-988B-6832E84A13A8}" type="presParOf" srcId="{DF7B3F30-F473-406C-99EA-6C9B2C3A2D10}" destId="{96395F8A-6782-436C-BFBE-8DAAED720883}" srcOrd="2" destOrd="0" presId="urn:microsoft.com/office/officeart/2005/8/layout/vList2"/>
    <dgm:cxn modelId="{E43F1DFB-4ADD-434B-96C4-4524CF6B4858}" type="presParOf" srcId="{DF7B3F30-F473-406C-99EA-6C9B2C3A2D10}" destId="{E385BF93-B204-484A-9130-D4FC644DC1B5}" srcOrd="3" destOrd="0" presId="urn:microsoft.com/office/officeart/2005/8/layout/vList2"/>
    <dgm:cxn modelId="{8A3B188C-A575-4500-868B-39151B5B58B2}" type="presParOf" srcId="{DF7B3F30-F473-406C-99EA-6C9B2C3A2D10}" destId="{20632EF3-01CC-43EF-A2AB-3D04CB56BE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FB9173-74FD-4DEF-8564-6A2CA0E56C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3667035-0203-487D-921D-5DF739AA55E7}">
      <dgm:prSet/>
      <dgm:spPr/>
      <dgm:t>
        <a:bodyPr/>
        <a:lstStyle/>
        <a:p>
          <a:r>
            <a:rPr lang="en-CA"/>
            <a:t>Skill mismatch is an ongoing issue of concern for policymakers and employers</a:t>
          </a:r>
          <a:endParaRPr lang="en-US"/>
        </a:p>
      </dgm:t>
    </dgm:pt>
    <dgm:pt modelId="{47127F04-55D4-4CD7-9755-5B578B7321E7}" type="parTrans" cxnId="{AD10D323-04AE-4871-8C8B-DF082033147A}">
      <dgm:prSet/>
      <dgm:spPr/>
      <dgm:t>
        <a:bodyPr/>
        <a:lstStyle/>
        <a:p>
          <a:endParaRPr lang="en-US"/>
        </a:p>
      </dgm:t>
    </dgm:pt>
    <dgm:pt modelId="{2DF9CD2D-84A8-4DC7-A016-DA80145E5C34}" type="sibTrans" cxnId="{AD10D323-04AE-4871-8C8B-DF082033147A}">
      <dgm:prSet/>
      <dgm:spPr/>
      <dgm:t>
        <a:bodyPr/>
        <a:lstStyle/>
        <a:p>
          <a:endParaRPr lang="en-US"/>
        </a:p>
      </dgm:t>
    </dgm:pt>
    <dgm:pt modelId="{CF09F34D-E804-40A6-BD92-E17B3EEB29EA}">
      <dgm:prSet/>
      <dgm:spPr/>
      <dgm:t>
        <a:bodyPr/>
        <a:lstStyle/>
        <a:p>
          <a:r>
            <a:rPr lang="en-CA"/>
            <a:t>Current and future expected skill shortages in certain occupations such as nursing have influenced both postsecondary education and immigration policy decisions</a:t>
          </a:r>
          <a:endParaRPr lang="en-US"/>
        </a:p>
      </dgm:t>
    </dgm:pt>
    <dgm:pt modelId="{63DE6FBA-0CA9-46CC-A35A-96DCE4434DB5}" type="parTrans" cxnId="{376DC746-361F-48D4-B597-EA1E9CE3231B}">
      <dgm:prSet/>
      <dgm:spPr/>
      <dgm:t>
        <a:bodyPr/>
        <a:lstStyle/>
        <a:p>
          <a:endParaRPr lang="en-US"/>
        </a:p>
      </dgm:t>
    </dgm:pt>
    <dgm:pt modelId="{D8E8B3B7-F542-422B-AA02-CD75BAF28FC7}" type="sibTrans" cxnId="{376DC746-361F-48D4-B597-EA1E9CE3231B}">
      <dgm:prSet/>
      <dgm:spPr/>
      <dgm:t>
        <a:bodyPr/>
        <a:lstStyle/>
        <a:p>
          <a:endParaRPr lang="en-US"/>
        </a:p>
      </dgm:t>
    </dgm:pt>
    <dgm:pt modelId="{A369A26D-BDBB-4C4E-9F1E-442A5A8CB32F}">
      <dgm:prSet/>
      <dgm:spPr/>
      <dgm:t>
        <a:bodyPr/>
        <a:lstStyle/>
        <a:p>
          <a:r>
            <a:rPr lang="en-CA"/>
            <a:t>Yet data on occupation in Canada is limited</a:t>
          </a:r>
          <a:endParaRPr lang="en-US"/>
        </a:p>
      </dgm:t>
    </dgm:pt>
    <dgm:pt modelId="{223FA2A0-CFF9-45B0-AEF3-71FB7F7B9EE4}" type="parTrans" cxnId="{2E16304B-BCDB-4CEA-B7A7-4252F2FFC17C}">
      <dgm:prSet/>
      <dgm:spPr/>
      <dgm:t>
        <a:bodyPr/>
        <a:lstStyle/>
        <a:p>
          <a:endParaRPr lang="en-US"/>
        </a:p>
      </dgm:t>
    </dgm:pt>
    <dgm:pt modelId="{489B7316-CFC8-485E-B64A-A832223FED77}" type="sibTrans" cxnId="{2E16304B-BCDB-4CEA-B7A7-4252F2FFC17C}">
      <dgm:prSet/>
      <dgm:spPr/>
      <dgm:t>
        <a:bodyPr/>
        <a:lstStyle/>
        <a:p>
          <a:endParaRPr lang="en-US"/>
        </a:p>
      </dgm:t>
    </dgm:pt>
    <dgm:pt modelId="{DF7B3F30-F473-406C-99EA-6C9B2C3A2D10}" type="pres">
      <dgm:prSet presAssocID="{DEFB9173-74FD-4DEF-8564-6A2CA0E56C96}" presName="linear" presStyleCnt="0">
        <dgm:presLayoutVars>
          <dgm:animLvl val="lvl"/>
          <dgm:resizeHandles val="exact"/>
        </dgm:presLayoutVars>
      </dgm:prSet>
      <dgm:spPr/>
    </dgm:pt>
    <dgm:pt modelId="{6299C651-D6D6-46E0-925D-8F2148268668}" type="pres">
      <dgm:prSet presAssocID="{23667035-0203-487D-921D-5DF739AA55E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736019A-1D94-4E5D-9E82-EF185FFFCAE8}" type="pres">
      <dgm:prSet presAssocID="{2DF9CD2D-84A8-4DC7-A016-DA80145E5C34}" presName="spacer" presStyleCnt="0"/>
      <dgm:spPr/>
    </dgm:pt>
    <dgm:pt modelId="{96395F8A-6782-436C-BFBE-8DAAED720883}" type="pres">
      <dgm:prSet presAssocID="{CF09F34D-E804-40A6-BD92-E17B3EEB29E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385BF93-B204-484A-9130-D4FC644DC1B5}" type="pres">
      <dgm:prSet presAssocID="{D8E8B3B7-F542-422B-AA02-CD75BAF28FC7}" presName="spacer" presStyleCnt="0"/>
      <dgm:spPr/>
    </dgm:pt>
    <dgm:pt modelId="{20632EF3-01CC-43EF-A2AB-3D04CB56BED0}" type="pres">
      <dgm:prSet presAssocID="{A369A26D-BDBB-4C4E-9F1E-442A5A8CB32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E816509-6FC4-4D22-9144-D7003126AB89}" type="presOf" srcId="{CF09F34D-E804-40A6-BD92-E17B3EEB29EA}" destId="{96395F8A-6782-436C-BFBE-8DAAED720883}" srcOrd="0" destOrd="0" presId="urn:microsoft.com/office/officeart/2005/8/layout/vList2"/>
    <dgm:cxn modelId="{AD10D323-04AE-4871-8C8B-DF082033147A}" srcId="{DEFB9173-74FD-4DEF-8564-6A2CA0E56C96}" destId="{23667035-0203-487D-921D-5DF739AA55E7}" srcOrd="0" destOrd="0" parTransId="{47127F04-55D4-4CD7-9755-5B578B7321E7}" sibTransId="{2DF9CD2D-84A8-4DC7-A016-DA80145E5C34}"/>
    <dgm:cxn modelId="{376DC746-361F-48D4-B597-EA1E9CE3231B}" srcId="{DEFB9173-74FD-4DEF-8564-6A2CA0E56C96}" destId="{CF09F34D-E804-40A6-BD92-E17B3EEB29EA}" srcOrd="1" destOrd="0" parTransId="{63DE6FBA-0CA9-46CC-A35A-96DCE4434DB5}" sibTransId="{D8E8B3B7-F542-422B-AA02-CD75BAF28FC7}"/>
    <dgm:cxn modelId="{2E16304B-BCDB-4CEA-B7A7-4252F2FFC17C}" srcId="{DEFB9173-74FD-4DEF-8564-6A2CA0E56C96}" destId="{A369A26D-BDBB-4C4E-9F1E-442A5A8CB32F}" srcOrd="2" destOrd="0" parTransId="{223FA2A0-CFF9-45B0-AEF3-71FB7F7B9EE4}" sibTransId="{489B7316-CFC8-485E-B64A-A832223FED77}"/>
    <dgm:cxn modelId="{7402839E-5EB9-450B-9634-BCCD0FA00290}" type="presOf" srcId="{DEFB9173-74FD-4DEF-8564-6A2CA0E56C96}" destId="{DF7B3F30-F473-406C-99EA-6C9B2C3A2D10}" srcOrd="0" destOrd="0" presId="urn:microsoft.com/office/officeart/2005/8/layout/vList2"/>
    <dgm:cxn modelId="{F2CF95E8-3A20-4055-9F9D-03519F940204}" type="presOf" srcId="{A369A26D-BDBB-4C4E-9F1E-442A5A8CB32F}" destId="{20632EF3-01CC-43EF-A2AB-3D04CB56BED0}" srcOrd="0" destOrd="0" presId="urn:microsoft.com/office/officeart/2005/8/layout/vList2"/>
    <dgm:cxn modelId="{6DBBB1E8-87EA-487C-A1E0-7300C1807486}" type="presOf" srcId="{23667035-0203-487D-921D-5DF739AA55E7}" destId="{6299C651-D6D6-46E0-925D-8F2148268668}" srcOrd="0" destOrd="0" presId="urn:microsoft.com/office/officeart/2005/8/layout/vList2"/>
    <dgm:cxn modelId="{97795F7D-0107-4DAC-B7C9-0D2E0F9B9B80}" type="presParOf" srcId="{DF7B3F30-F473-406C-99EA-6C9B2C3A2D10}" destId="{6299C651-D6D6-46E0-925D-8F2148268668}" srcOrd="0" destOrd="0" presId="urn:microsoft.com/office/officeart/2005/8/layout/vList2"/>
    <dgm:cxn modelId="{619C4658-1F72-4931-89BF-7D5CCB0DDFBA}" type="presParOf" srcId="{DF7B3F30-F473-406C-99EA-6C9B2C3A2D10}" destId="{0736019A-1D94-4E5D-9E82-EF185FFFCAE8}" srcOrd="1" destOrd="0" presId="urn:microsoft.com/office/officeart/2005/8/layout/vList2"/>
    <dgm:cxn modelId="{B64F568A-1846-4A1F-988B-6832E84A13A8}" type="presParOf" srcId="{DF7B3F30-F473-406C-99EA-6C9B2C3A2D10}" destId="{96395F8A-6782-436C-BFBE-8DAAED720883}" srcOrd="2" destOrd="0" presId="urn:microsoft.com/office/officeart/2005/8/layout/vList2"/>
    <dgm:cxn modelId="{E43F1DFB-4ADD-434B-96C4-4524CF6B4858}" type="presParOf" srcId="{DF7B3F30-F473-406C-99EA-6C9B2C3A2D10}" destId="{E385BF93-B204-484A-9130-D4FC644DC1B5}" srcOrd="3" destOrd="0" presId="urn:microsoft.com/office/officeart/2005/8/layout/vList2"/>
    <dgm:cxn modelId="{8A3B188C-A575-4500-868B-39151B5B58B2}" type="presParOf" srcId="{DF7B3F30-F473-406C-99EA-6C9B2C3A2D10}" destId="{20632EF3-01CC-43EF-A2AB-3D04CB56BE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BE37D3-23F0-40EE-8A5C-4DBBE294E1B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91597EA-5532-477E-BB2F-3C4FBDA324E9}">
      <dgm:prSet/>
      <dgm:spPr/>
      <dgm:t>
        <a:bodyPr/>
        <a:lstStyle/>
        <a:p>
          <a:r>
            <a:rPr lang="en-CA"/>
            <a:t>Population Census (self reported)</a:t>
          </a:r>
          <a:endParaRPr lang="en-US"/>
        </a:p>
      </dgm:t>
    </dgm:pt>
    <dgm:pt modelId="{A37AA449-2A6C-4E46-A74E-A7EE5577E4B0}" type="parTrans" cxnId="{77C680ED-1866-4966-AB86-5F8751C1CC56}">
      <dgm:prSet/>
      <dgm:spPr/>
      <dgm:t>
        <a:bodyPr/>
        <a:lstStyle/>
        <a:p>
          <a:endParaRPr lang="en-US"/>
        </a:p>
      </dgm:t>
    </dgm:pt>
    <dgm:pt modelId="{3F1626F1-1A25-496B-9315-B73055AA00DE}" type="sibTrans" cxnId="{77C680ED-1866-4966-AB86-5F8751C1CC56}">
      <dgm:prSet/>
      <dgm:spPr/>
      <dgm:t>
        <a:bodyPr/>
        <a:lstStyle/>
        <a:p>
          <a:endParaRPr lang="en-US"/>
        </a:p>
      </dgm:t>
    </dgm:pt>
    <dgm:pt modelId="{1ACC4219-4202-4C2B-8349-134B83C2ACF6}">
      <dgm:prSet/>
      <dgm:spPr/>
      <dgm:t>
        <a:bodyPr/>
        <a:lstStyle/>
        <a:p>
          <a:r>
            <a:rPr lang="en-CA"/>
            <a:t>Labour Force Surveys (self reported)</a:t>
          </a:r>
          <a:endParaRPr lang="en-US"/>
        </a:p>
      </dgm:t>
    </dgm:pt>
    <dgm:pt modelId="{3CD4F279-BEFC-4D22-B200-07E8A0F19E61}" type="parTrans" cxnId="{6C92BD13-2DF8-496E-BB34-941B40C47EFF}">
      <dgm:prSet/>
      <dgm:spPr/>
      <dgm:t>
        <a:bodyPr/>
        <a:lstStyle/>
        <a:p>
          <a:endParaRPr lang="en-US"/>
        </a:p>
      </dgm:t>
    </dgm:pt>
    <dgm:pt modelId="{DBBD88E5-472E-4BE7-A0A1-2AFDA1BC9C5D}" type="sibTrans" cxnId="{6C92BD13-2DF8-496E-BB34-941B40C47EFF}">
      <dgm:prSet/>
      <dgm:spPr/>
      <dgm:t>
        <a:bodyPr/>
        <a:lstStyle/>
        <a:p>
          <a:endParaRPr lang="en-US"/>
        </a:p>
      </dgm:t>
    </dgm:pt>
    <dgm:pt modelId="{FEE03E0C-4F3A-42BF-8AD5-47CC3E0484E5}">
      <dgm:prSet/>
      <dgm:spPr/>
      <dgm:t>
        <a:bodyPr/>
        <a:lstStyle/>
        <a:p>
          <a:r>
            <a:rPr lang="en-CA"/>
            <a:t>Surveys of Employers (self reported)</a:t>
          </a:r>
          <a:endParaRPr lang="en-US"/>
        </a:p>
      </dgm:t>
    </dgm:pt>
    <dgm:pt modelId="{3920E0EF-6E23-4AF4-849C-F592D258FEBB}" type="parTrans" cxnId="{622DD655-B76C-4F30-BE57-6A576CE9C60D}">
      <dgm:prSet/>
      <dgm:spPr/>
      <dgm:t>
        <a:bodyPr/>
        <a:lstStyle/>
        <a:p>
          <a:endParaRPr lang="en-US"/>
        </a:p>
      </dgm:t>
    </dgm:pt>
    <dgm:pt modelId="{00A533D9-3DA8-43D6-8B6F-7D56E40B5062}" type="sibTrans" cxnId="{622DD655-B76C-4F30-BE57-6A576CE9C60D}">
      <dgm:prSet/>
      <dgm:spPr/>
      <dgm:t>
        <a:bodyPr/>
        <a:lstStyle/>
        <a:p>
          <a:endParaRPr lang="en-US"/>
        </a:p>
      </dgm:t>
    </dgm:pt>
    <dgm:pt modelId="{39836E21-BF57-4BB7-9F74-8C6B2408F524}">
      <dgm:prSet/>
      <dgm:spPr/>
      <dgm:t>
        <a:bodyPr/>
        <a:lstStyle/>
        <a:p>
          <a:r>
            <a:rPr lang="en-CA"/>
            <a:t>Workers’ Compensation Claim data (administrative)</a:t>
          </a:r>
          <a:endParaRPr lang="en-US"/>
        </a:p>
      </dgm:t>
    </dgm:pt>
    <dgm:pt modelId="{E3821847-77C6-4C31-BC61-6464CB6F7C89}" type="parTrans" cxnId="{6107C7E3-F431-44B3-AA96-5CA25F09A612}">
      <dgm:prSet/>
      <dgm:spPr/>
      <dgm:t>
        <a:bodyPr/>
        <a:lstStyle/>
        <a:p>
          <a:endParaRPr lang="en-US"/>
        </a:p>
      </dgm:t>
    </dgm:pt>
    <dgm:pt modelId="{25E2661E-CE34-4BD1-AAF7-59CF6E76DC0F}" type="sibTrans" cxnId="{6107C7E3-F431-44B3-AA96-5CA25F09A612}">
      <dgm:prSet/>
      <dgm:spPr/>
      <dgm:t>
        <a:bodyPr/>
        <a:lstStyle/>
        <a:p>
          <a:endParaRPr lang="en-US"/>
        </a:p>
      </dgm:t>
    </dgm:pt>
    <dgm:pt modelId="{2E6EB238-9834-4EAC-B820-BC75C687BE0C}" type="pres">
      <dgm:prSet presAssocID="{BFBE37D3-23F0-40EE-8A5C-4DBBE294E1B4}" presName="linear" presStyleCnt="0">
        <dgm:presLayoutVars>
          <dgm:animLvl val="lvl"/>
          <dgm:resizeHandles val="exact"/>
        </dgm:presLayoutVars>
      </dgm:prSet>
      <dgm:spPr/>
    </dgm:pt>
    <dgm:pt modelId="{EC28BE0D-00A3-47BD-9E4E-F26CD813682C}" type="pres">
      <dgm:prSet presAssocID="{891597EA-5532-477E-BB2F-3C4FBDA324E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580ECA1-72AF-4A19-8C83-F11D4C88A6AD}" type="pres">
      <dgm:prSet presAssocID="{3F1626F1-1A25-496B-9315-B73055AA00DE}" presName="spacer" presStyleCnt="0"/>
      <dgm:spPr/>
    </dgm:pt>
    <dgm:pt modelId="{02723A48-B588-4059-B960-385AA6F1E49D}" type="pres">
      <dgm:prSet presAssocID="{1ACC4219-4202-4C2B-8349-134B83C2ACF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9AA5BEB-E478-4074-89F7-84481540B8AD}" type="pres">
      <dgm:prSet presAssocID="{DBBD88E5-472E-4BE7-A0A1-2AFDA1BC9C5D}" presName="spacer" presStyleCnt="0"/>
      <dgm:spPr/>
    </dgm:pt>
    <dgm:pt modelId="{5F402138-1FB6-404F-A9BD-86CC939CDDBB}" type="pres">
      <dgm:prSet presAssocID="{FEE03E0C-4F3A-42BF-8AD5-47CC3E0484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E1D8F45-13CA-48B6-8E9B-8CA9DAE8142F}" type="pres">
      <dgm:prSet presAssocID="{00A533D9-3DA8-43D6-8B6F-7D56E40B5062}" presName="spacer" presStyleCnt="0"/>
      <dgm:spPr/>
    </dgm:pt>
    <dgm:pt modelId="{3D48D07B-DA64-4504-ADF9-2FE9DA089C0E}" type="pres">
      <dgm:prSet presAssocID="{39836E21-BF57-4BB7-9F74-8C6B2408F5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C92BD13-2DF8-496E-BB34-941B40C47EFF}" srcId="{BFBE37D3-23F0-40EE-8A5C-4DBBE294E1B4}" destId="{1ACC4219-4202-4C2B-8349-134B83C2ACF6}" srcOrd="1" destOrd="0" parTransId="{3CD4F279-BEFC-4D22-B200-07E8A0F19E61}" sibTransId="{DBBD88E5-472E-4BE7-A0A1-2AFDA1BC9C5D}"/>
    <dgm:cxn modelId="{3F31B344-B57D-4E71-BFED-FF0102E99E26}" type="presOf" srcId="{891597EA-5532-477E-BB2F-3C4FBDA324E9}" destId="{EC28BE0D-00A3-47BD-9E4E-F26CD813682C}" srcOrd="0" destOrd="0" presId="urn:microsoft.com/office/officeart/2005/8/layout/vList2"/>
    <dgm:cxn modelId="{622DD655-B76C-4F30-BE57-6A576CE9C60D}" srcId="{BFBE37D3-23F0-40EE-8A5C-4DBBE294E1B4}" destId="{FEE03E0C-4F3A-42BF-8AD5-47CC3E0484E5}" srcOrd="2" destOrd="0" parTransId="{3920E0EF-6E23-4AF4-849C-F592D258FEBB}" sibTransId="{00A533D9-3DA8-43D6-8B6F-7D56E40B5062}"/>
    <dgm:cxn modelId="{11D9957B-A486-4235-BE3F-4E51408B53BF}" type="presOf" srcId="{FEE03E0C-4F3A-42BF-8AD5-47CC3E0484E5}" destId="{5F402138-1FB6-404F-A9BD-86CC939CDDBB}" srcOrd="0" destOrd="0" presId="urn:microsoft.com/office/officeart/2005/8/layout/vList2"/>
    <dgm:cxn modelId="{F256BF7C-BB9F-42DF-A2BF-DF6FAF5864A5}" type="presOf" srcId="{1ACC4219-4202-4C2B-8349-134B83C2ACF6}" destId="{02723A48-B588-4059-B960-385AA6F1E49D}" srcOrd="0" destOrd="0" presId="urn:microsoft.com/office/officeart/2005/8/layout/vList2"/>
    <dgm:cxn modelId="{682EDE83-D0A2-4AB8-A80E-C69A4C0ABB94}" type="presOf" srcId="{39836E21-BF57-4BB7-9F74-8C6B2408F524}" destId="{3D48D07B-DA64-4504-ADF9-2FE9DA089C0E}" srcOrd="0" destOrd="0" presId="urn:microsoft.com/office/officeart/2005/8/layout/vList2"/>
    <dgm:cxn modelId="{478961B5-E5A2-4C4A-A57F-51FEAE6FD4D0}" type="presOf" srcId="{BFBE37D3-23F0-40EE-8A5C-4DBBE294E1B4}" destId="{2E6EB238-9834-4EAC-B820-BC75C687BE0C}" srcOrd="0" destOrd="0" presId="urn:microsoft.com/office/officeart/2005/8/layout/vList2"/>
    <dgm:cxn modelId="{6107C7E3-F431-44B3-AA96-5CA25F09A612}" srcId="{BFBE37D3-23F0-40EE-8A5C-4DBBE294E1B4}" destId="{39836E21-BF57-4BB7-9F74-8C6B2408F524}" srcOrd="3" destOrd="0" parTransId="{E3821847-77C6-4C31-BC61-6464CB6F7C89}" sibTransId="{25E2661E-CE34-4BD1-AAF7-59CF6E76DC0F}"/>
    <dgm:cxn modelId="{77C680ED-1866-4966-AB86-5F8751C1CC56}" srcId="{BFBE37D3-23F0-40EE-8A5C-4DBBE294E1B4}" destId="{891597EA-5532-477E-BB2F-3C4FBDA324E9}" srcOrd="0" destOrd="0" parTransId="{A37AA449-2A6C-4E46-A74E-A7EE5577E4B0}" sibTransId="{3F1626F1-1A25-496B-9315-B73055AA00DE}"/>
    <dgm:cxn modelId="{D4BE7228-2DD7-4AEE-93A1-7CAF65EA1556}" type="presParOf" srcId="{2E6EB238-9834-4EAC-B820-BC75C687BE0C}" destId="{EC28BE0D-00A3-47BD-9E4E-F26CD813682C}" srcOrd="0" destOrd="0" presId="urn:microsoft.com/office/officeart/2005/8/layout/vList2"/>
    <dgm:cxn modelId="{C65F05D4-F436-441A-91A9-4515126CF2B4}" type="presParOf" srcId="{2E6EB238-9834-4EAC-B820-BC75C687BE0C}" destId="{6580ECA1-72AF-4A19-8C83-F11D4C88A6AD}" srcOrd="1" destOrd="0" presId="urn:microsoft.com/office/officeart/2005/8/layout/vList2"/>
    <dgm:cxn modelId="{4CEEF16D-BFBB-458B-B73E-B62AD9CD322A}" type="presParOf" srcId="{2E6EB238-9834-4EAC-B820-BC75C687BE0C}" destId="{02723A48-B588-4059-B960-385AA6F1E49D}" srcOrd="2" destOrd="0" presId="urn:microsoft.com/office/officeart/2005/8/layout/vList2"/>
    <dgm:cxn modelId="{7738A5C7-4ABB-45CC-9A9A-855CB1DCAA48}" type="presParOf" srcId="{2E6EB238-9834-4EAC-B820-BC75C687BE0C}" destId="{29AA5BEB-E478-4074-89F7-84481540B8AD}" srcOrd="3" destOrd="0" presId="urn:microsoft.com/office/officeart/2005/8/layout/vList2"/>
    <dgm:cxn modelId="{91842703-AD8E-4B78-836D-96EB46FBAD7D}" type="presParOf" srcId="{2E6EB238-9834-4EAC-B820-BC75C687BE0C}" destId="{5F402138-1FB6-404F-A9BD-86CC939CDDBB}" srcOrd="4" destOrd="0" presId="urn:microsoft.com/office/officeart/2005/8/layout/vList2"/>
    <dgm:cxn modelId="{C60A70AF-0E9F-4BFC-A7E3-9E759C4239D0}" type="presParOf" srcId="{2E6EB238-9834-4EAC-B820-BC75C687BE0C}" destId="{1E1D8F45-13CA-48B6-8E9B-8CA9DAE8142F}" srcOrd="5" destOrd="0" presId="urn:microsoft.com/office/officeart/2005/8/layout/vList2"/>
    <dgm:cxn modelId="{56D19D0D-3F7B-4FE5-AE82-5C991113A745}" type="presParOf" srcId="{2E6EB238-9834-4EAC-B820-BC75C687BE0C}" destId="{3D48D07B-DA64-4504-ADF9-2FE9DA089C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B316EF-82A8-4296-901B-07C393B7E571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4FF2C75-7F18-467B-8306-18FBE1EA2C86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400" dirty="0">
            <a:latin typeface="Avenir Next Demi Bold"/>
          </a:endParaRPr>
        </a:p>
      </dgm:t>
    </dgm:pt>
    <dgm:pt modelId="{177ECA90-A3C9-4852-8DD2-57D5F9AA8576}" type="parTrans" cxnId="{059909CD-55BE-48A5-AF23-2617AA647DD1}">
      <dgm:prSet/>
      <dgm:spPr/>
      <dgm:t>
        <a:bodyPr/>
        <a:lstStyle/>
        <a:p>
          <a:endParaRPr lang="en-US" sz="1400">
            <a:latin typeface="Avenir Next Demi Bold"/>
          </a:endParaRPr>
        </a:p>
      </dgm:t>
    </dgm:pt>
    <dgm:pt modelId="{6F73C706-EC0C-4C55-BB9D-5FDDAB755263}" type="sibTrans" cxnId="{059909CD-55BE-48A5-AF23-2617AA647DD1}">
      <dgm:prSet/>
      <dgm:spPr/>
      <dgm:t>
        <a:bodyPr/>
        <a:lstStyle/>
        <a:p>
          <a:endParaRPr lang="en-US" sz="1400">
            <a:latin typeface="Avenir Next Demi Bold"/>
          </a:endParaRPr>
        </a:p>
      </dgm:t>
    </dgm:pt>
    <dgm:pt modelId="{5A39E291-9504-48B1-ABBB-1ADA1D90380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dirty="0">
              <a:latin typeface="Avenir Next Demi Bold"/>
            </a:rPr>
            <a:t>Establish educational standards</a:t>
          </a:r>
          <a:endParaRPr lang="en-US" sz="1400" dirty="0">
            <a:latin typeface="Avenir Next Demi Bold"/>
          </a:endParaRPr>
        </a:p>
      </dgm:t>
    </dgm:pt>
    <dgm:pt modelId="{D16252EF-659A-4E85-B26B-361EF9E6DDE8}" type="parTrans" cxnId="{596CAE8A-C3F9-4AD1-9585-2F461301F247}">
      <dgm:prSet/>
      <dgm:spPr/>
      <dgm:t>
        <a:bodyPr/>
        <a:lstStyle/>
        <a:p>
          <a:endParaRPr lang="en-US" sz="1400">
            <a:latin typeface="Avenir Next Demi Bold"/>
          </a:endParaRPr>
        </a:p>
      </dgm:t>
    </dgm:pt>
    <dgm:pt modelId="{289B38D0-39A6-4365-8CF5-04D3A1D63429}" type="sibTrans" cxnId="{596CAE8A-C3F9-4AD1-9585-2F461301F247}">
      <dgm:prSet/>
      <dgm:spPr/>
      <dgm:t>
        <a:bodyPr/>
        <a:lstStyle/>
        <a:p>
          <a:endParaRPr lang="en-US" sz="1400">
            <a:latin typeface="Avenir Next Demi Bold"/>
          </a:endParaRPr>
        </a:p>
      </dgm:t>
    </dgm:pt>
    <dgm:pt modelId="{8E08E6BA-699E-4DAF-A102-DF041252C7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dirty="0">
              <a:latin typeface="Avenir Next Demi Bold"/>
            </a:rPr>
            <a:t>Issue licenses to practice</a:t>
          </a:r>
          <a:endParaRPr lang="en-US" sz="1400" dirty="0">
            <a:latin typeface="Avenir Next Demi Bold"/>
          </a:endParaRPr>
        </a:p>
      </dgm:t>
    </dgm:pt>
    <dgm:pt modelId="{BE8F5658-95C3-4408-B7AF-DC3390C7A489}" type="parTrans" cxnId="{F56537E9-0D2E-4B94-8782-E942D6256A48}">
      <dgm:prSet/>
      <dgm:spPr/>
      <dgm:t>
        <a:bodyPr/>
        <a:lstStyle/>
        <a:p>
          <a:endParaRPr lang="en-US" sz="1400">
            <a:latin typeface="Avenir Next Demi Bold"/>
          </a:endParaRPr>
        </a:p>
      </dgm:t>
    </dgm:pt>
    <dgm:pt modelId="{6CEA807E-4A00-476F-9099-7F30D507DB17}" type="sibTrans" cxnId="{F56537E9-0D2E-4B94-8782-E942D6256A48}">
      <dgm:prSet/>
      <dgm:spPr/>
      <dgm:t>
        <a:bodyPr/>
        <a:lstStyle/>
        <a:p>
          <a:endParaRPr lang="en-US" sz="1400">
            <a:latin typeface="Avenir Next Demi Bold"/>
          </a:endParaRPr>
        </a:p>
      </dgm:t>
    </dgm:pt>
    <dgm:pt modelId="{FC8BE01A-E78F-46FE-9A30-BB8D20BD997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dirty="0">
              <a:latin typeface="Avenir Next Demi Bold"/>
            </a:rPr>
            <a:t>Ensure competence through continuing education</a:t>
          </a:r>
          <a:endParaRPr lang="en-US" sz="1400" dirty="0">
            <a:latin typeface="Avenir Next Demi Bold"/>
          </a:endParaRPr>
        </a:p>
      </dgm:t>
    </dgm:pt>
    <dgm:pt modelId="{90E39A13-600D-4BA8-A318-C671BFDC3240}" type="parTrans" cxnId="{4A562ECD-49A1-40E7-9270-5C66845BBDB8}">
      <dgm:prSet/>
      <dgm:spPr/>
      <dgm:t>
        <a:bodyPr/>
        <a:lstStyle/>
        <a:p>
          <a:endParaRPr lang="en-US" sz="1400">
            <a:latin typeface="Avenir Next Demi Bold"/>
          </a:endParaRPr>
        </a:p>
      </dgm:t>
    </dgm:pt>
    <dgm:pt modelId="{696DC4BD-D9C7-4D59-83ED-3594EFCACB78}" type="sibTrans" cxnId="{4A562ECD-49A1-40E7-9270-5C66845BBDB8}">
      <dgm:prSet/>
      <dgm:spPr/>
      <dgm:t>
        <a:bodyPr/>
        <a:lstStyle/>
        <a:p>
          <a:endParaRPr lang="en-US" sz="1400">
            <a:latin typeface="Avenir Next Demi Bold"/>
          </a:endParaRPr>
        </a:p>
      </dgm:t>
    </dgm:pt>
    <dgm:pt modelId="{45DDB23B-E85E-4AFA-A65D-EC9D2052481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dirty="0">
              <a:latin typeface="Avenir Next Demi Bold"/>
            </a:rPr>
            <a:t>Investigate complaints or misconduct</a:t>
          </a:r>
          <a:endParaRPr lang="en-US" sz="1400" dirty="0">
            <a:latin typeface="Avenir Next Demi Bold"/>
          </a:endParaRPr>
        </a:p>
      </dgm:t>
    </dgm:pt>
    <dgm:pt modelId="{443DEA92-A99F-4C18-BF92-333C79E0194F}" type="parTrans" cxnId="{9AB05340-1920-49D3-9234-0C8F2C1F1716}">
      <dgm:prSet/>
      <dgm:spPr/>
      <dgm:t>
        <a:bodyPr/>
        <a:lstStyle/>
        <a:p>
          <a:endParaRPr lang="en-US" sz="1400">
            <a:latin typeface="Avenir Next Demi Bold"/>
          </a:endParaRPr>
        </a:p>
      </dgm:t>
    </dgm:pt>
    <dgm:pt modelId="{EC2F92BB-D388-4430-9161-C35A741878B6}" type="sibTrans" cxnId="{9AB05340-1920-49D3-9234-0C8F2C1F1716}">
      <dgm:prSet/>
      <dgm:spPr/>
      <dgm:t>
        <a:bodyPr/>
        <a:lstStyle/>
        <a:p>
          <a:endParaRPr lang="en-US" sz="1400">
            <a:latin typeface="Avenir Next Demi Bold"/>
          </a:endParaRPr>
        </a:p>
      </dgm:t>
    </dgm:pt>
    <dgm:pt modelId="{5F82F82A-3B9E-44FB-BA87-757D313A6E24}" type="pres">
      <dgm:prSet presAssocID="{76B316EF-82A8-4296-901B-07C393B7E571}" presName="root" presStyleCnt="0">
        <dgm:presLayoutVars>
          <dgm:dir/>
          <dgm:resizeHandles val="exact"/>
        </dgm:presLayoutVars>
      </dgm:prSet>
      <dgm:spPr/>
    </dgm:pt>
    <dgm:pt modelId="{1BBBF449-A4F8-46E1-BC98-148D3970A24C}" type="pres">
      <dgm:prSet presAssocID="{04FF2C75-7F18-467B-8306-18FBE1EA2C86}" presName="compNode" presStyleCnt="0"/>
      <dgm:spPr/>
    </dgm:pt>
    <dgm:pt modelId="{8E0EDF14-7E37-48AE-B141-07C618846A3F}" type="pres">
      <dgm:prSet presAssocID="{04FF2C75-7F18-467B-8306-18FBE1EA2C86}" presName="iconRect" presStyleLbl="node1" presStyleIdx="0" presStyleCnt="5" custFlipVert="0" custFlipHor="0" custScaleX="8705" custScaleY="42877" custLinFactX="505828" custLinFactY="-200000" custLinFactNeighborX="600000" custLinFactNeighborY="-200486"/>
      <dgm:spPr>
        <a:ln>
          <a:noFill/>
        </a:ln>
      </dgm:spPr>
    </dgm:pt>
    <dgm:pt modelId="{91025C1A-3406-4525-827E-A53C7BEF7EB7}" type="pres">
      <dgm:prSet presAssocID="{04FF2C75-7F18-467B-8306-18FBE1EA2C86}" presName="spaceRect" presStyleCnt="0"/>
      <dgm:spPr/>
    </dgm:pt>
    <dgm:pt modelId="{CC0C96CA-AC6C-44F6-8F7E-B455537D93A2}" type="pres">
      <dgm:prSet presAssocID="{04FF2C75-7F18-467B-8306-18FBE1EA2C86}" presName="textRect" presStyleLbl="revTx" presStyleIdx="0" presStyleCnt="5" custLinFactX="200000" custLinFactY="-191348" custLinFactNeighborX="284613" custLinFactNeighborY="-200000">
        <dgm:presLayoutVars>
          <dgm:chMax val="1"/>
          <dgm:chPref val="1"/>
        </dgm:presLayoutVars>
      </dgm:prSet>
      <dgm:spPr/>
    </dgm:pt>
    <dgm:pt modelId="{D6FF3173-067C-43C1-9F79-26B8CA3C9BE7}" type="pres">
      <dgm:prSet presAssocID="{6F73C706-EC0C-4C55-BB9D-5FDDAB755263}" presName="sibTrans" presStyleCnt="0"/>
      <dgm:spPr/>
    </dgm:pt>
    <dgm:pt modelId="{12813269-79E2-4F69-836C-B5A2BA69EB23}" type="pres">
      <dgm:prSet presAssocID="{5A39E291-9504-48B1-ABBB-1ADA1D903807}" presName="compNode" presStyleCnt="0"/>
      <dgm:spPr/>
    </dgm:pt>
    <dgm:pt modelId="{B110B780-9DD8-4569-A25D-F1CFE66AF2D8}" type="pres">
      <dgm:prSet presAssocID="{5A39E291-9504-48B1-ABBB-1ADA1D903807}" presName="iconRect" presStyleLbl="node1" presStyleIdx="1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C0A79ED2-DD2F-4509-A00B-E54125A275B4}" type="pres">
      <dgm:prSet presAssocID="{5A39E291-9504-48B1-ABBB-1ADA1D903807}" presName="spaceRect" presStyleCnt="0"/>
      <dgm:spPr/>
    </dgm:pt>
    <dgm:pt modelId="{B7E31674-B676-48AA-B232-B4F1CB729C26}" type="pres">
      <dgm:prSet presAssocID="{5A39E291-9504-48B1-ABBB-1ADA1D903807}" presName="textRect" presStyleLbl="revTx" presStyleIdx="1" presStyleCnt="5">
        <dgm:presLayoutVars>
          <dgm:chMax val="1"/>
          <dgm:chPref val="1"/>
        </dgm:presLayoutVars>
      </dgm:prSet>
      <dgm:spPr/>
    </dgm:pt>
    <dgm:pt modelId="{7FF2219C-C14A-4B85-BA67-6B203E92AC89}" type="pres">
      <dgm:prSet presAssocID="{289B38D0-39A6-4365-8CF5-04D3A1D63429}" presName="sibTrans" presStyleCnt="0"/>
      <dgm:spPr/>
    </dgm:pt>
    <dgm:pt modelId="{59A54D41-4604-4EC9-8152-3202EDC1873C}" type="pres">
      <dgm:prSet presAssocID="{8E08E6BA-699E-4DAF-A102-DF041252C7E0}" presName="compNode" presStyleCnt="0"/>
      <dgm:spPr/>
    </dgm:pt>
    <dgm:pt modelId="{A21A668B-B452-4D48-9390-6AA2619F9E89}" type="pres">
      <dgm:prSet presAssocID="{8E08E6BA-699E-4DAF-A102-DF041252C7E0}" presName="iconRect" presStyleLbl="nod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5972CC7-97F8-4591-93FB-2B9390D571FD}" type="pres">
      <dgm:prSet presAssocID="{8E08E6BA-699E-4DAF-A102-DF041252C7E0}" presName="spaceRect" presStyleCnt="0"/>
      <dgm:spPr/>
    </dgm:pt>
    <dgm:pt modelId="{93BFCF14-C761-4C30-B2F2-81D75266719E}" type="pres">
      <dgm:prSet presAssocID="{8E08E6BA-699E-4DAF-A102-DF041252C7E0}" presName="textRect" presStyleLbl="revTx" presStyleIdx="2" presStyleCnt="5">
        <dgm:presLayoutVars>
          <dgm:chMax val="1"/>
          <dgm:chPref val="1"/>
        </dgm:presLayoutVars>
      </dgm:prSet>
      <dgm:spPr/>
    </dgm:pt>
    <dgm:pt modelId="{05CF44AD-3E3F-4D81-9193-94DE560A190F}" type="pres">
      <dgm:prSet presAssocID="{6CEA807E-4A00-476F-9099-7F30D507DB17}" presName="sibTrans" presStyleCnt="0"/>
      <dgm:spPr/>
    </dgm:pt>
    <dgm:pt modelId="{7F43EA2E-95B8-402F-ACF3-232DC640E57D}" type="pres">
      <dgm:prSet presAssocID="{FC8BE01A-E78F-46FE-9A30-BB8D20BD9971}" presName="compNode" presStyleCnt="0"/>
      <dgm:spPr/>
    </dgm:pt>
    <dgm:pt modelId="{A2E14331-379B-4F0E-B821-3B7705322796}" type="pres">
      <dgm:prSet presAssocID="{FC8BE01A-E78F-46FE-9A30-BB8D20BD9971}" presName="iconRect" presStyleLbl="node1" presStyleIdx="3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00BE62E7-6976-46FA-A7A6-F1608D162227}" type="pres">
      <dgm:prSet presAssocID="{FC8BE01A-E78F-46FE-9A30-BB8D20BD9971}" presName="spaceRect" presStyleCnt="0"/>
      <dgm:spPr/>
    </dgm:pt>
    <dgm:pt modelId="{7630EBB2-5DC7-48AB-A316-6CF76EF8E7A8}" type="pres">
      <dgm:prSet presAssocID="{FC8BE01A-E78F-46FE-9A30-BB8D20BD9971}" presName="textRect" presStyleLbl="revTx" presStyleIdx="3" presStyleCnt="5">
        <dgm:presLayoutVars>
          <dgm:chMax val="1"/>
          <dgm:chPref val="1"/>
        </dgm:presLayoutVars>
      </dgm:prSet>
      <dgm:spPr/>
    </dgm:pt>
    <dgm:pt modelId="{B47A94F9-41C6-4322-90EB-864DBF0CA0A9}" type="pres">
      <dgm:prSet presAssocID="{696DC4BD-D9C7-4D59-83ED-3594EFCACB78}" presName="sibTrans" presStyleCnt="0"/>
      <dgm:spPr/>
    </dgm:pt>
    <dgm:pt modelId="{4B48BE8C-EB08-4D99-8F3B-731F4C905DD0}" type="pres">
      <dgm:prSet presAssocID="{45DDB23B-E85E-4AFA-A65D-EC9D20524813}" presName="compNode" presStyleCnt="0"/>
      <dgm:spPr/>
    </dgm:pt>
    <dgm:pt modelId="{741C0A1B-93A9-43D4-83CE-7D3E11AACB53}" type="pres">
      <dgm:prSet presAssocID="{45DDB23B-E85E-4AFA-A65D-EC9D20524813}" presName="iconRect" presStyleLbl="node1" presStyleIdx="4" presStyleCnt="5" custLinFactX="-200000" custLinFactY="-100000" custLinFactNeighborX="-209707" custLinFactNeighborY="-189703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9069B72-7685-4C1A-89CE-29DE3D4BD6F9}" type="pres">
      <dgm:prSet presAssocID="{45DDB23B-E85E-4AFA-A65D-EC9D20524813}" presName="spaceRect" presStyleCnt="0"/>
      <dgm:spPr/>
    </dgm:pt>
    <dgm:pt modelId="{B6FEA17D-D5F4-45B8-BEB4-8255E7E697D4}" type="pres">
      <dgm:prSet presAssocID="{45DDB23B-E85E-4AFA-A65D-EC9D20524813}" presName="textRect" presStyleLbl="revTx" presStyleIdx="4" presStyleCnt="5" custLinFactX="-73526" custLinFactY="-119560" custLinFactNeighborX="-100000" custLinFactNeighborY="-200000">
        <dgm:presLayoutVars>
          <dgm:chMax val="1"/>
          <dgm:chPref val="1"/>
        </dgm:presLayoutVars>
      </dgm:prSet>
      <dgm:spPr/>
    </dgm:pt>
  </dgm:ptLst>
  <dgm:cxnLst>
    <dgm:cxn modelId="{9AB05340-1920-49D3-9234-0C8F2C1F1716}" srcId="{76B316EF-82A8-4296-901B-07C393B7E571}" destId="{45DDB23B-E85E-4AFA-A65D-EC9D20524813}" srcOrd="4" destOrd="0" parTransId="{443DEA92-A99F-4C18-BF92-333C79E0194F}" sibTransId="{EC2F92BB-D388-4430-9161-C35A741878B6}"/>
    <dgm:cxn modelId="{282CE440-EFF3-48D4-81E0-CCEA0AE96F5F}" type="presOf" srcId="{5A39E291-9504-48B1-ABBB-1ADA1D903807}" destId="{B7E31674-B676-48AA-B232-B4F1CB729C26}" srcOrd="0" destOrd="0" presId="urn:microsoft.com/office/officeart/2018/2/layout/IconLabelList"/>
    <dgm:cxn modelId="{E54F2844-78A3-4E0F-866C-F325FF6D971E}" type="presOf" srcId="{04FF2C75-7F18-467B-8306-18FBE1EA2C86}" destId="{CC0C96CA-AC6C-44F6-8F7E-B455537D93A2}" srcOrd="0" destOrd="0" presId="urn:microsoft.com/office/officeart/2018/2/layout/IconLabelList"/>
    <dgm:cxn modelId="{E0552270-E084-4821-99CB-7B1436036126}" type="presOf" srcId="{8E08E6BA-699E-4DAF-A102-DF041252C7E0}" destId="{93BFCF14-C761-4C30-B2F2-81D75266719E}" srcOrd="0" destOrd="0" presId="urn:microsoft.com/office/officeart/2018/2/layout/IconLabelList"/>
    <dgm:cxn modelId="{42640473-4D1F-423D-8509-E627A669661E}" type="presOf" srcId="{FC8BE01A-E78F-46FE-9A30-BB8D20BD9971}" destId="{7630EBB2-5DC7-48AB-A316-6CF76EF8E7A8}" srcOrd="0" destOrd="0" presId="urn:microsoft.com/office/officeart/2018/2/layout/IconLabelList"/>
    <dgm:cxn modelId="{355B5C57-DB31-467F-9710-DD1593D8D8C6}" type="presOf" srcId="{76B316EF-82A8-4296-901B-07C393B7E571}" destId="{5F82F82A-3B9E-44FB-BA87-757D313A6E24}" srcOrd="0" destOrd="0" presId="urn:microsoft.com/office/officeart/2018/2/layout/IconLabelList"/>
    <dgm:cxn modelId="{596CAE8A-C3F9-4AD1-9585-2F461301F247}" srcId="{76B316EF-82A8-4296-901B-07C393B7E571}" destId="{5A39E291-9504-48B1-ABBB-1ADA1D903807}" srcOrd="1" destOrd="0" parTransId="{D16252EF-659A-4E85-B26B-361EF9E6DDE8}" sibTransId="{289B38D0-39A6-4365-8CF5-04D3A1D63429}"/>
    <dgm:cxn modelId="{059909CD-55BE-48A5-AF23-2617AA647DD1}" srcId="{76B316EF-82A8-4296-901B-07C393B7E571}" destId="{04FF2C75-7F18-467B-8306-18FBE1EA2C86}" srcOrd="0" destOrd="0" parTransId="{177ECA90-A3C9-4852-8DD2-57D5F9AA8576}" sibTransId="{6F73C706-EC0C-4C55-BB9D-5FDDAB755263}"/>
    <dgm:cxn modelId="{4A562ECD-49A1-40E7-9270-5C66845BBDB8}" srcId="{76B316EF-82A8-4296-901B-07C393B7E571}" destId="{FC8BE01A-E78F-46FE-9A30-BB8D20BD9971}" srcOrd="3" destOrd="0" parTransId="{90E39A13-600D-4BA8-A318-C671BFDC3240}" sibTransId="{696DC4BD-D9C7-4D59-83ED-3594EFCACB78}"/>
    <dgm:cxn modelId="{7AEEC6DC-FDE7-4FA4-9D7A-E4B0375E7884}" type="presOf" srcId="{45DDB23B-E85E-4AFA-A65D-EC9D20524813}" destId="{B6FEA17D-D5F4-45B8-BEB4-8255E7E697D4}" srcOrd="0" destOrd="0" presId="urn:microsoft.com/office/officeart/2018/2/layout/IconLabelList"/>
    <dgm:cxn modelId="{F56537E9-0D2E-4B94-8782-E942D6256A48}" srcId="{76B316EF-82A8-4296-901B-07C393B7E571}" destId="{8E08E6BA-699E-4DAF-A102-DF041252C7E0}" srcOrd="2" destOrd="0" parTransId="{BE8F5658-95C3-4408-B7AF-DC3390C7A489}" sibTransId="{6CEA807E-4A00-476F-9099-7F30D507DB17}"/>
    <dgm:cxn modelId="{DB8C621B-0772-40D8-A2E1-40D86B9BE842}" type="presParOf" srcId="{5F82F82A-3B9E-44FB-BA87-757D313A6E24}" destId="{1BBBF449-A4F8-46E1-BC98-148D3970A24C}" srcOrd="0" destOrd="0" presId="urn:microsoft.com/office/officeart/2018/2/layout/IconLabelList"/>
    <dgm:cxn modelId="{FDB28FD0-EB78-488B-B488-649742B005DB}" type="presParOf" srcId="{1BBBF449-A4F8-46E1-BC98-148D3970A24C}" destId="{8E0EDF14-7E37-48AE-B141-07C618846A3F}" srcOrd="0" destOrd="0" presId="urn:microsoft.com/office/officeart/2018/2/layout/IconLabelList"/>
    <dgm:cxn modelId="{CE90900D-CA41-4AD0-82BC-5411269803B2}" type="presParOf" srcId="{1BBBF449-A4F8-46E1-BC98-148D3970A24C}" destId="{91025C1A-3406-4525-827E-A53C7BEF7EB7}" srcOrd="1" destOrd="0" presId="urn:microsoft.com/office/officeart/2018/2/layout/IconLabelList"/>
    <dgm:cxn modelId="{B0F1D6A0-FF67-4D05-ADB9-F759B6D9A117}" type="presParOf" srcId="{1BBBF449-A4F8-46E1-BC98-148D3970A24C}" destId="{CC0C96CA-AC6C-44F6-8F7E-B455537D93A2}" srcOrd="2" destOrd="0" presId="urn:microsoft.com/office/officeart/2018/2/layout/IconLabelList"/>
    <dgm:cxn modelId="{837061AC-2169-4471-BBEA-BC15AF8350A1}" type="presParOf" srcId="{5F82F82A-3B9E-44FB-BA87-757D313A6E24}" destId="{D6FF3173-067C-43C1-9F79-26B8CA3C9BE7}" srcOrd="1" destOrd="0" presId="urn:microsoft.com/office/officeart/2018/2/layout/IconLabelList"/>
    <dgm:cxn modelId="{CDFD3C84-E453-4552-B260-CFCB19522226}" type="presParOf" srcId="{5F82F82A-3B9E-44FB-BA87-757D313A6E24}" destId="{12813269-79E2-4F69-836C-B5A2BA69EB23}" srcOrd="2" destOrd="0" presId="urn:microsoft.com/office/officeart/2018/2/layout/IconLabelList"/>
    <dgm:cxn modelId="{B42A9FDD-152B-44D9-A613-EBC928369E32}" type="presParOf" srcId="{12813269-79E2-4F69-836C-B5A2BA69EB23}" destId="{B110B780-9DD8-4569-A25D-F1CFE66AF2D8}" srcOrd="0" destOrd="0" presId="urn:microsoft.com/office/officeart/2018/2/layout/IconLabelList"/>
    <dgm:cxn modelId="{0F458327-6EBB-49C3-955D-AFC04A14CCA5}" type="presParOf" srcId="{12813269-79E2-4F69-836C-B5A2BA69EB23}" destId="{C0A79ED2-DD2F-4509-A00B-E54125A275B4}" srcOrd="1" destOrd="0" presId="urn:microsoft.com/office/officeart/2018/2/layout/IconLabelList"/>
    <dgm:cxn modelId="{AE344D46-B855-4524-B12A-FD4CDCD6CA4C}" type="presParOf" srcId="{12813269-79E2-4F69-836C-B5A2BA69EB23}" destId="{B7E31674-B676-48AA-B232-B4F1CB729C26}" srcOrd="2" destOrd="0" presId="urn:microsoft.com/office/officeart/2018/2/layout/IconLabelList"/>
    <dgm:cxn modelId="{E83A217F-ACF0-405B-AA0E-C83D96CCF593}" type="presParOf" srcId="{5F82F82A-3B9E-44FB-BA87-757D313A6E24}" destId="{7FF2219C-C14A-4B85-BA67-6B203E92AC89}" srcOrd="3" destOrd="0" presId="urn:microsoft.com/office/officeart/2018/2/layout/IconLabelList"/>
    <dgm:cxn modelId="{918075CE-91A7-4955-A781-C69DDF81583F}" type="presParOf" srcId="{5F82F82A-3B9E-44FB-BA87-757D313A6E24}" destId="{59A54D41-4604-4EC9-8152-3202EDC1873C}" srcOrd="4" destOrd="0" presId="urn:microsoft.com/office/officeart/2018/2/layout/IconLabelList"/>
    <dgm:cxn modelId="{246CC121-AFC5-4A7B-AAFB-48B3305994BC}" type="presParOf" srcId="{59A54D41-4604-4EC9-8152-3202EDC1873C}" destId="{A21A668B-B452-4D48-9390-6AA2619F9E89}" srcOrd="0" destOrd="0" presId="urn:microsoft.com/office/officeart/2018/2/layout/IconLabelList"/>
    <dgm:cxn modelId="{11F15C84-C7E3-4AD7-9536-32C4DE56150D}" type="presParOf" srcId="{59A54D41-4604-4EC9-8152-3202EDC1873C}" destId="{B5972CC7-97F8-4591-93FB-2B9390D571FD}" srcOrd="1" destOrd="0" presId="urn:microsoft.com/office/officeart/2018/2/layout/IconLabelList"/>
    <dgm:cxn modelId="{7ED1EDA3-2130-4239-8346-1C8E1A344604}" type="presParOf" srcId="{59A54D41-4604-4EC9-8152-3202EDC1873C}" destId="{93BFCF14-C761-4C30-B2F2-81D75266719E}" srcOrd="2" destOrd="0" presId="urn:microsoft.com/office/officeart/2018/2/layout/IconLabelList"/>
    <dgm:cxn modelId="{A2771A22-2A1D-4688-AFD5-A23910A6E9A2}" type="presParOf" srcId="{5F82F82A-3B9E-44FB-BA87-757D313A6E24}" destId="{05CF44AD-3E3F-4D81-9193-94DE560A190F}" srcOrd="5" destOrd="0" presId="urn:microsoft.com/office/officeart/2018/2/layout/IconLabelList"/>
    <dgm:cxn modelId="{0562E503-BC8E-45EA-AA38-E3088ECA6086}" type="presParOf" srcId="{5F82F82A-3B9E-44FB-BA87-757D313A6E24}" destId="{7F43EA2E-95B8-402F-ACF3-232DC640E57D}" srcOrd="6" destOrd="0" presId="urn:microsoft.com/office/officeart/2018/2/layout/IconLabelList"/>
    <dgm:cxn modelId="{309E1D51-78C1-49C1-B3D4-9FC2DB2D805C}" type="presParOf" srcId="{7F43EA2E-95B8-402F-ACF3-232DC640E57D}" destId="{A2E14331-379B-4F0E-B821-3B7705322796}" srcOrd="0" destOrd="0" presId="urn:microsoft.com/office/officeart/2018/2/layout/IconLabelList"/>
    <dgm:cxn modelId="{FFF6DFD4-622E-4A31-83B3-EF11C58B76DE}" type="presParOf" srcId="{7F43EA2E-95B8-402F-ACF3-232DC640E57D}" destId="{00BE62E7-6976-46FA-A7A6-F1608D162227}" srcOrd="1" destOrd="0" presId="urn:microsoft.com/office/officeart/2018/2/layout/IconLabelList"/>
    <dgm:cxn modelId="{EFE3BCB8-436D-44FF-80B4-59E56D989E82}" type="presParOf" srcId="{7F43EA2E-95B8-402F-ACF3-232DC640E57D}" destId="{7630EBB2-5DC7-48AB-A316-6CF76EF8E7A8}" srcOrd="2" destOrd="0" presId="urn:microsoft.com/office/officeart/2018/2/layout/IconLabelList"/>
    <dgm:cxn modelId="{4A095E0D-DF2F-47A1-BF71-25BF436E10EA}" type="presParOf" srcId="{5F82F82A-3B9E-44FB-BA87-757D313A6E24}" destId="{B47A94F9-41C6-4322-90EB-864DBF0CA0A9}" srcOrd="7" destOrd="0" presId="urn:microsoft.com/office/officeart/2018/2/layout/IconLabelList"/>
    <dgm:cxn modelId="{C6D51067-E194-40A7-AE6D-451F48F1AACB}" type="presParOf" srcId="{5F82F82A-3B9E-44FB-BA87-757D313A6E24}" destId="{4B48BE8C-EB08-4D99-8F3B-731F4C905DD0}" srcOrd="8" destOrd="0" presId="urn:microsoft.com/office/officeart/2018/2/layout/IconLabelList"/>
    <dgm:cxn modelId="{0CFF10D1-8906-48F0-8460-256D39F7A4E9}" type="presParOf" srcId="{4B48BE8C-EB08-4D99-8F3B-731F4C905DD0}" destId="{741C0A1B-93A9-43D4-83CE-7D3E11AACB53}" srcOrd="0" destOrd="0" presId="urn:microsoft.com/office/officeart/2018/2/layout/IconLabelList"/>
    <dgm:cxn modelId="{0DA3A9F6-85F2-4E0C-9783-8190152F358B}" type="presParOf" srcId="{4B48BE8C-EB08-4D99-8F3B-731F4C905DD0}" destId="{E9069B72-7685-4C1A-89CE-29DE3D4BD6F9}" srcOrd="1" destOrd="0" presId="urn:microsoft.com/office/officeart/2018/2/layout/IconLabelList"/>
    <dgm:cxn modelId="{C1D8A461-73F1-4BC1-B934-2B4FF3CA0792}" type="presParOf" srcId="{4B48BE8C-EB08-4D99-8F3B-731F4C905DD0}" destId="{B6FEA17D-D5F4-45B8-BEB4-8255E7E697D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975DB18-EBCD-42E2-AB5E-6B0544FD0C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AE6B67-B818-44C8-A021-1EF0DDFF00F7}">
      <dgm:prSet/>
      <dgm:spPr/>
      <dgm:t>
        <a:bodyPr/>
        <a:lstStyle/>
        <a:p>
          <a:r>
            <a:rPr lang="en-US" b="0"/>
            <a:t>Among HHR graduates from NB institutions, who transitions into employment in NB?</a:t>
          </a:r>
          <a:endParaRPr lang="en-US"/>
        </a:p>
      </dgm:t>
    </dgm:pt>
    <dgm:pt modelId="{DB9CF0A9-A961-4AEE-A419-1967B5B5A15E}" type="parTrans" cxnId="{72F9F38F-7910-4BAE-9992-BAD87A4D6FD8}">
      <dgm:prSet/>
      <dgm:spPr/>
      <dgm:t>
        <a:bodyPr/>
        <a:lstStyle/>
        <a:p>
          <a:endParaRPr lang="en-US"/>
        </a:p>
      </dgm:t>
    </dgm:pt>
    <dgm:pt modelId="{F01986BA-FF60-41D5-858D-081ED0602A22}" type="sibTrans" cxnId="{72F9F38F-7910-4BAE-9992-BAD87A4D6FD8}">
      <dgm:prSet/>
      <dgm:spPr/>
      <dgm:t>
        <a:bodyPr/>
        <a:lstStyle/>
        <a:p>
          <a:endParaRPr lang="en-US"/>
        </a:p>
      </dgm:t>
    </dgm:pt>
    <dgm:pt modelId="{4A112F25-46A0-4DB1-BCDC-76AF40864DD1}">
      <dgm:prSet/>
      <dgm:spPr/>
      <dgm:t>
        <a:bodyPr/>
        <a:lstStyle/>
        <a:p>
          <a:r>
            <a:rPr lang="en-US" b="0"/>
            <a:t>How long do people employed as HHR remain working and why do they leave? </a:t>
          </a:r>
          <a:endParaRPr lang="en-US"/>
        </a:p>
      </dgm:t>
    </dgm:pt>
    <dgm:pt modelId="{FBC8680B-4214-4D77-9C3B-16E8DF895644}" type="parTrans" cxnId="{700EA050-AEBA-4E1E-9BC8-19EBA9AA952D}">
      <dgm:prSet/>
      <dgm:spPr/>
      <dgm:t>
        <a:bodyPr/>
        <a:lstStyle/>
        <a:p>
          <a:endParaRPr lang="en-US"/>
        </a:p>
      </dgm:t>
    </dgm:pt>
    <dgm:pt modelId="{01B6328C-F9E5-42E9-883C-ED67FB5E887A}" type="sibTrans" cxnId="{700EA050-AEBA-4E1E-9BC8-19EBA9AA952D}">
      <dgm:prSet/>
      <dgm:spPr/>
      <dgm:t>
        <a:bodyPr/>
        <a:lstStyle/>
        <a:p>
          <a:endParaRPr lang="en-US"/>
        </a:p>
      </dgm:t>
    </dgm:pt>
    <dgm:pt modelId="{D40F06DE-F36A-439F-A5CB-885B9E96CB60}">
      <dgm:prSet/>
      <dgm:spPr/>
      <dgm:t>
        <a:bodyPr/>
        <a:lstStyle/>
        <a:p>
          <a:r>
            <a:rPr lang="en-US" b="0"/>
            <a:t>Among those that cease work in the occupation, who stays in NB and who leaves? </a:t>
          </a:r>
          <a:endParaRPr lang="en-US"/>
        </a:p>
      </dgm:t>
    </dgm:pt>
    <dgm:pt modelId="{2F879E27-6BA9-43C2-826F-88444BC1BB64}" type="parTrans" cxnId="{488E626A-B654-4C9C-8110-88FEFF6E3BAD}">
      <dgm:prSet/>
      <dgm:spPr/>
      <dgm:t>
        <a:bodyPr/>
        <a:lstStyle/>
        <a:p>
          <a:endParaRPr lang="en-US"/>
        </a:p>
      </dgm:t>
    </dgm:pt>
    <dgm:pt modelId="{95E9C6CF-C067-4FEF-8099-4957C50AD25C}" type="sibTrans" cxnId="{488E626A-B654-4C9C-8110-88FEFF6E3BAD}">
      <dgm:prSet/>
      <dgm:spPr/>
      <dgm:t>
        <a:bodyPr/>
        <a:lstStyle/>
        <a:p>
          <a:endParaRPr lang="en-US"/>
        </a:p>
      </dgm:t>
    </dgm:pt>
    <dgm:pt modelId="{8D526075-AFC9-4EE9-A8EB-935EF0FEFCB1}" type="pres">
      <dgm:prSet presAssocID="{2975DB18-EBCD-42E2-AB5E-6B0544FD0CFC}" presName="linear" presStyleCnt="0">
        <dgm:presLayoutVars>
          <dgm:animLvl val="lvl"/>
          <dgm:resizeHandles val="exact"/>
        </dgm:presLayoutVars>
      </dgm:prSet>
      <dgm:spPr/>
    </dgm:pt>
    <dgm:pt modelId="{1B909D14-534E-468E-9D08-A4BC72DE797B}" type="pres">
      <dgm:prSet presAssocID="{3CAE6B67-B818-44C8-A021-1EF0DDFF00F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4CCC826-3023-4A2D-BE20-8EBB9ED0F3D1}" type="pres">
      <dgm:prSet presAssocID="{F01986BA-FF60-41D5-858D-081ED0602A22}" presName="spacer" presStyleCnt="0"/>
      <dgm:spPr/>
    </dgm:pt>
    <dgm:pt modelId="{C30A8073-7559-4165-9B5F-85E40CD5E1B6}" type="pres">
      <dgm:prSet presAssocID="{4A112F25-46A0-4DB1-BCDC-76AF40864DD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77E8521-603F-49BB-82D9-2A9F4395167A}" type="pres">
      <dgm:prSet presAssocID="{01B6328C-F9E5-42E9-883C-ED67FB5E887A}" presName="spacer" presStyleCnt="0"/>
      <dgm:spPr/>
    </dgm:pt>
    <dgm:pt modelId="{97D1D7E3-BF17-4719-9B98-69C7A88BE9D5}" type="pres">
      <dgm:prSet presAssocID="{D40F06DE-F36A-439F-A5CB-885B9E96CB6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866E61C-4A82-40B7-83EB-38915EA8A7C8}" type="presOf" srcId="{D40F06DE-F36A-439F-A5CB-885B9E96CB60}" destId="{97D1D7E3-BF17-4719-9B98-69C7A88BE9D5}" srcOrd="0" destOrd="0" presId="urn:microsoft.com/office/officeart/2005/8/layout/vList2"/>
    <dgm:cxn modelId="{8AAD143F-81BA-4F6F-A438-805A97D12513}" type="presOf" srcId="{3CAE6B67-B818-44C8-A021-1EF0DDFF00F7}" destId="{1B909D14-534E-468E-9D08-A4BC72DE797B}" srcOrd="0" destOrd="0" presId="urn:microsoft.com/office/officeart/2005/8/layout/vList2"/>
    <dgm:cxn modelId="{488E626A-B654-4C9C-8110-88FEFF6E3BAD}" srcId="{2975DB18-EBCD-42E2-AB5E-6B0544FD0CFC}" destId="{D40F06DE-F36A-439F-A5CB-885B9E96CB60}" srcOrd="2" destOrd="0" parTransId="{2F879E27-6BA9-43C2-826F-88444BC1BB64}" sibTransId="{95E9C6CF-C067-4FEF-8099-4957C50AD25C}"/>
    <dgm:cxn modelId="{700EA050-AEBA-4E1E-9BC8-19EBA9AA952D}" srcId="{2975DB18-EBCD-42E2-AB5E-6B0544FD0CFC}" destId="{4A112F25-46A0-4DB1-BCDC-76AF40864DD1}" srcOrd="1" destOrd="0" parTransId="{FBC8680B-4214-4D77-9C3B-16E8DF895644}" sibTransId="{01B6328C-F9E5-42E9-883C-ED67FB5E887A}"/>
    <dgm:cxn modelId="{72F9F38F-7910-4BAE-9992-BAD87A4D6FD8}" srcId="{2975DB18-EBCD-42E2-AB5E-6B0544FD0CFC}" destId="{3CAE6B67-B818-44C8-A021-1EF0DDFF00F7}" srcOrd="0" destOrd="0" parTransId="{DB9CF0A9-A961-4AEE-A419-1967B5B5A15E}" sibTransId="{F01986BA-FF60-41D5-858D-081ED0602A22}"/>
    <dgm:cxn modelId="{7D09FEA2-9795-429E-83E9-C49E0C3D3120}" type="presOf" srcId="{4A112F25-46A0-4DB1-BCDC-76AF40864DD1}" destId="{C30A8073-7559-4165-9B5F-85E40CD5E1B6}" srcOrd="0" destOrd="0" presId="urn:microsoft.com/office/officeart/2005/8/layout/vList2"/>
    <dgm:cxn modelId="{BF660ABD-1A1C-4A6B-B657-C74AB4DBB05C}" type="presOf" srcId="{2975DB18-EBCD-42E2-AB5E-6B0544FD0CFC}" destId="{8D526075-AFC9-4EE9-A8EB-935EF0FEFCB1}" srcOrd="0" destOrd="0" presId="urn:microsoft.com/office/officeart/2005/8/layout/vList2"/>
    <dgm:cxn modelId="{C7F78EAE-1EB5-46F8-877E-328CF7F4062E}" type="presParOf" srcId="{8D526075-AFC9-4EE9-A8EB-935EF0FEFCB1}" destId="{1B909D14-534E-468E-9D08-A4BC72DE797B}" srcOrd="0" destOrd="0" presId="urn:microsoft.com/office/officeart/2005/8/layout/vList2"/>
    <dgm:cxn modelId="{F8E7A430-C5DF-4486-9BE7-CBD333174C7D}" type="presParOf" srcId="{8D526075-AFC9-4EE9-A8EB-935EF0FEFCB1}" destId="{14CCC826-3023-4A2D-BE20-8EBB9ED0F3D1}" srcOrd="1" destOrd="0" presId="urn:microsoft.com/office/officeart/2005/8/layout/vList2"/>
    <dgm:cxn modelId="{5A01BE58-C668-430E-89F1-FEF2113AD5C0}" type="presParOf" srcId="{8D526075-AFC9-4EE9-A8EB-935EF0FEFCB1}" destId="{C30A8073-7559-4165-9B5F-85E40CD5E1B6}" srcOrd="2" destOrd="0" presId="urn:microsoft.com/office/officeart/2005/8/layout/vList2"/>
    <dgm:cxn modelId="{857C4ED5-DBFE-4049-A0DB-71ED437F7E77}" type="presParOf" srcId="{8D526075-AFC9-4EE9-A8EB-935EF0FEFCB1}" destId="{277E8521-603F-49BB-82D9-2A9F4395167A}" srcOrd="3" destOrd="0" presId="urn:microsoft.com/office/officeart/2005/8/layout/vList2"/>
    <dgm:cxn modelId="{33D5A4ED-D4D2-456C-BDA2-C25D5040A941}" type="presParOf" srcId="{8D526075-AFC9-4EE9-A8EB-935EF0FEFCB1}" destId="{97D1D7E3-BF17-4719-9B98-69C7A88BE9D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99C651-D6D6-46E0-925D-8F2148268668}">
      <dsp:nvSpPr>
        <dsp:cNvPr id="0" name=""/>
        <dsp:cNvSpPr/>
      </dsp:nvSpPr>
      <dsp:spPr>
        <a:xfrm>
          <a:off x="0" y="46592"/>
          <a:ext cx="6172199" cy="1539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u="sng" kern="1200" dirty="0">
              <a:latin typeface="Aptos Display" panose="020B0004020202020204" pitchFamily="34" charset="0"/>
            </a:rPr>
            <a:t>Administrative Data </a:t>
          </a:r>
          <a:r>
            <a:rPr lang="en-US" sz="2800" b="0" kern="1200" dirty="0">
              <a:latin typeface="Aptos Display" panose="020B0004020202020204" pitchFamily="34" charset="0"/>
            </a:rPr>
            <a:t>– data collected in the course of government delivering services and administering programs</a:t>
          </a:r>
          <a:endParaRPr lang="en-US" sz="2800" kern="1200" dirty="0"/>
        </a:p>
      </dsp:txBody>
      <dsp:txXfrm>
        <a:off x="75163" y="121755"/>
        <a:ext cx="6021873" cy="1389393"/>
      </dsp:txXfrm>
    </dsp:sp>
    <dsp:sp modelId="{96395F8A-6782-436C-BFBE-8DAAED720883}">
      <dsp:nvSpPr>
        <dsp:cNvPr id="0" name=""/>
        <dsp:cNvSpPr/>
      </dsp:nvSpPr>
      <dsp:spPr>
        <a:xfrm>
          <a:off x="0" y="1666952"/>
          <a:ext cx="6172199" cy="1539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u="sng" kern="1200" dirty="0">
              <a:latin typeface="Aptos Display" panose="020B0004020202020204" pitchFamily="34" charset="0"/>
            </a:rPr>
            <a:t>Secondary data use </a:t>
          </a:r>
          <a:r>
            <a:rPr lang="en-US" sz="2800" kern="1200" dirty="0">
              <a:latin typeface="Aptos Display" panose="020B0004020202020204" pitchFamily="34" charset="0"/>
            </a:rPr>
            <a:t>– using data that was originally collected for other purposes (e.g. research) </a:t>
          </a:r>
          <a:endParaRPr lang="en-US" sz="2800" kern="1200" dirty="0"/>
        </a:p>
      </dsp:txBody>
      <dsp:txXfrm>
        <a:off x="75163" y="1742115"/>
        <a:ext cx="6021873" cy="1389393"/>
      </dsp:txXfrm>
    </dsp:sp>
    <dsp:sp modelId="{20632EF3-01CC-43EF-A2AB-3D04CB56BED0}">
      <dsp:nvSpPr>
        <dsp:cNvPr id="0" name=""/>
        <dsp:cNvSpPr/>
      </dsp:nvSpPr>
      <dsp:spPr>
        <a:xfrm>
          <a:off x="0" y="3287312"/>
          <a:ext cx="6172199" cy="1539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FAIR – data should be findable, accessible, interoperable and reusable</a:t>
          </a:r>
          <a:endParaRPr lang="en-US" sz="2800" kern="1200" dirty="0"/>
        </a:p>
      </dsp:txBody>
      <dsp:txXfrm>
        <a:off x="75163" y="3362475"/>
        <a:ext cx="6021873" cy="13893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99C651-D6D6-46E0-925D-8F2148268668}">
      <dsp:nvSpPr>
        <dsp:cNvPr id="0" name=""/>
        <dsp:cNvSpPr/>
      </dsp:nvSpPr>
      <dsp:spPr>
        <a:xfrm>
          <a:off x="0" y="35134"/>
          <a:ext cx="6172199" cy="15588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Skill mismatch is an ongoing issue of concern for policymakers and employers</a:t>
          </a:r>
          <a:endParaRPr lang="en-US" sz="2200" kern="1200"/>
        </a:p>
      </dsp:txBody>
      <dsp:txXfrm>
        <a:off x="76098" y="111232"/>
        <a:ext cx="6020003" cy="1406682"/>
      </dsp:txXfrm>
    </dsp:sp>
    <dsp:sp modelId="{96395F8A-6782-436C-BFBE-8DAAED720883}">
      <dsp:nvSpPr>
        <dsp:cNvPr id="0" name=""/>
        <dsp:cNvSpPr/>
      </dsp:nvSpPr>
      <dsp:spPr>
        <a:xfrm>
          <a:off x="0" y="1657373"/>
          <a:ext cx="6172199" cy="15588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Current and future expected skill shortages in certain occupations such as nursing have influenced both postsecondary education and immigration policy decisions</a:t>
          </a:r>
          <a:endParaRPr lang="en-US" sz="2200" kern="1200"/>
        </a:p>
      </dsp:txBody>
      <dsp:txXfrm>
        <a:off x="76098" y="1733471"/>
        <a:ext cx="6020003" cy="1406682"/>
      </dsp:txXfrm>
    </dsp:sp>
    <dsp:sp modelId="{20632EF3-01CC-43EF-A2AB-3D04CB56BED0}">
      <dsp:nvSpPr>
        <dsp:cNvPr id="0" name=""/>
        <dsp:cNvSpPr/>
      </dsp:nvSpPr>
      <dsp:spPr>
        <a:xfrm>
          <a:off x="0" y="3279611"/>
          <a:ext cx="6172199" cy="15588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Yet data on occupation in Canada is limited</a:t>
          </a:r>
          <a:endParaRPr lang="en-US" sz="2200" kern="1200"/>
        </a:p>
      </dsp:txBody>
      <dsp:txXfrm>
        <a:off x="76098" y="3355709"/>
        <a:ext cx="6020003" cy="14066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28BE0D-00A3-47BD-9E4E-F26CD813682C}">
      <dsp:nvSpPr>
        <dsp:cNvPr id="0" name=""/>
        <dsp:cNvSpPr/>
      </dsp:nvSpPr>
      <dsp:spPr>
        <a:xfrm>
          <a:off x="0" y="79982"/>
          <a:ext cx="6172199" cy="1117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/>
            <a:t>Population Census (self reported)</a:t>
          </a:r>
          <a:endParaRPr lang="en-US" sz="2800" kern="1200"/>
        </a:p>
      </dsp:txBody>
      <dsp:txXfrm>
        <a:off x="54573" y="134555"/>
        <a:ext cx="6063053" cy="1008788"/>
      </dsp:txXfrm>
    </dsp:sp>
    <dsp:sp modelId="{02723A48-B588-4059-B960-385AA6F1E49D}">
      <dsp:nvSpPr>
        <dsp:cNvPr id="0" name=""/>
        <dsp:cNvSpPr/>
      </dsp:nvSpPr>
      <dsp:spPr>
        <a:xfrm>
          <a:off x="0" y="1278557"/>
          <a:ext cx="6172199" cy="1117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/>
            <a:t>Labour Force Surveys (self reported)</a:t>
          </a:r>
          <a:endParaRPr lang="en-US" sz="2800" kern="1200"/>
        </a:p>
      </dsp:txBody>
      <dsp:txXfrm>
        <a:off x="54573" y="1333130"/>
        <a:ext cx="6063053" cy="1008788"/>
      </dsp:txXfrm>
    </dsp:sp>
    <dsp:sp modelId="{5F402138-1FB6-404F-A9BD-86CC939CDDBB}">
      <dsp:nvSpPr>
        <dsp:cNvPr id="0" name=""/>
        <dsp:cNvSpPr/>
      </dsp:nvSpPr>
      <dsp:spPr>
        <a:xfrm>
          <a:off x="0" y="2477132"/>
          <a:ext cx="6172199" cy="1117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/>
            <a:t>Surveys of Employers (self reported)</a:t>
          </a:r>
          <a:endParaRPr lang="en-US" sz="2800" kern="1200"/>
        </a:p>
      </dsp:txBody>
      <dsp:txXfrm>
        <a:off x="54573" y="2531705"/>
        <a:ext cx="6063053" cy="1008788"/>
      </dsp:txXfrm>
    </dsp:sp>
    <dsp:sp modelId="{3D48D07B-DA64-4504-ADF9-2FE9DA089C0E}">
      <dsp:nvSpPr>
        <dsp:cNvPr id="0" name=""/>
        <dsp:cNvSpPr/>
      </dsp:nvSpPr>
      <dsp:spPr>
        <a:xfrm>
          <a:off x="0" y="3675707"/>
          <a:ext cx="6172199" cy="1117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/>
            <a:t>Workers’ Compensation Claim data (administrative)</a:t>
          </a:r>
          <a:endParaRPr lang="en-US" sz="2800" kern="1200"/>
        </a:p>
      </dsp:txBody>
      <dsp:txXfrm>
        <a:off x="54573" y="3730280"/>
        <a:ext cx="6063053" cy="10087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EDF14-7E37-48AE-B141-07C618846A3F}">
      <dsp:nvSpPr>
        <dsp:cNvPr id="0" name=""/>
        <dsp:cNvSpPr/>
      </dsp:nvSpPr>
      <dsp:spPr>
        <a:xfrm>
          <a:off x="8464221" y="0"/>
          <a:ext cx="60663" cy="2988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C96CA-AC6C-44F6-8F7E-B455537D93A2}">
      <dsp:nvSpPr>
        <dsp:cNvPr id="0" name=""/>
        <dsp:cNvSpPr/>
      </dsp:nvSpPr>
      <dsp:spPr>
        <a:xfrm>
          <a:off x="6976252" y="0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latin typeface="Avenir Next Demi Bold"/>
          </a:endParaRPr>
        </a:p>
      </dsp:txBody>
      <dsp:txXfrm>
        <a:off x="6976252" y="0"/>
        <a:ext cx="1548632" cy="619453"/>
      </dsp:txXfrm>
    </dsp:sp>
    <dsp:sp modelId="{B110B780-9DD8-4569-A25D-F1CFE66AF2D8}">
      <dsp:nvSpPr>
        <dsp:cNvPr id="0" name=""/>
        <dsp:cNvSpPr/>
      </dsp:nvSpPr>
      <dsp:spPr>
        <a:xfrm>
          <a:off x="3004178" y="428420"/>
          <a:ext cx="696884" cy="6968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31674-B676-48AA-B232-B4F1CB729C26}">
      <dsp:nvSpPr>
        <dsp:cNvPr id="0" name=""/>
        <dsp:cNvSpPr/>
      </dsp:nvSpPr>
      <dsp:spPr>
        <a:xfrm>
          <a:off x="2578304" y="1389623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Avenir Next Demi Bold"/>
            </a:rPr>
            <a:t>Establish educational standards</a:t>
          </a:r>
          <a:endParaRPr lang="en-US" sz="1400" kern="1200" dirty="0">
            <a:latin typeface="Avenir Next Demi Bold"/>
          </a:endParaRPr>
        </a:p>
      </dsp:txBody>
      <dsp:txXfrm>
        <a:off x="2578304" y="1389623"/>
        <a:ext cx="1548632" cy="619453"/>
      </dsp:txXfrm>
    </dsp:sp>
    <dsp:sp modelId="{A21A668B-B452-4D48-9390-6AA2619F9E89}">
      <dsp:nvSpPr>
        <dsp:cNvPr id="0" name=""/>
        <dsp:cNvSpPr/>
      </dsp:nvSpPr>
      <dsp:spPr>
        <a:xfrm>
          <a:off x="4823821" y="428420"/>
          <a:ext cx="696884" cy="6968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FCF14-C761-4C30-B2F2-81D75266719E}">
      <dsp:nvSpPr>
        <dsp:cNvPr id="0" name=""/>
        <dsp:cNvSpPr/>
      </dsp:nvSpPr>
      <dsp:spPr>
        <a:xfrm>
          <a:off x="4397947" y="1389623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Avenir Next Demi Bold"/>
            </a:rPr>
            <a:t>Issue licenses to practice</a:t>
          </a:r>
          <a:endParaRPr lang="en-US" sz="1400" kern="1200" dirty="0">
            <a:latin typeface="Avenir Next Demi Bold"/>
          </a:endParaRPr>
        </a:p>
      </dsp:txBody>
      <dsp:txXfrm>
        <a:off x="4397947" y="1389623"/>
        <a:ext cx="1548632" cy="619453"/>
      </dsp:txXfrm>
    </dsp:sp>
    <dsp:sp modelId="{A2E14331-379B-4F0E-B821-3B7705322796}">
      <dsp:nvSpPr>
        <dsp:cNvPr id="0" name=""/>
        <dsp:cNvSpPr/>
      </dsp:nvSpPr>
      <dsp:spPr>
        <a:xfrm>
          <a:off x="6643465" y="428420"/>
          <a:ext cx="696884" cy="6968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0EBB2-5DC7-48AB-A316-6CF76EF8E7A8}">
      <dsp:nvSpPr>
        <dsp:cNvPr id="0" name=""/>
        <dsp:cNvSpPr/>
      </dsp:nvSpPr>
      <dsp:spPr>
        <a:xfrm>
          <a:off x="6217591" y="1389623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Avenir Next Demi Bold"/>
            </a:rPr>
            <a:t>Ensure competence through continuing education</a:t>
          </a:r>
          <a:endParaRPr lang="en-US" sz="1400" kern="1200" dirty="0">
            <a:latin typeface="Avenir Next Demi Bold"/>
          </a:endParaRPr>
        </a:p>
      </dsp:txBody>
      <dsp:txXfrm>
        <a:off x="6217591" y="1389623"/>
        <a:ext cx="1548632" cy="619453"/>
      </dsp:txXfrm>
    </dsp:sp>
    <dsp:sp modelId="{741C0A1B-93A9-43D4-83CE-7D3E11AACB53}">
      <dsp:nvSpPr>
        <dsp:cNvPr id="0" name=""/>
        <dsp:cNvSpPr/>
      </dsp:nvSpPr>
      <dsp:spPr>
        <a:xfrm>
          <a:off x="1058814" y="377339"/>
          <a:ext cx="696884" cy="6968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EA17D-D5F4-45B8-BEB4-8255E7E697D4}">
      <dsp:nvSpPr>
        <dsp:cNvPr id="0" name=""/>
        <dsp:cNvSpPr/>
      </dsp:nvSpPr>
      <dsp:spPr>
        <a:xfrm>
          <a:off x="800845" y="1377914"/>
          <a:ext cx="1548632" cy="61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latin typeface="Avenir Next Demi Bold"/>
            </a:rPr>
            <a:t>Investigate complaints or misconduct</a:t>
          </a:r>
          <a:endParaRPr lang="en-US" sz="1400" kern="1200" dirty="0">
            <a:latin typeface="Avenir Next Demi Bold"/>
          </a:endParaRPr>
        </a:p>
      </dsp:txBody>
      <dsp:txXfrm>
        <a:off x="800845" y="1377914"/>
        <a:ext cx="1548632" cy="6194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09D14-534E-468E-9D08-A4BC72DE797B}">
      <dsp:nvSpPr>
        <dsp:cNvPr id="0" name=""/>
        <dsp:cNvSpPr/>
      </dsp:nvSpPr>
      <dsp:spPr>
        <a:xfrm>
          <a:off x="0" y="46592"/>
          <a:ext cx="6172199" cy="1539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Among HHR graduates from NB institutions, who transitions into employment in NB?</a:t>
          </a:r>
          <a:endParaRPr lang="en-US" sz="2800" kern="1200"/>
        </a:p>
      </dsp:txBody>
      <dsp:txXfrm>
        <a:off x="75163" y="121755"/>
        <a:ext cx="6021873" cy="1389393"/>
      </dsp:txXfrm>
    </dsp:sp>
    <dsp:sp modelId="{C30A8073-7559-4165-9B5F-85E40CD5E1B6}">
      <dsp:nvSpPr>
        <dsp:cNvPr id="0" name=""/>
        <dsp:cNvSpPr/>
      </dsp:nvSpPr>
      <dsp:spPr>
        <a:xfrm>
          <a:off x="0" y="1666952"/>
          <a:ext cx="6172199" cy="1539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How long do people employed as HHR remain working and why do they leave? </a:t>
          </a:r>
          <a:endParaRPr lang="en-US" sz="2800" kern="1200"/>
        </a:p>
      </dsp:txBody>
      <dsp:txXfrm>
        <a:off x="75163" y="1742115"/>
        <a:ext cx="6021873" cy="1389393"/>
      </dsp:txXfrm>
    </dsp:sp>
    <dsp:sp modelId="{97D1D7E3-BF17-4719-9B98-69C7A88BE9D5}">
      <dsp:nvSpPr>
        <dsp:cNvPr id="0" name=""/>
        <dsp:cNvSpPr/>
      </dsp:nvSpPr>
      <dsp:spPr>
        <a:xfrm>
          <a:off x="0" y="3287312"/>
          <a:ext cx="6172199" cy="1539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Among those that cease work in the occupation, who stays in NB and who leaves? </a:t>
          </a:r>
          <a:endParaRPr lang="en-US" sz="2800" kern="1200"/>
        </a:p>
      </dsp:txBody>
      <dsp:txXfrm>
        <a:off x="75163" y="3362475"/>
        <a:ext cx="6021873" cy="1389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E4BE5-39D2-4F4B-98AA-00A407642DFC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7B481-8E68-4C0C-88EB-A849D56E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9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5A369-182E-8146-B9AF-00DC8186A5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23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 The primary goals of these regulators are to ensure public safety, quality of services, and fairness within an industry.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BEF49-62E6-C448-A88E-882C2ED7F2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01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BBEF49-62E6-C448-A88E-882C2ED7F25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2687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7A6E-7EF4-A3D7-728E-9BD37341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C69E0-F2F7-3644-E69C-92D45678E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E97DD-F4BA-5326-B9FF-42F0277B4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 The primary goals of these regulators are to ensure public safety, quality of services, and fairness within an industry.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57B4A-8145-6D9A-FB7D-1423A42F7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BEF49-62E6-C448-A88E-882C2ED7F2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94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7A16-EDC7-255A-1B25-3FDEC6727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B02B4-F954-D93B-8737-C64435153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EDE98-575B-524B-FB10-0417EC7E9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7EF7-00AD-4006-B8A2-D9A4F01F3AB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240D8-1806-B626-6CE3-57FA007E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10E09-604D-145F-9107-2A28D25C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4D5A-A6A5-4FD9-9D3A-63F972D04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7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02667-9538-8556-5393-673A6FC8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E1DFB-FD2D-D40A-80D2-C12B5FB6C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67B3F-562C-93DF-F2FF-3B4161146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7EF7-00AD-4006-B8A2-D9A4F01F3AB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39C4D-0E7F-8C3B-54AE-24D7391F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B7896-69FB-237F-5A72-4875306C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4D5A-A6A5-4FD9-9D3A-63F972D04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0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64750-6E8E-5A72-20D7-28ED1E14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03C9B-19A9-BC25-9907-F7C838536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C8641-B83B-FA40-92D0-D601A8E95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7EF7-00AD-4006-B8A2-D9A4F01F3AB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0A7E6-E6D5-AA1C-F57B-6DE2DD7EB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B0C80-617F-7F03-9BDA-7B538BC1A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4D5A-A6A5-4FD9-9D3A-63F972D04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7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3C95B-C656-B2BE-9C16-4479A44D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89107-4A27-A013-5555-0F0AED988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9F829-4082-4F47-6C05-DBE651A66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CFBFC-FDAD-2B1E-4B04-3FC02192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7EF7-00AD-4006-B8A2-D9A4F01F3AB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2534E-8813-154E-23CA-8818E9A6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59211-9FDB-BDD7-E197-5F5BD6C0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4D5A-A6A5-4FD9-9D3A-63F972D04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FE364-2F07-1031-92CD-F5E604B9C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E3194-A2E9-AAB4-D772-10939200A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4344D-9FB7-D5E5-F760-D8B71934C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0D7AD8-708C-6E15-4D0C-D4A79A838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28C0B-48E0-A234-9C57-AA2907904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68A8-0E83-20E0-0A2B-EBE7D4B8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7EF7-00AD-4006-B8A2-D9A4F01F3AB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A9ADF8-CA1E-4A0C-5979-A43A287E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C9A67E-AD96-C320-2ECF-0F3E0F08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4D5A-A6A5-4FD9-9D3A-63F972D04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0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89827-9310-CAB7-77AF-5669CD8E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2CADB5-25D3-F802-A228-4F43D9D1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7EF7-00AD-4006-B8A2-D9A4F01F3AB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662B1F-EF7A-A0A3-5773-D23036ABA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2CB3C-89B0-1761-1AFD-0A394448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4D5A-A6A5-4FD9-9D3A-63F972D04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74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AF6B4D-7891-D86C-1BAF-DCAC48DC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7EF7-00AD-4006-B8A2-D9A4F01F3AB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B9C32F-9F1D-DD69-7483-5BF9B7C2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167AE-E056-83E5-A872-2FCAFB66A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4D5A-A6A5-4FD9-9D3A-63F972D04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88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9828-33E0-558B-8A5E-094FF2A1A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AAE3E-FDAE-D55C-9030-5F06FDA61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A7AF-D21F-466B-C5AC-79A96D284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64978-90AF-6428-F72F-4ECA2F1AF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7EF7-00AD-4006-B8A2-D9A4F01F3AB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5E46F-271C-7B3D-48B0-EABA8328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4197A-D975-CC3E-5B66-B7D22C35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4D5A-A6A5-4FD9-9D3A-63F972D04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33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DB4C-5D1B-3FFE-0C3A-015AD7B6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CEF424-2BA5-AABA-1962-95295544D6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FF81-9EF2-BA39-856E-05989C478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77A42-798E-BEE5-0871-8BFAEA6F1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7EF7-00AD-4006-B8A2-D9A4F01F3AB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DC804-DAFB-62B5-8E79-BF27EF5D0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454EB-D70C-7310-3282-37757B9B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4D5A-A6A5-4FD9-9D3A-63F972D04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7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D244C-1C94-6A7B-55DD-91DC7042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47D4C-12AC-9FD2-A662-CB54B17F1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75228-B3CD-B263-11E6-1ECD8A76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7EF7-00AD-4006-B8A2-D9A4F01F3AB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749E3-717C-FE72-566F-9A163BED0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AEFD5-3A81-E909-A86A-4C1C5ABE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4D5A-A6A5-4FD9-9D3A-63F972D04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62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EFBE46-18CF-BD35-80C3-198638924F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F334C-9D78-B307-AB1F-3B6312D5F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3F51D-4A9E-6572-06FD-A316F6D5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7EF7-00AD-4006-B8A2-D9A4F01F3AB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AC255-DFC4-0F2A-634F-6A155EE68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5903C-E424-C9DB-FF56-B7DB8065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4D5A-A6A5-4FD9-9D3A-63F972D04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31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head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alphaModFix amt="24000"/>
          </a:blip>
          <a:srcRect r="4476"/>
          <a:stretch/>
        </p:blipFill>
        <p:spPr>
          <a:xfrm>
            <a:off x="6934150" y="659029"/>
            <a:ext cx="5274327" cy="5572352"/>
          </a:xfrm>
          <a:prstGeom prst="rect">
            <a:avLst/>
          </a:prstGeom>
        </p:spPr>
      </p:pic>
      <p:sp>
        <p:nvSpPr>
          <p:cNvPr id="7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9600" y="1849437"/>
            <a:ext cx="10972800" cy="4017963"/>
          </a:xfrm>
        </p:spPr>
        <p:txBody>
          <a:bodyPr/>
          <a:lstStyle>
            <a:lvl5pPr marL="2819191" indent="-380973">
              <a:buFont typeface="Arial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9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11209867" y="6233060"/>
            <a:ext cx="745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0" i="0">
                <a:solidFill>
                  <a:schemeClr val="bg1">
                    <a:lumMod val="65000"/>
                  </a:schemeClr>
                </a:solidFill>
                <a:latin typeface="Avenir Next Demi Bold"/>
                <a:cs typeface="Avenir Next Demi Bold"/>
              </a:defRPr>
            </a:lvl1pPr>
          </a:lstStyle>
          <a:p>
            <a:fld id="{5807CB21-D8AA-F047-A353-CE75801DD9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510525"/>
            <a:ext cx="10989276" cy="613939"/>
          </a:xfrm>
        </p:spPr>
        <p:txBody>
          <a:bodyPr anchor="t" anchorCtr="0"/>
          <a:lstStyle>
            <a:lvl1pPr>
              <a:defRPr baseline="0"/>
            </a:lvl1pPr>
          </a:lstStyle>
          <a:p>
            <a:r>
              <a:rPr lang="en-US"/>
              <a:t>This is a headline.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127895"/>
            <a:ext cx="10989276" cy="506944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  <a:lvl2pPr marL="609555" indent="0">
              <a:buNone/>
              <a:defRPr/>
            </a:lvl2pPr>
            <a:lvl3pPr marL="1219108" indent="0">
              <a:buNone/>
              <a:defRPr/>
            </a:lvl3pPr>
            <a:lvl4pPr marL="1828664" indent="0">
              <a:buNone/>
              <a:defRPr/>
            </a:lvl4pPr>
          </a:lstStyle>
          <a:p>
            <a:r>
              <a:rPr lang="en-US"/>
              <a:t>This is a subhead.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601821" y="6189793"/>
            <a:ext cx="5807217" cy="14739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alphaModFix amt="39000"/>
          </a:blip>
          <a:stretch>
            <a:fillRect/>
          </a:stretch>
        </p:blipFill>
        <p:spPr>
          <a:xfrm>
            <a:off x="601821" y="6375594"/>
            <a:ext cx="7891665" cy="18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3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77A8AC-ECBD-A8F3-6892-7D3792CBF1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660ACE-FA85-E31F-7F79-215458B2BE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371" y="2388961"/>
            <a:ext cx="6400800" cy="201612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Avenir Next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A279A-ABCE-1BFC-C11B-6046EE77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1370" y="6057674"/>
            <a:ext cx="1400631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200">
                <a:solidFill>
                  <a:srgbClr val="6BCBB8"/>
                </a:solidFill>
                <a:latin typeface="Avenir Next" panose="020B0503020202020204"/>
              </a:defRPr>
            </a:lvl1pPr>
          </a:lstStyle>
          <a:p>
            <a:r>
              <a:rPr lang="en-US"/>
              <a:t>YYYY-MM-DD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1EF1E8E-3A93-50B2-1F21-874423BB6D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1371" y="4605339"/>
            <a:ext cx="6607629" cy="47829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venir Next" panose="020B0503020202020204" pitchFamily="34" charset="0"/>
              </a:defRPr>
            </a:lvl1pPr>
            <a:lvl2pPr marL="457189" indent="0">
              <a:buNone/>
              <a:defRPr sz="2000">
                <a:solidFill>
                  <a:schemeClr val="bg1"/>
                </a:solidFill>
                <a:latin typeface="Avenir Next" panose="020B0503020202020204" pitchFamily="34" charset="0"/>
              </a:defRPr>
            </a:lvl2pPr>
            <a:lvl3pPr marL="914377" indent="0">
              <a:buNone/>
              <a:defRPr sz="1800">
                <a:solidFill>
                  <a:schemeClr val="bg1"/>
                </a:solidFill>
                <a:latin typeface="Avenir Next" panose="020B0503020202020204" pitchFamily="34" charset="0"/>
              </a:defRPr>
            </a:lvl3pPr>
            <a:lvl4pPr marL="1371566" indent="0">
              <a:buNone/>
              <a:defRPr sz="1600">
                <a:solidFill>
                  <a:schemeClr val="bg1"/>
                </a:solidFill>
                <a:latin typeface="Avenir Next" panose="020B0503020202020204" pitchFamily="34" charset="0"/>
              </a:defRPr>
            </a:lvl4pPr>
            <a:lvl5pPr marL="1828754" indent="0">
              <a:buNone/>
              <a:defRPr sz="1600">
                <a:solidFill>
                  <a:schemeClr val="bg1"/>
                </a:solidFill>
                <a:latin typeface="Avenir Next" panose="020B0503020202020204" pitchFamily="34" charset="0"/>
              </a:defRPr>
            </a:lvl5pPr>
          </a:lstStyle>
          <a:p>
            <a:pPr lvl="0"/>
            <a:r>
              <a:rPr lang="en-US"/>
              <a:t>Sub header can go here (optional)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B7973E-2C40-3EC8-75AC-8E224705EF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36360" y="6057674"/>
            <a:ext cx="2790825" cy="361951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 i="1">
                <a:solidFill>
                  <a:srgbClr val="6BCBB8"/>
                </a:solidFill>
                <a:latin typeface="Avenir Next" panose="020B0503020202020204"/>
              </a:defRPr>
            </a:lvl1pPr>
          </a:lstStyle>
          <a:p>
            <a:pPr lvl="0"/>
            <a:r>
              <a:rPr lang="en-US"/>
              <a:t>Presenter Name Here</a:t>
            </a:r>
          </a:p>
        </p:txBody>
      </p:sp>
    </p:spTree>
    <p:extLst>
      <p:ext uri="{BB962C8B-B14F-4D97-AF65-F5344CB8AC3E}">
        <p14:creationId xmlns:p14="http://schemas.microsoft.com/office/powerpoint/2010/main" val="368578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alphaModFix amt="24000"/>
          </a:blip>
          <a:srcRect r="4476"/>
          <a:stretch/>
        </p:blipFill>
        <p:spPr>
          <a:xfrm>
            <a:off x="6934150" y="659029"/>
            <a:ext cx="5274327" cy="55723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601820" y="6332608"/>
            <a:ext cx="6671733" cy="1693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11" y="274639"/>
            <a:ext cx="10956324" cy="1143000"/>
          </a:xfrm>
        </p:spPr>
        <p:txBody>
          <a:bodyPr/>
          <a:lstStyle/>
          <a:p>
            <a:r>
              <a:rPr lang="en-US" dirty="0"/>
              <a:t>This is an example </a:t>
            </a:r>
            <a:br>
              <a:rPr lang="en-US" dirty="0"/>
            </a:br>
            <a:r>
              <a:rPr lang="en-US" dirty="0"/>
              <a:t>of a two line title.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609600" y="1596571"/>
            <a:ext cx="10972800" cy="4405312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1066720" indent="-457165">
              <a:buFont typeface="Arial"/>
              <a:buChar char="•"/>
              <a:defRPr sz="24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2209635" indent="-380973"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Slide Number Placeholder 14"/>
          <p:cNvSpPr>
            <a:spLocks noGrp="1"/>
          </p:cNvSpPr>
          <p:nvPr>
            <p:ph type="sldNum" sz="quarter" idx="4"/>
          </p:nvPr>
        </p:nvSpPr>
        <p:spPr>
          <a:xfrm>
            <a:off x="11209867" y="6233060"/>
            <a:ext cx="7450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0" i="0">
                <a:solidFill>
                  <a:schemeClr val="bg1">
                    <a:lumMod val="65000"/>
                  </a:schemeClr>
                </a:solidFill>
                <a:latin typeface="Avenir Next Demi Bold"/>
                <a:cs typeface="Avenir Next Demi Bold"/>
              </a:defRPr>
            </a:lvl1pPr>
          </a:lstStyle>
          <a:p>
            <a:fld id="{5807CB21-D8AA-F047-A353-CE75801DD9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75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395F75-C369-FD98-5923-D56B37D8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7913D-2864-DBD4-8AA5-1C1434303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12F22-3E13-45FB-96CD-32239ABEE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167EF7-00AD-4006-B8A2-D9A4F01F3AB1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5AB7B-26B0-76A0-BB17-AFC2D8464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22669-9800-3B6C-2A4C-2AAD800D2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D4D5A-A6A5-4FD9-9D3A-63F972D04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8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4" r:id="rId13"/>
    <p:sldLayoutId id="214748366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AE4C98-98E5-EF86-483F-AEEA31A4E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1" y="3338339"/>
            <a:ext cx="6400800" cy="2016123"/>
          </a:xfrm>
        </p:spPr>
        <p:txBody>
          <a:bodyPr>
            <a:normAutofit fontScale="90000"/>
          </a:bodyPr>
          <a:lstStyle/>
          <a:p>
            <a:r>
              <a:rPr lang="en-CA" dirty="0"/>
              <a:t>Digging into Data – Labour Markets</a:t>
            </a:r>
            <a:br>
              <a:rPr lang="en-CA" dirty="0"/>
            </a:br>
            <a:br>
              <a:rPr lang="en-CA" dirty="0"/>
            </a:br>
            <a:r>
              <a:rPr lang="en-CA" sz="2000" dirty="0"/>
              <a:t>Dr Ted McDonald, Director </a:t>
            </a:r>
            <a:r>
              <a:rPr lang="en-CA" sz="2000" dirty="0" err="1"/>
              <a:t>DataNB</a:t>
            </a:r>
            <a:br>
              <a:rPr lang="en-CA" sz="2000" dirty="0"/>
            </a:br>
            <a:r>
              <a:rPr lang="en-CA" sz="2000" dirty="0"/>
              <a:t>Professor, University of New Brunswick</a:t>
            </a:r>
            <a:br>
              <a:rPr lang="en-CA" sz="2000" dirty="0"/>
            </a:br>
            <a:r>
              <a:rPr lang="en-CA" sz="2000" dirty="0"/>
              <a:t>October 28 2025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6887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CF90F-3992-BF7E-B7CD-D2116F07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E14E92-7950-7194-3B5B-468577809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73" y="776169"/>
            <a:ext cx="3932237" cy="886968"/>
          </a:xfrm>
        </p:spPr>
        <p:txBody>
          <a:bodyPr anchor="b">
            <a:normAutofit/>
          </a:bodyPr>
          <a:lstStyle/>
          <a:p>
            <a:r>
              <a:rPr lang="en-CA" sz="3600" dirty="0"/>
              <a:t>Definitions</a:t>
            </a:r>
          </a:p>
        </p:txBody>
      </p: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0D180BAB-7CF0-08F3-3248-13A76BBF47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8324646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A6216EBA-3016-7639-BFB9-7A7B011209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27" y="2641600"/>
            <a:ext cx="4542668" cy="22713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2494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377264-A378-A538-D5D1-829BAE67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92" y="754398"/>
            <a:ext cx="3932237" cy="886968"/>
          </a:xfrm>
        </p:spPr>
        <p:txBody>
          <a:bodyPr anchor="b">
            <a:normAutofit/>
          </a:bodyPr>
          <a:lstStyle/>
          <a:p>
            <a:r>
              <a:rPr lang="en-CA" sz="3600" dirty="0"/>
              <a:t>Occupation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B2428E-5C06-1A30-834E-C450DE226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41" y="2318295"/>
            <a:ext cx="4412988" cy="2482306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9923F6D6-12B9-9032-7619-33FCB21D3B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7338577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647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D4213D-DEEC-E3A2-988E-8CFF7F71F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11183" cy="1600200"/>
          </a:xfrm>
        </p:spPr>
        <p:txBody>
          <a:bodyPr anchor="b">
            <a:normAutofit/>
          </a:bodyPr>
          <a:lstStyle/>
          <a:p>
            <a:r>
              <a:rPr lang="en-CA" sz="3600" dirty="0"/>
              <a:t>Typical data sources for occupation</a:t>
            </a:r>
          </a:p>
        </p:txBody>
      </p: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80095B0A-E978-784D-EC9D-5A5B75DB6A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79438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 colorful map and graph&#10;&#10;AI-generated content may be incorrect.">
            <a:extLst>
              <a:ext uri="{FF2B5EF4-FFF2-40B4-BE49-F238E27FC236}">
                <a16:creationId xmlns:a16="http://schemas.microsoft.com/office/drawing/2014/main" id="{1C5DD5E9-57E3-9C50-54F7-E2234BC1D5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38" y="2264228"/>
            <a:ext cx="4784247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0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EDC45F-3701-A14D-D095-3B658BF02C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2400" dirty="0"/>
              <a:t>Employment and wage estimates for ~ 830 occupations based on a survey of about 1.1 million non-farm business establishments collected over a 3-year period</a:t>
            </a:r>
          </a:p>
          <a:p>
            <a:endParaRPr lang="en-US" sz="2400" dirty="0"/>
          </a:p>
          <a:p>
            <a:r>
              <a:rPr lang="en-US" sz="2400" dirty="0"/>
              <a:t>Cross-industry occupational employment and wage estimates by region, industry and ownership structure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5D41C1-3CF0-1A18-9386-5F673962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US Bureau of Labor Statistics : Occupational Employment and Wage Statistics </a:t>
            </a:r>
          </a:p>
        </p:txBody>
      </p:sp>
      <p:pic>
        <p:nvPicPr>
          <p:cNvPr id="5" name="Picture 4" descr="Using Occupational Employment and Wage ...">
            <a:extLst>
              <a:ext uri="{FF2B5EF4-FFF2-40B4-BE49-F238E27FC236}">
                <a16:creationId xmlns:a16="http://schemas.microsoft.com/office/drawing/2014/main" id="{F6489824-EFF1-D85D-3F91-49DE1DC86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56" y="4351072"/>
            <a:ext cx="7846479" cy="21970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1181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DEDA01-B04D-90CB-9E11-EF064C5B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6" y="292963"/>
            <a:ext cx="9083601" cy="696049"/>
          </a:xfrm>
        </p:spPr>
        <p:txBody>
          <a:bodyPr anchor="b">
            <a:noAutofit/>
          </a:bodyPr>
          <a:lstStyle/>
          <a:p>
            <a:r>
              <a:rPr lang="en-CA" sz="3600" dirty="0">
                <a:latin typeface="+mn-lt"/>
              </a:rPr>
              <a:t>Germany - </a:t>
            </a:r>
            <a:r>
              <a:rPr lang="en-US" altLang="en-US" sz="3600" dirty="0">
                <a:latin typeface="+mn-lt"/>
              </a:rPr>
              <a:t>Federal Employment Agency </a:t>
            </a:r>
            <a:endParaRPr lang="en-CA" sz="3600" dirty="0">
              <a:latin typeface="+mn-l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9891C6F-743B-B5CD-D782-2BF275BA97D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53560" y="1538083"/>
            <a:ext cx="304236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Employment agency Business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 reporting to Social Insurance Institutions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EF34D7-8185-F6DE-CA2C-A4CFB6A60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430" y="1133797"/>
            <a:ext cx="8345010" cy="536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796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BF5A43-AC01-297E-E15D-38FC1C010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11" y="274639"/>
            <a:ext cx="10956324" cy="1143000"/>
          </a:xfrm>
        </p:spPr>
        <p:txBody>
          <a:bodyPr anchor="ctr">
            <a:normAutofit/>
          </a:bodyPr>
          <a:lstStyle/>
          <a:p>
            <a:r>
              <a:rPr lang="en-CA" sz="3600" dirty="0"/>
              <a:t>What is a regulated occupation?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A2FFB-FA67-A55F-8F19-56AD8E64D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9867" y="6233060"/>
            <a:ext cx="74506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fld id="{5807CB21-D8AA-F047-A353-CE75801DD9C2}" type="slidenum">
              <a:rPr lang="en-US" smtClean="0"/>
              <a:pPr>
                <a:lnSpc>
                  <a:spcPct val="90000"/>
                </a:lnSpc>
                <a:spcAft>
                  <a:spcPts val="800"/>
                </a:spcAft>
              </a:pPr>
              <a:t>7</a:t>
            </a:fld>
            <a:endParaRPr lang="en-US"/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A45B9537-0C3F-92CB-D67C-5E6BE019642B}"/>
              </a:ext>
            </a:extLst>
          </p:cNvPr>
          <p:cNvGraphicFramePr/>
          <p:nvPr/>
        </p:nvGraphicFramePr>
        <p:xfrm>
          <a:off x="1319208" y="3173329"/>
          <a:ext cx="8524885" cy="4405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1B4CE7A9-8B4E-6660-E8C7-925AD6520C94}"/>
              </a:ext>
            </a:extLst>
          </p:cNvPr>
          <p:cNvGrpSpPr/>
          <p:nvPr/>
        </p:nvGrpSpPr>
        <p:grpSpPr>
          <a:xfrm>
            <a:off x="717598" y="1365394"/>
            <a:ext cx="11143612" cy="697265"/>
            <a:chOff x="5913" y="1758582"/>
            <a:chExt cx="1195312" cy="52294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CF53F8-307A-F1A9-53EA-CE827F5CCE35}"/>
                </a:ext>
              </a:extLst>
            </p:cNvPr>
            <p:cNvSpPr/>
            <p:nvPr/>
          </p:nvSpPr>
          <p:spPr>
            <a:xfrm>
              <a:off x="5913" y="1758582"/>
              <a:ext cx="1195312" cy="522949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CA" sz="24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B609FE6-FAFB-8232-478E-98DB5E3DA2DF}"/>
                </a:ext>
              </a:extLst>
            </p:cNvPr>
            <p:cNvSpPr txBox="1"/>
            <p:nvPr/>
          </p:nvSpPr>
          <p:spPr>
            <a:xfrm>
              <a:off x="5913" y="1758582"/>
              <a:ext cx="1195312" cy="5229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defTabSz="65191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>
                  <a:latin typeface="Avenir Next Demi Bold"/>
                </a:rPr>
                <a:t>Professions and skilled trades that are overseen by a provincial regulatory body and require a license, certification, or registration to practice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D8B7A17-A33D-6D58-2C65-4D297D73C7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322" y="2303558"/>
            <a:ext cx="869772" cy="8697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9CC423-E664-FE19-3EBB-0EBE7E4E7847}"/>
              </a:ext>
            </a:extLst>
          </p:cNvPr>
          <p:cNvSpPr txBox="1"/>
          <p:nvPr/>
        </p:nvSpPr>
        <p:spPr>
          <a:xfrm>
            <a:off x="1877747" y="2427821"/>
            <a:ext cx="9332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400" dirty="0">
                <a:latin typeface="Avenir Next Demi Bold"/>
              </a:rPr>
              <a:t>These regulatory bodies set and enforce standards to protect the public </a:t>
            </a:r>
          </a:p>
        </p:txBody>
      </p:sp>
    </p:spTree>
    <p:extLst>
      <p:ext uri="{BB962C8B-B14F-4D97-AF65-F5344CB8AC3E}">
        <p14:creationId xmlns:p14="http://schemas.microsoft.com/office/powerpoint/2010/main" val="3726895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5B29-A116-250C-DBB3-749C3DAE5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11" y="274639"/>
            <a:ext cx="10956324" cy="803263"/>
          </a:xfrm>
        </p:spPr>
        <p:txBody>
          <a:bodyPr>
            <a:normAutofit/>
          </a:bodyPr>
          <a:lstStyle/>
          <a:p>
            <a:r>
              <a:rPr lang="en-CA" sz="3600" dirty="0"/>
              <a:t>Aggregate Statistics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113CE4-654D-3AB5-22C7-890E016EDEC6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273726" y="274639"/>
            <a:ext cx="3762375" cy="904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2C17D8-231E-69D9-9D41-4518AD496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74" y="1179514"/>
            <a:ext cx="11570342" cy="48799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051652-8DBD-8265-3345-CFA37C84F340}"/>
              </a:ext>
            </a:extLst>
          </p:cNvPr>
          <p:cNvSpPr txBox="1"/>
          <p:nvPr/>
        </p:nvSpPr>
        <p:spPr>
          <a:xfrm>
            <a:off x="609611" y="6161088"/>
            <a:ext cx="9893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https://healthworkforce.ca/dashboards/workforce-in-view/recruitment-and-retention/</a:t>
            </a:r>
          </a:p>
        </p:txBody>
      </p:sp>
    </p:spTree>
    <p:extLst>
      <p:ext uri="{BB962C8B-B14F-4D97-AF65-F5344CB8AC3E}">
        <p14:creationId xmlns:p14="http://schemas.microsoft.com/office/powerpoint/2010/main" val="969384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BD06C-E748-A940-9E4D-037885DB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22" y="243780"/>
            <a:ext cx="8217243" cy="706893"/>
          </a:xfrm>
        </p:spPr>
        <p:txBody>
          <a:bodyPr>
            <a:normAutofit/>
          </a:bodyPr>
          <a:lstStyle/>
          <a:p>
            <a:r>
              <a:rPr lang="en-US" sz="3600" dirty="0"/>
              <a:t>Individual linked data: </a:t>
            </a:r>
            <a:r>
              <a:rPr lang="en-US" sz="3600" dirty="0" err="1"/>
              <a:t>DataNB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0088C-6C69-AF48-8112-55EA339E8E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6056" y="1608815"/>
            <a:ext cx="3235897" cy="712263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endParaRPr lang="en-US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NB Graduation Data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74C0C-48DA-C440-A562-4D7BA7166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457189">
              <a:defRPr/>
            </a:pPr>
            <a:fld id="{5807CB21-D8AA-F047-A353-CE75801DD9C2}" type="slidenum">
              <a:rPr lang="en-US" sz="1200">
                <a:solidFill>
                  <a:prstClr val="white">
                    <a:lumMod val="65000"/>
                  </a:prstClr>
                </a:solidFill>
                <a:latin typeface="Century Gothic" panose="020B0502020202020204" pitchFamily="34" charset="0"/>
              </a:rPr>
              <a:pPr defTabSz="457189">
                <a:defRPr/>
              </a:pPr>
              <a:t>9</a:t>
            </a:fld>
            <a:endParaRPr lang="en-US" sz="1200">
              <a:solidFill>
                <a:prstClr val="white">
                  <a:lumMod val="65000"/>
                </a:prst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DF116C6-57B8-3940-BC6D-7332981456EC}"/>
              </a:ext>
            </a:extLst>
          </p:cNvPr>
          <p:cNvGraphicFramePr>
            <a:graphicFrameLocks noGrp="1"/>
          </p:cNvGraphicFramePr>
          <p:nvPr/>
        </p:nvGraphicFramePr>
        <p:xfrm>
          <a:off x="237333" y="2363263"/>
          <a:ext cx="2870140" cy="160750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0460">
                  <a:extLst>
                    <a:ext uri="{9D8B030D-6E8A-4147-A177-3AD203B41FA5}">
                      <a16:colId xmlns:a16="http://schemas.microsoft.com/office/drawing/2014/main" val="280353758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79258474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/>
                        </a:rPr>
                        <a:t>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/>
                        </a:rPr>
                        <a:t>Years available</a:t>
                      </a:r>
                      <a:endParaRPr lang="en-US" sz="16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836263"/>
                  </a:ext>
                </a:extLst>
              </a:tr>
              <a:tr h="44926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/>
                        </a:rPr>
                        <a:t>Universities</a:t>
                      </a: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/>
                        </a:rPr>
                        <a:t>2004-2023</a:t>
                      </a: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10490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 panose="020B0502020202020204" pitchFamily="34" charset="0"/>
                        </a:rPr>
                        <a:t>Community colleges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/>
                        </a:rPr>
                        <a:t>2014-2023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470849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084DC6-8BBE-8949-A35F-4BFFDD9DFA64}"/>
              </a:ext>
            </a:extLst>
          </p:cNvPr>
          <p:cNvSpPr txBox="1">
            <a:spLocks/>
          </p:cNvSpPr>
          <p:nvPr/>
        </p:nvSpPr>
        <p:spPr>
          <a:xfrm>
            <a:off x="6759853" y="1852586"/>
            <a:ext cx="2856523" cy="5075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1pPr>
            <a:lvl2pPr marL="8001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Avenir Nex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3pPr>
            <a:lvl4pPr marL="16573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b="0" i="0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67" b="0" dirty="0">
                <a:latin typeface="Century Gothic" panose="020B0502020202020204" pitchFamily="34" charset="0"/>
              </a:rPr>
              <a:t>Payroll Data</a:t>
            </a: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27DB03D9-DDAC-1040-BD6E-F3A938E03115}"/>
              </a:ext>
            </a:extLst>
          </p:cNvPr>
          <p:cNvGraphicFramePr>
            <a:graphicFrameLocks noGrp="1"/>
          </p:cNvGraphicFramePr>
          <p:nvPr/>
        </p:nvGraphicFramePr>
        <p:xfrm>
          <a:off x="6333335" y="2363263"/>
          <a:ext cx="2870140" cy="1158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2148">
                  <a:extLst>
                    <a:ext uri="{9D8B030D-6E8A-4147-A177-3AD203B41FA5}">
                      <a16:colId xmlns:a16="http://schemas.microsoft.com/office/drawing/2014/main" val="280353758"/>
                    </a:ext>
                  </a:extLst>
                </a:gridCol>
                <a:gridCol w="1247992">
                  <a:extLst>
                    <a:ext uri="{9D8B030D-6E8A-4147-A177-3AD203B41FA5}">
                      <a16:colId xmlns:a16="http://schemas.microsoft.com/office/drawing/2014/main" val="79258474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 panose="020B0502020202020204" pitchFamily="34" charset="0"/>
                        </a:rP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 panose="020B0502020202020204" pitchFamily="34" charset="0"/>
                        </a:rPr>
                        <a:t>Years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83626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 panose="020B0502020202020204" pitchFamily="34" charset="0"/>
                        </a:rPr>
                        <a:t>RN &amp; LPN public sector</a:t>
                      </a: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 panose="020B0502020202020204" pitchFamily="34" charset="0"/>
                        </a:rPr>
                        <a:t>2016-2024</a:t>
                      </a: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104907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FEA7D38B-DCB3-A4F4-3C26-41B28C556A18}"/>
              </a:ext>
            </a:extLst>
          </p:cNvPr>
          <p:cNvGraphicFramePr>
            <a:graphicFrameLocks noGrp="1"/>
          </p:cNvGraphicFramePr>
          <p:nvPr/>
        </p:nvGraphicFramePr>
        <p:xfrm>
          <a:off x="9381336" y="2366471"/>
          <a:ext cx="2734464" cy="158306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75017">
                  <a:extLst>
                    <a:ext uri="{9D8B030D-6E8A-4147-A177-3AD203B41FA5}">
                      <a16:colId xmlns:a16="http://schemas.microsoft.com/office/drawing/2014/main" val="280353758"/>
                    </a:ext>
                  </a:extLst>
                </a:gridCol>
                <a:gridCol w="1259447">
                  <a:extLst>
                    <a:ext uri="{9D8B030D-6E8A-4147-A177-3AD203B41FA5}">
                      <a16:colId xmlns:a16="http://schemas.microsoft.com/office/drawing/2014/main" val="79258474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 panose="020B0502020202020204" pitchFamily="34" charset="0"/>
                        </a:rP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 panose="020B0502020202020204" pitchFamily="34" charset="0"/>
                        </a:rPr>
                        <a:t>Years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836263"/>
                  </a:ext>
                </a:extLst>
              </a:tr>
              <a:tr h="6686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 panose="020B0502020202020204" pitchFamily="34" charset="0"/>
                        </a:rPr>
                        <a:t>Place of residence</a:t>
                      </a: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 panose="020B0502020202020204" pitchFamily="34" charset="0"/>
                        </a:rPr>
                        <a:t>2000-2024</a:t>
                      </a: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104907"/>
                  </a:ext>
                </a:extLst>
              </a:tr>
              <a:tr h="335280">
                <a:tc gridSpan="2">
                  <a:txBody>
                    <a:bodyPr/>
                    <a:lstStyle/>
                    <a:p>
                      <a:endParaRPr lang="en-US" sz="1600" dirty="0">
                        <a:latin typeface="Century Gothic" panose="020B0502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>
                        <a:latin typeface="Avenir Next" panose="020B0503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551982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B11309-6087-0987-BDA9-301A170A904D}"/>
              </a:ext>
            </a:extLst>
          </p:cNvPr>
          <p:cNvSpPr txBox="1">
            <a:spLocks/>
          </p:cNvSpPr>
          <p:nvPr/>
        </p:nvSpPr>
        <p:spPr>
          <a:xfrm>
            <a:off x="9629993" y="1867426"/>
            <a:ext cx="2507635" cy="5075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1pPr>
            <a:lvl2pPr marL="8001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Avenir Nex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3pPr>
            <a:lvl4pPr marL="16573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b="0" i="0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67" b="0" dirty="0">
                <a:latin typeface="Century Gothic" panose="020B0502020202020204" pitchFamily="34" charset="0"/>
              </a:rPr>
              <a:t>Demographics</a:t>
            </a:r>
          </a:p>
        </p:txBody>
      </p:sp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FE6DC0DB-036A-785A-3342-89CE0239E070}"/>
              </a:ext>
            </a:extLst>
          </p:cNvPr>
          <p:cNvGraphicFramePr>
            <a:graphicFrameLocks noGrp="1"/>
          </p:cNvGraphicFramePr>
          <p:nvPr/>
        </p:nvGraphicFramePr>
        <p:xfrm>
          <a:off x="3285334" y="2363060"/>
          <a:ext cx="2870140" cy="19621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0460">
                  <a:extLst>
                    <a:ext uri="{9D8B030D-6E8A-4147-A177-3AD203B41FA5}">
                      <a16:colId xmlns:a16="http://schemas.microsoft.com/office/drawing/2014/main" val="280353758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79258474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/>
                        </a:rPr>
                        <a:t>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/>
                        </a:rPr>
                        <a:t>Years available</a:t>
                      </a:r>
                      <a:endParaRPr lang="en-US" sz="1600" dirty="0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836263"/>
                  </a:ext>
                </a:extLst>
              </a:tr>
              <a:tr h="449261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entury Gothic"/>
                        </a:rPr>
                        <a:t>Regist</a:t>
                      </a:r>
                      <a:r>
                        <a:rPr lang="en-US" sz="1600" dirty="0">
                          <a:latin typeface="Century Gothic"/>
                        </a:rPr>
                        <a:t>. Nurses</a:t>
                      </a: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/>
                        </a:rPr>
                        <a:t>2004-2023</a:t>
                      </a:r>
                    </a:p>
                  </a:txBody>
                  <a:tcPr>
                    <a:solidFill>
                      <a:schemeClr val="bg1">
                        <a:lumMod val="6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104907"/>
                  </a:ext>
                </a:extLst>
              </a:tr>
              <a:tr h="38853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 panose="020B0502020202020204" pitchFamily="34" charset="0"/>
                        </a:rPr>
                        <a:t>Paramedics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1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entury Gothic"/>
                        </a:rPr>
                        <a:t>1980-2024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736551"/>
                  </a:ext>
                </a:extLst>
              </a:tr>
              <a:tr h="54520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 panose="020B0502020202020204" pitchFamily="34" charset="0"/>
                        </a:rPr>
                        <a:t>Social Workers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entury Gothic"/>
                        </a:rPr>
                        <a:t>2008-2024</a:t>
                      </a:r>
                    </a:p>
                  </a:txBody>
                  <a:tcP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470849"/>
                  </a:ext>
                </a:extLst>
              </a:tr>
            </a:tbl>
          </a:graphicData>
        </a:graphic>
      </p:graphicFrame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1B910CB-81E8-FAF4-5A25-1AD838B07068}"/>
              </a:ext>
            </a:extLst>
          </p:cNvPr>
          <p:cNvSpPr txBox="1">
            <a:spLocks/>
          </p:cNvSpPr>
          <p:nvPr/>
        </p:nvSpPr>
        <p:spPr>
          <a:xfrm>
            <a:off x="3407451" y="1828309"/>
            <a:ext cx="3235897" cy="5075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882" indent="-342882" algn="l" defTabSz="457178" rtl="0" eaLnBrk="1" latinLnBrk="0" hangingPunct="1">
              <a:spcBef>
                <a:spcPts val="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1pPr>
            <a:lvl2pPr marL="800060" indent="-342882" algn="l" defTabSz="457178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Avenir Next"/>
                <a:ea typeface="+mn-ea"/>
                <a:cs typeface="+mn-cs"/>
              </a:defRPr>
            </a:lvl2pPr>
            <a:lvl3pPr marL="1142942" indent="-228589" algn="l" defTabSz="457178" rtl="0" eaLnBrk="1" latinLnBrk="0" hangingPunct="1">
              <a:spcBef>
                <a:spcPct val="200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3pPr>
            <a:lvl4pPr marL="1657268" indent="-285737" algn="l" defTabSz="457178" rtl="0" eaLnBrk="1" latinLnBrk="0" hangingPunct="1">
              <a:spcBef>
                <a:spcPct val="200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4pPr>
            <a:lvl5pPr marL="2057298" indent="-228589" algn="l" defTabSz="457178" rtl="0" eaLnBrk="1" latinLnBrk="0" hangingPunct="1">
              <a:spcBef>
                <a:spcPct val="20000"/>
              </a:spcBef>
              <a:buFont typeface="Arial"/>
              <a:buChar char="•"/>
              <a:defRPr sz="1200" b="0" i="0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5pPr>
            <a:lvl6pPr marL="2514474" indent="-228589" algn="l" defTabSz="457178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457178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457178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457178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67" b="0" dirty="0">
                <a:latin typeface="Century Gothic" panose="020B0502020202020204" pitchFamily="34" charset="0"/>
              </a:rPr>
              <a:t>Regulatory Data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C3CF61B-A4A7-2412-E535-CCE0B4CCFC7A}"/>
              </a:ext>
            </a:extLst>
          </p:cNvPr>
          <p:cNvSpPr txBox="1">
            <a:spLocks/>
          </p:cNvSpPr>
          <p:nvPr/>
        </p:nvSpPr>
        <p:spPr>
          <a:xfrm>
            <a:off x="370638" y="5086820"/>
            <a:ext cx="9487737" cy="5075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0"/>
              </a:spcBef>
              <a:buFont typeface="Arial"/>
              <a:buChar char="•"/>
              <a:defRPr sz="1800" b="1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1pPr>
            <a:lvl2pPr marL="8001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Avenir Nex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3pPr>
            <a:lvl4pPr marL="16573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200" b="0" i="0" kern="1200">
                <a:solidFill>
                  <a:schemeClr val="tx1"/>
                </a:solidFill>
                <a:latin typeface="Avenir Next Regular"/>
                <a:ea typeface="+mn-ea"/>
                <a:cs typeface="Avenir Next Regular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0" dirty="0">
                <a:latin typeface="Avenir Next Demi Bold"/>
              </a:rPr>
              <a:t>Linkage using name and birthdate (address when available)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A8714F1-7D8F-0479-06BF-6E64C3C7461D}"/>
              </a:ext>
            </a:extLst>
          </p:cNvPr>
          <p:cNvCxnSpPr>
            <a:cxnSpLocks/>
          </p:cNvCxnSpPr>
          <p:nvPr/>
        </p:nvCxnSpPr>
        <p:spPr>
          <a:xfrm>
            <a:off x="1476682" y="4073820"/>
            <a:ext cx="2065881" cy="992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1F0F20-B8F7-0763-AFC5-E115716AA7D3}"/>
              </a:ext>
            </a:extLst>
          </p:cNvPr>
          <p:cNvCxnSpPr>
            <a:cxnSpLocks/>
          </p:cNvCxnSpPr>
          <p:nvPr/>
        </p:nvCxnSpPr>
        <p:spPr>
          <a:xfrm flipH="1">
            <a:off x="5985892" y="3682755"/>
            <a:ext cx="1782512" cy="1330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65807A-6638-ACF4-E8F3-8503E0045B27}"/>
              </a:ext>
            </a:extLst>
          </p:cNvPr>
          <p:cNvCxnSpPr>
            <a:cxnSpLocks/>
          </p:cNvCxnSpPr>
          <p:nvPr/>
        </p:nvCxnSpPr>
        <p:spPr>
          <a:xfrm flipH="1">
            <a:off x="6632449" y="3682755"/>
            <a:ext cx="4002705" cy="1330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B7D83AC-093A-E408-400E-8401F543AD32}"/>
              </a:ext>
            </a:extLst>
          </p:cNvPr>
          <p:cNvCxnSpPr>
            <a:cxnSpLocks/>
          </p:cNvCxnSpPr>
          <p:nvPr/>
        </p:nvCxnSpPr>
        <p:spPr>
          <a:xfrm>
            <a:off x="4702544" y="4477537"/>
            <a:ext cx="0" cy="535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662C757-5442-0760-F607-6A7E2CB9A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544" y="1016802"/>
            <a:ext cx="799793" cy="799793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ACAB301-470B-CF36-1D03-62F4007DBB99}"/>
              </a:ext>
            </a:extLst>
          </p:cNvPr>
          <p:cNvSpPr/>
          <p:nvPr/>
        </p:nvSpPr>
        <p:spPr>
          <a:xfrm>
            <a:off x="2268915" y="1278333"/>
            <a:ext cx="1729357" cy="288297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AE0E38-15C2-FBB2-7E34-893968A31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784" y="1109525"/>
            <a:ext cx="698779" cy="684895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2246D2E0-56BB-5FB5-7435-0E7EA0026C6D}"/>
              </a:ext>
            </a:extLst>
          </p:cNvPr>
          <p:cNvSpPr/>
          <p:nvPr/>
        </p:nvSpPr>
        <p:spPr>
          <a:xfrm>
            <a:off x="5188075" y="1272549"/>
            <a:ext cx="1728148" cy="288297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C3ABC08-76FA-AF9D-4950-84DFFF563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6224" y="774614"/>
            <a:ext cx="1550611" cy="1092812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B93E3CFF-4556-6445-FCF0-8ECFCAEBBF14}"/>
              </a:ext>
            </a:extLst>
          </p:cNvPr>
          <p:cNvSpPr/>
          <p:nvPr/>
        </p:nvSpPr>
        <p:spPr>
          <a:xfrm>
            <a:off x="8466836" y="1288442"/>
            <a:ext cx="1550609" cy="288297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32EF8DE-C7F5-2FF0-7707-40AAEAC260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1776" y="960352"/>
            <a:ext cx="848091" cy="84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75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885CB8-59CE-3D7D-74BC-BAF83832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8FB20A-5C76-9EE2-6D26-768892CD4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87325"/>
            <a:ext cx="3932237" cy="1600200"/>
          </a:xfrm>
        </p:spPr>
        <p:txBody>
          <a:bodyPr anchor="b">
            <a:normAutofit/>
          </a:bodyPr>
          <a:lstStyle/>
          <a:p>
            <a:r>
              <a:rPr lang="en-CA" dirty="0"/>
              <a:t>Key policy questions for health human resource planning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CCA312AC-AF88-4963-CA45-A3B897E81A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9867" y="6233060"/>
            <a:ext cx="74506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fld id="{5807CB21-D8AA-F047-A353-CE75801DD9C2}" type="slidenum">
              <a:rPr lang="en-US" smtClean="0"/>
              <a:pPr>
                <a:lnSpc>
                  <a:spcPct val="90000"/>
                </a:lnSpc>
                <a:spcAft>
                  <a:spcPts val="800"/>
                </a:spcAft>
              </a:pPr>
              <a:t>10</a:t>
            </a:fld>
            <a:endParaRPr lang="en-US"/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B8080AA1-FD22-F5E2-D5DD-9977EB8C2E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8231523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84CCCB0-9C2B-88C5-A123-5BD1848452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14" y="2039257"/>
            <a:ext cx="5011001" cy="36621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4279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F6F48-69CF-0B82-B5CD-0B8260A19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2287"/>
          </a:xfrm>
        </p:spPr>
        <p:txBody>
          <a:bodyPr/>
          <a:lstStyle/>
          <a:p>
            <a:r>
              <a:rPr lang="en-CA"/>
              <a:t>Future State?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4972C5-09C8-DD8C-A14F-B332C478C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954" y="1464576"/>
            <a:ext cx="3066419" cy="7944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E77C9A-66D6-126F-187F-A158E17F2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70" y="3916283"/>
            <a:ext cx="3761558" cy="902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4CA589-2F87-0F9B-BC18-4947CA9D4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475" y="4818569"/>
            <a:ext cx="3066419" cy="17522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6810A-D654-624E-1673-3CAEFCEDA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518" y="4982163"/>
            <a:ext cx="3400425" cy="1257300"/>
          </a:xfrm>
          <a:prstGeom prst="rect">
            <a:avLst/>
          </a:prstGeom>
        </p:spPr>
      </p:pic>
      <p:pic>
        <p:nvPicPr>
          <p:cNvPr id="8" name="Picture 7" descr="A logo for a company&#10;&#10;AI-generated content may be incorrect.">
            <a:extLst>
              <a:ext uri="{FF2B5EF4-FFF2-40B4-BE49-F238E27FC236}">
                <a16:creationId xmlns:a16="http://schemas.microsoft.com/office/drawing/2014/main" id="{B7C1ADB5-4C9B-6292-7D4D-8E1EBE9EDE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763" y="968596"/>
            <a:ext cx="2543175" cy="1800225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16E51ABC-1323-B2F7-A9BE-4DA9D0D07E76}"/>
              </a:ext>
            </a:extLst>
          </p:cNvPr>
          <p:cNvSpPr/>
          <p:nvPr/>
        </p:nvSpPr>
        <p:spPr>
          <a:xfrm rot="5400000">
            <a:off x="1871085" y="3015637"/>
            <a:ext cx="1031529" cy="48463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47A929F4-3233-AE48-E5AB-443AB1C8733C}"/>
              </a:ext>
            </a:extLst>
          </p:cNvPr>
          <p:cNvSpPr/>
          <p:nvPr/>
        </p:nvSpPr>
        <p:spPr>
          <a:xfrm>
            <a:off x="6594779" y="5475166"/>
            <a:ext cx="1001488" cy="48463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Bent-Up 32">
            <a:extLst>
              <a:ext uri="{FF2B5EF4-FFF2-40B4-BE49-F238E27FC236}">
                <a16:creationId xmlns:a16="http://schemas.microsoft.com/office/drawing/2014/main" id="{A613A6C7-6759-86C5-12CA-50B8DAD27771}"/>
              </a:ext>
            </a:extLst>
          </p:cNvPr>
          <p:cNvSpPr/>
          <p:nvPr/>
        </p:nvSpPr>
        <p:spPr>
          <a:xfrm rot="5400000">
            <a:off x="2331950" y="5004002"/>
            <a:ext cx="1028808" cy="1046817"/>
          </a:xfrm>
          <a:prstGeom prst="bentUpArrow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35" name="Picture 34" descr="A purple and orange letters on a black background&#10;&#10;AI-generated content may be incorrect.">
            <a:extLst>
              <a:ext uri="{FF2B5EF4-FFF2-40B4-BE49-F238E27FC236}">
                <a16:creationId xmlns:a16="http://schemas.microsoft.com/office/drawing/2014/main" id="{035B5539-8D22-0EEF-9E7C-73A0149D78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603" y="787688"/>
            <a:ext cx="2493839" cy="192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28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2049</TotalTime>
  <Words>452</Words>
  <Application>Microsoft Office PowerPoint</Application>
  <PresentationFormat>Widescreen</PresentationFormat>
  <Paragraphs>74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Avenir Next</vt:lpstr>
      <vt:lpstr>Avenir Next Demi Bold</vt:lpstr>
      <vt:lpstr>Calibri</vt:lpstr>
      <vt:lpstr>Century Gothic</vt:lpstr>
      <vt:lpstr>Office Theme</vt:lpstr>
      <vt:lpstr>Digging into Data – Labour Markets  Dr Ted McDonald, Director DataNB Professor, University of New Brunswick October 28 2025</vt:lpstr>
      <vt:lpstr>Definitions</vt:lpstr>
      <vt:lpstr>Occupation</vt:lpstr>
      <vt:lpstr>Typical data sources for occupation</vt:lpstr>
      <vt:lpstr>US Bureau of Labor Statistics : Occupational Employment and Wage Statistics </vt:lpstr>
      <vt:lpstr>Germany - Federal Employment Agency </vt:lpstr>
      <vt:lpstr>What is a regulated occupation? </vt:lpstr>
      <vt:lpstr>Aggregate Statistics</vt:lpstr>
      <vt:lpstr>Individual linked data: DataNB</vt:lpstr>
      <vt:lpstr>Key policy questions for health human resource planning</vt:lpstr>
      <vt:lpstr>Future State?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Ted McDonald</dc:creator>
  <cp:lastModifiedBy>Ted McDonald</cp:lastModifiedBy>
  <cp:revision>7</cp:revision>
  <dcterms:created xsi:type="dcterms:W3CDTF">2025-05-25T15:58:09Z</dcterms:created>
  <dcterms:modified xsi:type="dcterms:W3CDTF">2025-10-26T17:39:12Z</dcterms:modified>
</cp:coreProperties>
</file>