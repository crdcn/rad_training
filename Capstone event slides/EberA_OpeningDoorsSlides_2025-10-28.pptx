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1.xml" ContentType="application/vnd.openxmlformats-officedocument.presentationml.tags+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8" r:id="rId1"/>
  </p:sldMasterIdLst>
  <p:notesMasterIdLst>
    <p:notesMasterId r:id="rId44"/>
  </p:notesMasterIdLst>
  <p:sldIdLst>
    <p:sldId id="304" r:id="rId2"/>
    <p:sldId id="263" r:id="rId3"/>
    <p:sldId id="393" r:id="rId4"/>
    <p:sldId id="524" r:id="rId5"/>
    <p:sldId id="522" r:id="rId6"/>
    <p:sldId id="520" r:id="rId7"/>
    <p:sldId id="534" r:id="rId8"/>
    <p:sldId id="536" r:id="rId9"/>
    <p:sldId id="535" r:id="rId10"/>
    <p:sldId id="405" r:id="rId11"/>
    <p:sldId id="409" r:id="rId12"/>
    <p:sldId id="257" r:id="rId13"/>
    <p:sldId id="525" r:id="rId14"/>
    <p:sldId id="436" r:id="rId15"/>
    <p:sldId id="523" r:id="rId16"/>
    <p:sldId id="538" r:id="rId17"/>
    <p:sldId id="519" r:id="rId18"/>
    <p:sldId id="539" r:id="rId19"/>
    <p:sldId id="540" r:id="rId20"/>
    <p:sldId id="541" r:id="rId21"/>
    <p:sldId id="542" r:id="rId22"/>
    <p:sldId id="543" r:id="rId23"/>
    <p:sldId id="544" r:id="rId24"/>
    <p:sldId id="545" r:id="rId25"/>
    <p:sldId id="258" r:id="rId26"/>
    <p:sldId id="547" r:id="rId27"/>
    <p:sldId id="526" r:id="rId28"/>
    <p:sldId id="423" r:id="rId29"/>
    <p:sldId id="527" r:id="rId30"/>
    <p:sldId id="530" r:id="rId31"/>
    <p:sldId id="531" r:id="rId32"/>
    <p:sldId id="348" r:id="rId33"/>
    <p:sldId id="546" r:id="rId34"/>
    <p:sldId id="532" r:id="rId35"/>
    <p:sldId id="504" r:id="rId36"/>
    <p:sldId id="537" r:id="rId37"/>
    <p:sldId id="426" r:id="rId38"/>
    <p:sldId id="422" r:id="rId39"/>
    <p:sldId id="385" r:id="rId40"/>
    <p:sldId id="533" r:id="rId41"/>
    <p:sldId id="354" r:id="rId42"/>
    <p:sldId id="301" r:id="rId43"/>
  </p:sldIdLst>
  <p:sldSz cx="12192000" cy="6858000"/>
  <p:notesSz cx="6858000" cy="9144000"/>
  <p:embeddedFontLst>
    <p:embeddedFont>
      <p:font typeface="Georgia" panose="02040502050405020303" pitchFamily="18" charset="0"/>
      <p:regular r:id="rId45"/>
      <p:bold r:id="rId46"/>
      <p:italic r:id="rId47"/>
      <p:boldItalic r:id="rId48"/>
    </p:embeddedFont>
    <p:embeddedFont>
      <p:font typeface="Tahoma" panose="020B0604030504040204" pitchFamily="34" charset="0"/>
      <p:regular r:id="rId49"/>
      <p:bold r:id="rId50"/>
    </p:embeddedFont>
    <p:embeddedFont>
      <p:font typeface="Verdana" panose="020B0604030504040204" pitchFamily="34"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54F"/>
    <a:srgbClr val="FFFFFF"/>
    <a:srgbClr val="C70000"/>
    <a:srgbClr val="960000"/>
    <a:srgbClr val="FF3300"/>
    <a:srgbClr val="FF0000"/>
    <a:srgbClr val="E4B429"/>
    <a:srgbClr val="FFEA3D"/>
    <a:srgbClr val="FFFFAA"/>
    <a:srgbClr val="E0249A"/>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ECEA5B-759E-48CC-853B-765AF5D70A4F}" v="99" dt="2025-10-28T18:30:03.6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s>
</file>

<file path=ppt/diagrams/_rels/data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4205B0-DDB3-4AC7-835B-B334409999C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DD49FFA-31EF-4E4B-9050-18B2ECD1A927}">
      <dgm:prSet phldrT="[Text]" custT="1"/>
      <dgm:spPr/>
      <dgm:t>
        <a:bodyPr anchor="ctr"/>
        <a:lstStyle/>
        <a:p>
          <a:pPr algn="ctr"/>
          <a:r>
            <a:rPr lang="en-US" sz="4000"/>
            <a:t>Responsible Research</a:t>
          </a:r>
        </a:p>
      </dgm:t>
    </dgm:pt>
    <dgm:pt modelId="{A4EEC4AC-A726-4127-8EB7-D018A54782F8}" type="parTrans" cxnId="{62EC06B1-9DC9-4A4F-A3D0-0205264B6E3F}">
      <dgm:prSet/>
      <dgm:spPr/>
      <dgm:t>
        <a:bodyPr/>
        <a:lstStyle/>
        <a:p>
          <a:endParaRPr lang="en-US"/>
        </a:p>
      </dgm:t>
    </dgm:pt>
    <dgm:pt modelId="{E847581D-8CE1-45E4-A5FE-6A33364C9D11}" type="sibTrans" cxnId="{62EC06B1-9DC9-4A4F-A3D0-0205264B6E3F}">
      <dgm:prSet/>
      <dgm:spPr/>
      <dgm:t>
        <a:bodyPr/>
        <a:lstStyle/>
        <a:p>
          <a:endParaRPr lang="en-US"/>
        </a:p>
      </dgm:t>
    </dgm:pt>
    <dgm:pt modelId="{A09BDC41-0C6A-4AD1-A47C-F6213D232DE2}">
      <dgm:prSet phldrT="[Text]" custT="1"/>
      <dgm:spPr/>
      <dgm:t>
        <a:bodyPr/>
        <a:lstStyle/>
        <a:p>
          <a:r>
            <a:rPr lang="en-US" sz="4000"/>
            <a:t>Reproducibility</a:t>
          </a:r>
        </a:p>
      </dgm:t>
    </dgm:pt>
    <dgm:pt modelId="{97DA40F9-0804-44E0-B20B-A0C4E15F6B05}" type="parTrans" cxnId="{BCD005CF-E157-4CFD-93C7-ABFD6CE1B086}">
      <dgm:prSet/>
      <dgm:spPr/>
      <dgm:t>
        <a:bodyPr/>
        <a:lstStyle/>
        <a:p>
          <a:endParaRPr lang="en-US"/>
        </a:p>
      </dgm:t>
    </dgm:pt>
    <dgm:pt modelId="{1512BAE1-A374-46FE-B71B-D695313368EE}" type="sibTrans" cxnId="{BCD005CF-E157-4CFD-93C7-ABFD6CE1B086}">
      <dgm:prSet/>
      <dgm:spPr/>
      <dgm:t>
        <a:bodyPr/>
        <a:lstStyle/>
        <a:p>
          <a:endParaRPr lang="en-US"/>
        </a:p>
      </dgm:t>
    </dgm:pt>
    <dgm:pt modelId="{D0A87DD5-6578-476C-8216-965C8ECBA926}">
      <dgm:prSet custT="1"/>
      <dgm:spPr/>
      <dgm:t>
        <a:bodyPr/>
        <a:lstStyle/>
        <a:p>
          <a:r>
            <a:rPr lang="en-US" sz="4000"/>
            <a:t>Replicability</a:t>
          </a:r>
          <a:endParaRPr lang="en-US" sz="4200"/>
        </a:p>
      </dgm:t>
    </dgm:pt>
    <dgm:pt modelId="{54474B12-29D9-4832-930E-225BB383067C}" type="parTrans" cxnId="{9EFF07A1-A35D-4EF0-BC80-64188C8E4152}">
      <dgm:prSet/>
      <dgm:spPr/>
      <dgm:t>
        <a:bodyPr/>
        <a:lstStyle/>
        <a:p>
          <a:endParaRPr lang="en-US"/>
        </a:p>
      </dgm:t>
    </dgm:pt>
    <dgm:pt modelId="{D3D2D555-A6D3-4DCD-AE85-425DB301E9DA}" type="sibTrans" cxnId="{9EFF07A1-A35D-4EF0-BC80-64188C8E4152}">
      <dgm:prSet/>
      <dgm:spPr/>
      <dgm:t>
        <a:bodyPr/>
        <a:lstStyle/>
        <a:p>
          <a:endParaRPr lang="en-US"/>
        </a:p>
      </dgm:t>
    </dgm:pt>
    <dgm:pt modelId="{530CD33A-9705-475E-8474-41112E403A0B}">
      <dgm:prSet custT="1"/>
      <dgm:spPr/>
      <dgm:t>
        <a:bodyPr/>
        <a:lstStyle/>
        <a:p>
          <a:r>
            <a:rPr lang="en-US" sz="4000"/>
            <a:t>Integrity</a:t>
          </a:r>
        </a:p>
      </dgm:t>
    </dgm:pt>
    <dgm:pt modelId="{7F28F570-A6D3-45FE-96DC-D461B2259D4D}" type="parTrans" cxnId="{4A56C8D6-0B43-42C1-8293-25859B63125E}">
      <dgm:prSet/>
      <dgm:spPr/>
      <dgm:t>
        <a:bodyPr/>
        <a:lstStyle/>
        <a:p>
          <a:endParaRPr lang="en-US"/>
        </a:p>
      </dgm:t>
    </dgm:pt>
    <dgm:pt modelId="{394E9BC9-A976-4910-B4BB-83D9593F647B}" type="sibTrans" cxnId="{4A56C8D6-0B43-42C1-8293-25859B63125E}">
      <dgm:prSet/>
      <dgm:spPr/>
      <dgm:t>
        <a:bodyPr/>
        <a:lstStyle/>
        <a:p>
          <a:endParaRPr lang="en-US"/>
        </a:p>
      </dgm:t>
    </dgm:pt>
    <dgm:pt modelId="{F26436FB-6F68-4A2B-9649-9A9244B1B182}">
      <dgm:prSet custT="1"/>
      <dgm:spPr/>
      <dgm:t>
        <a:bodyPr/>
        <a:lstStyle/>
        <a:p>
          <a:r>
            <a:rPr lang="en-US" sz="4000"/>
            <a:t>Transparency</a:t>
          </a:r>
          <a:endParaRPr lang="en-US" sz="4200"/>
        </a:p>
      </dgm:t>
    </dgm:pt>
    <dgm:pt modelId="{86760BE4-4CFA-44E5-8353-1A79154E9FC8}" type="parTrans" cxnId="{13442E06-1EF8-45FA-BC42-D2652C4E8839}">
      <dgm:prSet/>
      <dgm:spPr/>
      <dgm:t>
        <a:bodyPr/>
        <a:lstStyle/>
        <a:p>
          <a:endParaRPr lang="en-US"/>
        </a:p>
      </dgm:t>
    </dgm:pt>
    <dgm:pt modelId="{23871F0B-F2F4-4788-AF6D-DED3FEF16EF1}" type="sibTrans" cxnId="{13442E06-1EF8-45FA-BC42-D2652C4E8839}">
      <dgm:prSet/>
      <dgm:spPr/>
      <dgm:t>
        <a:bodyPr/>
        <a:lstStyle/>
        <a:p>
          <a:endParaRPr lang="en-US"/>
        </a:p>
      </dgm:t>
    </dgm:pt>
    <dgm:pt modelId="{7A69B4CF-371A-4053-A676-89A9F91EFC78}">
      <dgm:prSet custT="1"/>
      <dgm:spPr/>
      <dgm:t>
        <a:bodyPr/>
        <a:lstStyle/>
        <a:p>
          <a:r>
            <a:rPr lang="en-US" sz="4000"/>
            <a:t>Credibility</a:t>
          </a:r>
        </a:p>
      </dgm:t>
    </dgm:pt>
    <dgm:pt modelId="{1A50EEEA-BB35-49EE-8F19-B92D6F3BE868}" type="parTrans" cxnId="{A8AEA4A3-0E0F-433F-BE9E-77CD85AEC6D5}">
      <dgm:prSet/>
      <dgm:spPr/>
      <dgm:t>
        <a:bodyPr/>
        <a:lstStyle/>
        <a:p>
          <a:endParaRPr lang="en-US"/>
        </a:p>
      </dgm:t>
    </dgm:pt>
    <dgm:pt modelId="{44DE1560-0CBA-4348-95CE-092F9588FC9B}" type="sibTrans" cxnId="{A8AEA4A3-0E0F-433F-BE9E-77CD85AEC6D5}">
      <dgm:prSet/>
      <dgm:spPr/>
      <dgm:t>
        <a:bodyPr/>
        <a:lstStyle/>
        <a:p>
          <a:endParaRPr lang="en-US"/>
        </a:p>
      </dgm:t>
    </dgm:pt>
    <dgm:pt modelId="{A3C26F2C-F22B-4BA2-A80C-52C3E8F28008}">
      <dgm:prSet custT="1"/>
      <dgm:spPr/>
      <dgm:t>
        <a:bodyPr/>
        <a:lstStyle/>
        <a:p>
          <a:r>
            <a:rPr lang="en-US" sz="4000"/>
            <a:t>Accountability</a:t>
          </a:r>
        </a:p>
      </dgm:t>
    </dgm:pt>
    <dgm:pt modelId="{E5BF668F-D838-4D3E-8B21-22BCBFB089DD}" type="parTrans" cxnId="{A036332B-DFB5-4781-8FA7-C3B263C65012}">
      <dgm:prSet/>
      <dgm:spPr/>
      <dgm:t>
        <a:bodyPr/>
        <a:lstStyle/>
        <a:p>
          <a:endParaRPr lang="en-US"/>
        </a:p>
      </dgm:t>
    </dgm:pt>
    <dgm:pt modelId="{E4808123-A606-439D-A250-D478E25BFF75}" type="sibTrans" cxnId="{A036332B-DFB5-4781-8FA7-C3B263C65012}">
      <dgm:prSet/>
      <dgm:spPr/>
      <dgm:t>
        <a:bodyPr/>
        <a:lstStyle/>
        <a:p>
          <a:endParaRPr lang="en-US"/>
        </a:p>
      </dgm:t>
    </dgm:pt>
    <dgm:pt modelId="{94577761-DA67-4C02-898D-E9917ECE7271}" type="pres">
      <dgm:prSet presAssocID="{664205B0-DDB3-4AC7-835B-B334409999CE}" presName="vert0" presStyleCnt="0">
        <dgm:presLayoutVars>
          <dgm:dir/>
          <dgm:animOne val="branch"/>
          <dgm:animLvl val="lvl"/>
        </dgm:presLayoutVars>
      </dgm:prSet>
      <dgm:spPr/>
    </dgm:pt>
    <dgm:pt modelId="{97B3BFBE-8AC3-4DCE-A687-3F415368D4BB}" type="pres">
      <dgm:prSet presAssocID="{7DD49FFA-31EF-4E4B-9050-18B2ECD1A927}" presName="thickLine" presStyleLbl="alignNode1" presStyleIdx="0" presStyleCnt="1"/>
      <dgm:spPr/>
    </dgm:pt>
    <dgm:pt modelId="{9764A278-C983-4A6E-98A7-2D15FE80AAC9}" type="pres">
      <dgm:prSet presAssocID="{7DD49FFA-31EF-4E4B-9050-18B2ECD1A927}" presName="horz1" presStyleCnt="0"/>
      <dgm:spPr/>
    </dgm:pt>
    <dgm:pt modelId="{D1FFC255-FFE6-4133-AFCD-2239EE425BC2}" type="pres">
      <dgm:prSet presAssocID="{7DD49FFA-31EF-4E4B-9050-18B2ECD1A927}" presName="tx1" presStyleLbl="revTx" presStyleIdx="0" presStyleCnt="7" custScaleX="144165"/>
      <dgm:spPr/>
    </dgm:pt>
    <dgm:pt modelId="{E1302215-BDB8-4AA6-904E-87D968865399}" type="pres">
      <dgm:prSet presAssocID="{7DD49FFA-31EF-4E4B-9050-18B2ECD1A927}" presName="vert1" presStyleCnt="0"/>
      <dgm:spPr/>
    </dgm:pt>
    <dgm:pt modelId="{CF25DEE9-965D-4BB4-BE12-EFADD5097EE8}" type="pres">
      <dgm:prSet presAssocID="{530CD33A-9705-475E-8474-41112E403A0B}" presName="vertSpace2a" presStyleCnt="0"/>
      <dgm:spPr/>
    </dgm:pt>
    <dgm:pt modelId="{389E0EAF-3377-4C01-8DDF-EB2602FE45CF}" type="pres">
      <dgm:prSet presAssocID="{530CD33A-9705-475E-8474-41112E403A0B}" presName="horz2" presStyleCnt="0"/>
      <dgm:spPr/>
    </dgm:pt>
    <dgm:pt modelId="{56B665AE-A7A2-4F45-814A-5215A069BF80}" type="pres">
      <dgm:prSet presAssocID="{530CD33A-9705-475E-8474-41112E403A0B}" presName="horzSpace2" presStyleCnt="0"/>
      <dgm:spPr/>
    </dgm:pt>
    <dgm:pt modelId="{9F5C8CF9-F132-4583-957E-FF252646C616}" type="pres">
      <dgm:prSet presAssocID="{530CD33A-9705-475E-8474-41112E403A0B}" presName="tx2" presStyleLbl="revTx" presStyleIdx="1" presStyleCnt="7"/>
      <dgm:spPr/>
    </dgm:pt>
    <dgm:pt modelId="{94862255-A848-4A0E-B8E4-CE24F555A9B5}" type="pres">
      <dgm:prSet presAssocID="{530CD33A-9705-475E-8474-41112E403A0B}" presName="vert2" presStyleCnt="0"/>
      <dgm:spPr/>
    </dgm:pt>
    <dgm:pt modelId="{333EBED1-968E-4EB3-AB0E-E979551E92A4}" type="pres">
      <dgm:prSet presAssocID="{530CD33A-9705-475E-8474-41112E403A0B}" presName="thinLine2b" presStyleLbl="callout" presStyleIdx="0" presStyleCnt="6"/>
      <dgm:spPr/>
    </dgm:pt>
    <dgm:pt modelId="{119B2013-E59B-4136-AB4B-D7ED40E59E9D}" type="pres">
      <dgm:prSet presAssocID="{530CD33A-9705-475E-8474-41112E403A0B}" presName="vertSpace2b" presStyleCnt="0"/>
      <dgm:spPr/>
    </dgm:pt>
    <dgm:pt modelId="{F81BA26E-780D-47A5-8ACD-C5E31D13B130}" type="pres">
      <dgm:prSet presAssocID="{A09BDC41-0C6A-4AD1-A47C-F6213D232DE2}" presName="horz2" presStyleCnt="0"/>
      <dgm:spPr/>
    </dgm:pt>
    <dgm:pt modelId="{1FB26628-C827-4DCB-8CE6-574F184984A5}" type="pres">
      <dgm:prSet presAssocID="{A09BDC41-0C6A-4AD1-A47C-F6213D232DE2}" presName="horzSpace2" presStyleCnt="0"/>
      <dgm:spPr/>
    </dgm:pt>
    <dgm:pt modelId="{80D477A0-36EB-4733-8E37-5BD761C6E6AD}" type="pres">
      <dgm:prSet presAssocID="{A09BDC41-0C6A-4AD1-A47C-F6213D232DE2}" presName="tx2" presStyleLbl="revTx" presStyleIdx="2" presStyleCnt="7"/>
      <dgm:spPr/>
    </dgm:pt>
    <dgm:pt modelId="{86DF899A-513E-45ED-8C9E-79B478A00DA1}" type="pres">
      <dgm:prSet presAssocID="{A09BDC41-0C6A-4AD1-A47C-F6213D232DE2}" presName="vert2" presStyleCnt="0"/>
      <dgm:spPr/>
    </dgm:pt>
    <dgm:pt modelId="{2164C2C4-8DA8-4C5D-BE68-F6AFB0216719}" type="pres">
      <dgm:prSet presAssocID="{A09BDC41-0C6A-4AD1-A47C-F6213D232DE2}" presName="thinLine2b" presStyleLbl="callout" presStyleIdx="1" presStyleCnt="6"/>
      <dgm:spPr/>
    </dgm:pt>
    <dgm:pt modelId="{48041280-96F3-4D71-BA32-A7D91556D2A3}" type="pres">
      <dgm:prSet presAssocID="{A09BDC41-0C6A-4AD1-A47C-F6213D232DE2}" presName="vertSpace2b" presStyleCnt="0"/>
      <dgm:spPr/>
    </dgm:pt>
    <dgm:pt modelId="{DAFC44D7-5734-4831-B059-BE15496535B3}" type="pres">
      <dgm:prSet presAssocID="{D0A87DD5-6578-476C-8216-965C8ECBA926}" presName="horz2" presStyleCnt="0"/>
      <dgm:spPr/>
    </dgm:pt>
    <dgm:pt modelId="{620A2CD4-DB29-4F94-922A-1296B6D30EAD}" type="pres">
      <dgm:prSet presAssocID="{D0A87DD5-6578-476C-8216-965C8ECBA926}" presName="horzSpace2" presStyleCnt="0"/>
      <dgm:spPr/>
    </dgm:pt>
    <dgm:pt modelId="{AEB99D9D-CDE3-4606-8F5E-EFE24A329886}" type="pres">
      <dgm:prSet presAssocID="{D0A87DD5-6578-476C-8216-965C8ECBA926}" presName="tx2" presStyleLbl="revTx" presStyleIdx="3" presStyleCnt="7"/>
      <dgm:spPr/>
    </dgm:pt>
    <dgm:pt modelId="{6C921B8D-C74F-4B71-83AB-5F2010402AA5}" type="pres">
      <dgm:prSet presAssocID="{D0A87DD5-6578-476C-8216-965C8ECBA926}" presName="vert2" presStyleCnt="0"/>
      <dgm:spPr/>
    </dgm:pt>
    <dgm:pt modelId="{A8660A94-0522-44B8-BCFE-A881D5DA1E4D}" type="pres">
      <dgm:prSet presAssocID="{D0A87DD5-6578-476C-8216-965C8ECBA926}" presName="thinLine2b" presStyleLbl="callout" presStyleIdx="2" presStyleCnt="6"/>
      <dgm:spPr/>
    </dgm:pt>
    <dgm:pt modelId="{074A69ED-0FF9-4870-BB64-A2281A87B3A4}" type="pres">
      <dgm:prSet presAssocID="{D0A87DD5-6578-476C-8216-965C8ECBA926}" presName="vertSpace2b" presStyleCnt="0"/>
      <dgm:spPr/>
    </dgm:pt>
    <dgm:pt modelId="{5FCABE2A-235B-4AAF-AAC6-926498C73FAA}" type="pres">
      <dgm:prSet presAssocID="{F26436FB-6F68-4A2B-9649-9A9244B1B182}" presName="horz2" presStyleCnt="0"/>
      <dgm:spPr/>
    </dgm:pt>
    <dgm:pt modelId="{2163DF91-4F08-428E-BD11-2FF88E29C456}" type="pres">
      <dgm:prSet presAssocID="{F26436FB-6F68-4A2B-9649-9A9244B1B182}" presName="horzSpace2" presStyleCnt="0"/>
      <dgm:spPr/>
    </dgm:pt>
    <dgm:pt modelId="{81378C24-7F6D-4B73-A7A8-01B71EA2677A}" type="pres">
      <dgm:prSet presAssocID="{F26436FB-6F68-4A2B-9649-9A9244B1B182}" presName="tx2" presStyleLbl="revTx" presStyleIdx="4" presStyleCnt="7"/>
      <dgm:spPr/>
    </dgm:pt>
    <dgm:pt modelId="{F26CF80B-99E1-4F92-8389-69EE5D43F87D}" type="pres">
      <dgm:prSet presAssocID="{F26436FB-6F68-4A2B-9649-9A9244B1B182}" presName="vert2" presStyleCnt="0"/>
      <dgm:spPr/>
    </dgm:pt>
    <dgm:pt modelId="{468400B0-8FE3-434A-8598-FC7C99A0A3F6}" type="pres">
      <dgm:prSet presAssocID="{F26436FB-6F68-4A2B-9649-9A9244B1B182}" presName="thinLine2b" presStyleLbl="callout" presStyleIdx="3" presStyleCnt="6"/>
      <dgm:spPr/>
    </dgm:pt>
    <dgm:pt modelId="{5D5E267E-27A1-47E1-B7C2-DBFA0C03BA3D}" type="pres">
      <dgm:prSet presAssocID="{F26436FB-6F68-4A2B-9649-9A9244B1B182}" presName="vertSpace2b" presStyleCnt="0"/>
      <dgm:spPr/>
    </dgm:pt>
    <dgm:pt modelId="{D4CA33E7-B14A-49C7-8928-F27E23B83216}" type="pres">
      <dgm:prSet presAssocID="{7A69B4CF-371A-4053-A676-89A9F91EFC78}" presName="horz2" presStyleCnt="0"/>
      <dgm:spPr/>
    </dgm:pt>
    <dgm:pt modelId="{513060AF-9198-4E3C-8CCD-9CEA6F1CF5BD}" type="pres">
      <dgm:prSet presAssocID="{7A69B4CF-371A-4053-A676-89A9F91EFC78}" presName="horzSpace2" presStyleCnt="0"/>
      <dgm:spPr/>
    </dgm:pt>
    <dgm:pt modelId="{AC3AC7DD-D9CD-4E8F-A22E-6D0DB864F338}" type="pres">
      <dgm:prSet presAssocID="{7A69B4CF-371A-4053-A676-89A9F91EFC78}" presName="tx2" presStyleLbl="revTx" presStyleIdx="5" presStyleCnt="7"/>
      <dgm:spPr/>
    </dgm:pt>
    <dgm:pt modelId="{0E962C5B-B7C4-47D9-B961-8D42B57E84E4}" type="pres">
      <dgm:prSet presAssocID="{7A69B4CF-371A-4053-A676-89A9F91EFC78}" presName="vert2" presStyleCnt="0"/>
      <dgm:spPr/>
    </dgm:pt>
    <dgm:pt modelId="{319CA676-0F8F-49FA-BC25-4C32F8F63804}" type="pres">
      <dgm:prSet presAssocID="{7A69B4CF-371A-4053-A676-89A9F91EFC78}" presName="thinLine2b" presStyleLbl="callout" presStyleIdx="4" presStyleCnt="6"/>
      <dgm:spPr/>
    </dgm:pt>
    <dgm:pt modelId="{E64CD0ED-4B91-49DC-B405-9DE841529C5C}" type="pres">
      <dgm:prSet presAssocID="{7A69B4CF-371A-4053-A676-89A9F91EFC78}" presName="vertSpace2b" presStyleCnt="0"/>
      <dgm:spPr/>
    </dgm:pt>
    <dgm:pt modelId="{4734466F-B7CE-4008-AB29-E297970284BD}" type="pres">
      <dgm:prSet presAssocID="{A3C26F2C-F22B-4BA2-A80C-52C3E8F28008}" presName="horz2" presStyleCnt="0"/>
      <dgm:spPr/>
    </dgm:pt>
    <dgm:pt modelId="{067D146A-09E5-4933-8079-BEDC8637093D}" type="pres">
      <dgm:prSet presAssocID="{A3C26F2C-F22B-4BA2-A80C-52C3E8F28008}" presName="horzSpace2" presStyleCnt="0"/>
      <dgm:spPr/>
    </dgm:pt>
    <dgm:pt modelId="{A2C41EA2-2B64-4F9A-A557-BD3D9B96815F}" type="pres">
      <dgm:prSet presAssocID="{A3C26F2C-F22B-4BA2-A80C-52C3E8F28008}" presName="tx2" presStyleLbl="revTx" presStyleIdx="6" presStyleCnt="7"/>
      <dgm:spPr/>
    </dgm:pt>
    <dgm:pt modelId="{38A3CD07-D3D9-496D-9ACC-BE5EF59217CE}" type="pres">
      <dgm:prSet presAssocID="{A3C26F2C-F22B-4BA2-A80C-52C3E8F28008}" presName="vert2" presStyleCnt="0"/>
      <dgm:spPr/>
    </dgm:pt>
    <dgm:pt modelId="{E65DEDF8-A965-4AFC-80ED-5D4F8314135B}" type="pres">
      <dgm:prSet presAssocID="{A3C26F2C-F22B-4BA2-A80C-52C3E8F28008}" presName="thinLine2b" presStyleLbl="callout" presStyleIdx="5" presStyleCnt="6"/>
      <dgm:spPr/>
    </dgm:pt>
    <dgm:pt modelId="{C8381D2D-8B05-4757-A126-9F0378187BD8}" type="pres">
      <dgm:prSet presAssocID="{A3C26F2C-F22B-4BA2-A80C-52C3E8F28008}" presName="vertSpace2b" presStyleCnt="0"/>
      <dgm:spPr/>
    </dgm:pt>
  </dgm:ptLst>
  <dgm:cxnLst>
    <dgm:cxn modelId="{13442E06-1EF8-45FA-BC42-D2652C4E8839}" srcId="{7DD49FFA-31EF-4E4B-9050-18B2ECD1A927}" destId="{F26436FB-6F68-4A2B-9649-9A9244B1B182}" srcOrd="3" destOrd="0" parTransId="{86760BE4-4CFA-44E5-8353-1A79154E9FC8}" sibTransId="{23871F0B-F2F4-4788-AF6D-DED3FEF16EF1}"/>
    <dgm:cxn modelId="{601F4E11-6CCE-4D3D-B087-70103B8886CD}" type="presOf" srcId="{530CD33A-9705-475E-8474-41112E403A0B}" destId="{9F5C8CF9-F132-4583-957E-FF252646C616}" srcOrd="0" destOrd="0" presId="urn:microsoft.com/office/officeart/2008/layout/LinedList"/>
    <dgm:cxn modelId="{A036332B-DFB5-4781-8FA7-C3B263C65012}" srcId="{7DD49FFA-31EF-4E4B-9050-18B2ECD1A927}" destId="{A3C26F2C-F22B-4BA2-A80C-52C3E8F28008}" srcOrd="5" destOrd="0" parTransId="{E5BF668F-D838-4D3E-8B21-22BCBFB089DD}" sibTransId="{E4808123-A606-439D-A250-D478E25BFF75}"/>
    <dgm:cxn modelId="{B93ADE32-4370-455B-84FD-D1070F67D4EB}" type="presOf" srcId="{A3C26F2C-F22B-4BA2-A80C-52C3E8F28008}" destId="{A2C41EA2-2B64-4F9A-A557-BD3D9B96815F}" srcOrd="0" destOrd="0" presId="urn:microsoft.com/office/officeart/2008/layout/LinedList"/>
    <dgm:cxn modelId="{2844C24D-F84F-4A8D-84AA-BF5FB96E4B43}" type="presOf" srcId="{7DD49FFA-31EF-4E4B-9050-18B2ECD1A927}" destId="{D1FFC255-FFE6-4133-AFCD-2239EE425BC2}" srcOrd="0" destOrd="0" presId="urn:microsoft.com/office/officeart/2008/layout/LinedList"/>
    <dgm:cxn modelId="{4106D456-5284-46F4-8BC5-9CB24E4C5823}" type="presOf" srcId="{664205B0-DDB3-4AC7-835B-B334409999CE}" destId="{94577761-DA67-4C02-898D-E9917ECE7271}" srcOrd="0" destOrd="0" presId="urn:microsoft.com/office/officeart/2008/layout/LinedList"/>
    <dgm:cxn modelId="{9EFF07A1-A35D-4EF0-BC80-64188C8E4152}" srcId="{7DD49FFA-31EF-4E4B-9050-18B2ECD1A927}" destId="{D0A87DD5-6578-476C-8216-965C8ECBA926}" srcOrd="2" destOrd="0" parTransId="{54474B12-29D9-4832-930E-225BB383067C}" sibTransId="{D3D2D555-A6D3-4DCD-AE85-425DB301E9DA}"/>
    <dgm:cxn modelId="{A8AEA4A3-0E0F-433F-BE9E-77CD85AEC6D5}" srcId="{7DD49FFA-31EF-4E4B-9050-18B2ECD1A927}" destId="{7A69B4CF-371A-4053-A676-89A9F91EFC78}" srcOrd="4" destOrd="0" parTransId="{1A50EEEA-BB35-49EE-8F19-B92D6F3BE868}" sibTransId="{44DE1560-0CBA-4348-95CE-092F9588FC9B}"/>
    <dgm:cxn modelId="{62EC06B1-9DC9-4A4F-A3D0-0205264B6E3F}" srcId="{664205B0-DDB3-4AC7-835B-B334409999CE}" destId="{7DD49FFA-31EF-4E4B-9050-18B2ECD1A927}" srcOrd="0" destOrd="0" parTransId="{A4EEC4AC-A726-4127-8EB7-D018A54782F8}" sibTransId="{E847581D-8CE1-45E4-A5FE-6A33364C9D11}"/>
    <dgm:cxn modelId="{237955B5-3D45-43B2-9B12-BFEE4A0F1BDF}" type="presOf" srcId="{A09BDC41-0C6A-4AD1-A47C-F6213D232DE2}" destId="{80D477A0-36EB-4733-8E37-5BD761C6E6AD}" srcOrd="0" destOrd="0" presId="urn:microsoft.com/office/officeart/2008/layout/LinedList"/>
    <dgm:cxn modelId="{67109BC6-E9C0-442F-940C-65396682B456}" type="presOf" srcId="{D0A87DD5-6578-476C-8216-965C8ECBA926}" destId="{AEB99D9D-CDE3-4606-8F5E-EFE24A329886}" srcOrd="0" destOrd="0" presId="urn:microsoft.com/office/officeart/2008/layout/LinedList"/>
    <dgm:cxn modelId="{BCD005CF-E157-4CFD-93C7-ABFD6CE1B086}" srcId="{7DD49FFA-31EF-4E4B-9050-18B2ECD1A927}" destId="{A09BDC41-0C6A-4AD1-A47C-F6213D232DE2}" srcOrd="1" destOrd="0" parTransId="{97DA40F9-0804-44E0-B20B-A0C4E15F6B05}" sibTransId="{1512BAE1-A374-46FE-B71B-D695313368EE}"/>
    <dgm:cxn modelId="{4A56C8D6-0B43-42C1-8293-25859B63125E}" srcId="{7DD49FFA-31EF-4E4B-9050-18B2ECD1A927}" destId="{530CD33A-9705-475E-8474-41112E403A0B}" srcOrd="0" destOrd="0" parTransId="{7F28F570-A6D3-45FE-96DC-D461B2259D4D}" sibTransId="{394E9BC9-A976-4910-B4BB-83D9593F647B}"/>
    <dgm:cxn modelId="{83DDB4DC-A956-4AF5-B550-52E52F478224}" type="presOf" srcId="{F26436FB-6F68-4A2B-9649-9A9244B1B182}" destId="{81378C24-7F6D-4B73-A7A8-01B71EA2677A}" srcOrd="0" destOrd="0" presId="urn:microsoft.com/office/officeart/2008/layout/LinedList"/>
    <dgm:cxn modelId="{53FB69F4-611A-457D-B2A7-72F69AEBF101}" type="presOf" srcId="{7A69B4CF-371A-4053-A676-89A9F91EFC78}" destId="{AC3AC7DD-D9CD-4E8F-A22E-6D0DB864F338}" srcOrd="0" destOrd="0" presId="urn:microsoft.com/office/officeart/2008/layout/LinedList"/>
    <dgm:cxn modelId="{CA2EA96F-273C-49B8-9F84-95E93078E50C}" type="presParOf" srcId="{94577761-DA67-4C02-898D-E9917ECE7271}" destId="{97B3BFBE-8AC3-4DCE-A687-3F415368D4BB}" srcOrd="0" destOrd="0" presId="urn:microsoft.com/office/officeart/2008/layout/LinedList"/>
    <dgm:cxn modelId="{B2991805-824E-496C-9487-13978126DDF3}" type="presParOf" srcId="{94577761-DA67-4C02-898D-E9917ECE7271}" destId="{9764A278-C983-4A6E-98A7-2D15FE80AAC9}" srcOrd="1" destOrd="0" presId="urn:microsoft.com/office/officeart/2008/layout/LinedList"/>
    <dgm:cxn modelId="{2675A6FD-1A60-45D8-9DAF-988B8A68EF72}" type="presParOf" srcId="{9764A278-C983-4A6E-98A7-2D15FE80AAC9}" destId="{D1FFC255-FFE6-4133-AFCD-2239EE425BC2}" srcOrd="0" destOrd="0" presId="urn:microsoft.com/office/officeart/2008/layout/LinedList"/>
    <dgm:cxn modelId="{78B42F2E-76E4-4BA4-949F-BBD618C2551D}" type="presParOf" srcId="{9764A278-C983-4A6E-98A7-2D15FE80AAC9}" destId="{E1302215-BDB8-4AA6-904E-87D968865399}" srcOrd="1" destOrd="0" presId="urn:microsoft.com/office/officeart/2008/layout/LinedList"/>
    <dgm:cxn modelId="{8E7D7E83-6FF8-425C-B97F-E4A20B583ABE}" type="presParOf" srcId="{E1302215-BDB8-4AA6-904E-87D968865399}" destId="{CF25DEE9-965D-4BB4-BE12-EFADD5097EE8}" srcOrd="0" destOrd="0" presId="urn:microsoft.com/office/officeart/2008/layout/LinedList"/>
    <dgm:cxn modelId="{E25D57F6-8EF7-4A83-AE63-9D59FE3DECE9}" type="presParOf" srcId="{E1302215-BDB8-4AA6-904E-87D968865399}" destId="{389E0EAF-3377-4C01-8DDF-EB2602FE45CF}" srcOrd="1" destOrd="0" presId="urn:microsoft.com/office/officeart/2008/layout/LinedList"/>
    <dgm:cxn modelId="{E37EAE79-E2F0-4A50-AEAE-C8C41BD73FCA}" type="presParOf" srcId="{389E0EAF-3377-4C01-8DDF-EB2602FE45CF}" destId="{56B665AE-A7A2-4F45-814A-5215A069BF80}" srcOrd="0" destOrd="0" presId="urn:microsoft.com/office/officeart/2008/layout/LinedList"/>
    <dgm:cxn modelId="{03AF520C-259B-4170-A1E8-4B1D19F89AC4}" type="presParOf" srcId="{389E0EAF-3377-4C01-8DDF-EB2602FE45CF}" destId="{9F5C8CF9-F132-4583-957E-FF252646C616}" srcOrd="1" destOrd="0" presId="urn:microsoft.com/office/officeart/2008/layout/LinedList"/>
    <dgm:cxn modelId="{81F62122-BDA1-447F-A532-646D9FAF93EF}" type="presParOf" srcId="{389E0EAF-3377-4C01-8DDF-EB2602FE45CF}" destId="{94862255-A848-4A0E-B8E4-CE24F555A9B5}" srcOrd="2" destOrd="0" presId="urn:microsoft.com/office/officeart/2008/layout/LinedList"/>
    <dgm:cxn modelId="{D19CAA49-88A5-4994-8D1D-EFE7ED659A2D}" type="presParOf" srcId="{E1302215-BDB8-4AA6-904E-87D968865399}" destId="{333EBED1-968E-4EB3-AB0E-E979551E92A4}" srcOrd="2" destOrd="0" presId="urn:microsoft.com/office/officeart/2008/layout/LinedList"/>
    <dgm:cxn modelId="{BD9A23DF-95C6-475A-B8D6-6488B7DFCFD3}" type="presParOf" srcId="{E1302215-BDB8-4AA6-904E-87D968865399}" destId="{119B2013-E59B-4136-AB4B-D7ED40E59E9D}" srcOrd="3" destOrd="0" presId="urn:microsoft.com/office/officeart/2008/layout/LinedList"/>
    <dgm:cxn modelId="{5C7EEEB1-75AD-4757-9578-E5047EE3C3AA}" type="presParOf" srcId="{E1302215-BDB8-4AA6-904E-87D968865399}" destId="{F81BA26E-780D-47A5-8ACD-C5E31D13B130}" srcOrd="4" destOrd="0" presId="urn:microsoft.com/office/officeart/2008/layout/LinedList"/>
    <dgm:cxn modelId="{549CF00D-6F35-4075-9B76-8C0565F306F5}" type="presParOf" srcId="{F81BA26E-780D-47A5-8ACD-C5E31D13B130}" destId="{1FB26628-C827-4DCB-8CE6-574F184984A5}" srcOrd="0" destOrd="0" presId="urn:microsoft.com/office/officeart/2008/layout/LinedList"/>
    <dgm:cxn modelId="{6A79E1FB-E250-484A-B1AA-DB4D6270E281}" type="presParOf" srcId="{F81BA26E-780D-47A5-8ACD-C5E31D13B130}" destId="{80D477A0-36EB-4733-8E37-5BD761C6E6AD}" srcOrd="1" destOrd="0" presId="urn:microsoft.com/office/officeart/2008/layout/LinedList"/>
    <dgm:cxn modelId="{1542D079-2897-49A1-9B48-1A5B8F02A613}" type="presParOf" srcId="{F81BA26E-780D-47A5-8ACD-C5E31D13B130}" destId="{86DF899A-513E-45ED-8C9E-79B478A00DA1}" srcOrd="2" destOrd="0" presId="urn:microsoft.com/office/officeart/2008/layout/LinedList"/>
    <dgm:cxn modelId="{0BD44DD2-3598-4A14-8493-BFBEDDCAFB87}" type="presParOf" srcId="{E1302215-BDB8-4AA6-904E-87D968865399}" destId="{2164C2C4-8DA8-4C5D-BE68-F6AFB0216719}" srcOrd="5" destOrd="0" presId="urn:microsoft.com/office/officeart/2008/layout/LinedList"/>
    <dgm:cxn modelId="{C98ED7AE-9701-4CE0-A6EB-FE0CF514E2CF}" type="presParOf" srcId="{E1302215-BDB8-4AA6-904E-87D968865399}" destId="{48041280-96F3-4D71-BA32-A7D91556D2A3}" srcOrd="6" destOrd="0" presId="urn:microsoft.com/office/officeart/2008/layout/LinedList"/>
    <dgm:cxn modelId="{E85EA368-DFC3-49D2-8163-BF69002C3219}" type="presParOf" srcId="{E1302215-BDB8-4AA6-904E-87D968865399}" destId="{DAFC44D7-5734-4831-B059-BE15496535B3}" srcOrd="7" destOrd="0" presId="urn:microsoft.com/office/officeart/2008/layout/LinedList"/>
    <dgm:cxn modelId="{3A5E00C6-2A98-45F4-B334-A5C855CA82E1}" type="presParOf" srcId="{DAFC44D7-5734-4831-B059-BE15496535B3}" destId="{620A2CD4-DB29-4F94-922A-1296B6D30EAD}" srcOrd="0" destOrd="0" presId="urn:microsoft.com/office/officeart/2008/layout/LinedList"/>
    <dgm:cxn modelId="{A848A21C-71F4-4617-B624-F37B5335312D}" type="presParOf" srcId="{DAFC44D7-5734-4831-B059-BE15496535B3}" destId="{AEB99D9D-CDE3-4606-8F5E-EFE24A329886}" srcOrd="1" destOrd="0" presId="urn:microsoft.com/office/officeart/2008/layout/LinedList"/>
    <dgm:cxn modelId="{02CABA37-0B3D-4BF6-A77F-D817111F92CF}" type="presParOf" srcId="{DAFC44D7-5734-4831-B059-BE15496535B3}" destId="{6C921B8D-C74F-4B71-83AB-5F2010402AA5}" srcOrd="2" destOrd="0" presId="urn:microsoft.com/office/officeart/2008/layout/LinedList"/>
    <dgm:cxn modelId="{E8292ACA-CFAF-41C0-9288-DC91B3318416}" type="presParOf" srcId="{E1302215-BDB8-4AA6-904E-87D968865399}" destId="{A8660A94-0522-44B8-BCFE-A881D5DA1E4D}" srcOrd="8" destOrd="0" presId="urn:microsoft.com/office/officeart/2008/layout/LinedList"/>
    <dgm:cxn modelId="{1A2DFB77-9610-452A-901D-2DAFE390A709}" type="presParOf" srcId="{E1302215-BDB8-4AA6-904E-87D968865399}" destId="{074A69ED-0FF9-4870-BB64-A2281A87B3A4}" srcOrd="9" destOrd="0" presId="urn:microsoft.com/office/officeart/2008/layout/LinedList"/>
    <dgm:cxn modelId="{DC35835D-B9FF-4C7A-9593-D1CC15EC4B08}" type="presParOf" srcId="{E1302215-BDB8-4AA6-904E-87D968865399}" destId="{5FCABE2A-235B-4AAF-AAC6-926498C73FAA}" srcOrd="10" destOrd="0" presId="urn:microsoft.com/office/officeart/2008/layout/LinedList"/>
    <dgm:cxn modelId="{C217D33A-5911-4884-B2E9-4376BF9CE5EF}" type="presParOf" srcId="{5FCABE2A-235B-4AAF-AAC6-926498C73FAA}" destId="{2163DF91-4F08-428E-BD11-2FF88E29C456}" srcOrd="0" destOrd="0" presId="urn:microsoft.com/office/officeart/2008/layout/LinedList"/>
    <dgm:cxn modelId="{B9166E4F-FF95-41B8-B7D3-A9295C1FBD2B}" type="presParOf" srcId="{5FCABE2A-235B-4AAF-AAC6-926498C73FAA}" destId="{81378C24-7F6D-4B73-A7A8-01B71EA2677A}" srcOrd="1" destOrd="0" presId="urn:microsoft.com/office/officeart/2008/layout/LinedList"/>
    <dgm:cxn modelId="{93558CBA-8192-4AED-8514-9933A117332D}" type="presParOf" srcId="{5FCABE2A-235B-4AAF-AAC6-926498C73FAA}" destId="{F26CF80B-99E1-4F92-8389-69EE5D43F87D}" srcOrd="2" destOrd="0" presId="urn:microsoft.com/office/officeart/2008/layout/LinedList"/>
    <dgm:cxn modelId="{AF86F507-4775-4C81-B603-B50CF296DFC9}" type="presParOf" srcId="{E1302215-BDB8-4AA6-904E-87D968865399}" destId="{468400B0-8FE3-434A-8598-FC7C99A0A3F6}" srcOrd="11" destOrd="0" presId="urn:microsoft.com/office/officeart/2008/layout/LinedList"/>
    <dgm:cxn modelId="{BB8584D6-29FA-4BE4-8722-D571D220E1C9}" type="presParOf" srcId="{E1302215-BDB8-4AA6-904E-87D968865399}" destId="{5D5E267E-27A1-47E1-B7C2-DBFA0C03BA3D}" srcOrd="12" destOrd="0" presId="urn:microsoft.com/office/officeart/2008/layout/LinedList"/>
    <dgm:cxn modelId="{57A972CF-5CAA-49B9-BB57-35C1644FD5B8}" type="presParOf" srcId="{E1302215-BDB8-4AA6-904E-87D968865399}" destId="{D4CA33E7-B14A-49C7-8928-F27E23B83216}" srcOrd="13" destOrd="0" presId="urn:microsoft.com/office/officeart/2008/layout/LinedList"/>
    <dgm:cxn modelId="{FBBA8927-F73C-4268-BA22-D41BE33584B9}" type="presParOf" srcId="{D4CA33E7-B14A-49C7-8928-F27E23B83216}" destId="{513060AF-9198-4E3C-8CCD-9CEA6F1CF5BD}" srcOrd="0" destOrd="0" presId="urn:microsoft.com/office/officeart/2008/layout/LinedList"/>
    <dgm:cxn modelId="{60EFEC68-582F-47A0-BE53-A2E57B0DBE59}" type="presParOf" srcId="{D4CA33E7-B14A-49C7-8928-F27E23B83216}" destId="{AC3AC7DD-D9CD-4E8F-A22E-6D0DB864F338}" srcOrd="1" destOrd="0" presId="urn:microsoft.com/office/officeart/2008/layout/LinedList"/>
    <dgm:cxn modelId="{BAA586E3-E7B5-4F3C-B5DA-641D69B039A4}" type="presParOf" srcId="{D4CA33E7-B14A-49C7-8928-F27E23B83216}" destId="{0E962C5B-B7C4-47D9-B961-8D42B57E84E4}" srcOrd="2" destOrd="0" presId="urn:microsoft.com/office/officeart/2008/layout/LinedList"/>
    <dgm:cxn modelId="{025AA968-4BA2-4226-8010-E68C8C2EBE4F}" type="presParOf" srcId="{E1302215-BDB8-4AA6-904E-87D968865399}" destId="{319CA676-0F8F-49FA-BC25-4C32F8F63804}" srcOrd="14" destOrd="0" presId="urn:microsoft.com/office/officeart/2008/layout/LinedList"/>
    <dgm:cxn modelId="{C7907B42-AFAB-4029-ABDD-2A8FF4EF6F69}" type="presParOf" srcId="{E1302215-BDB8-4AA6-904E-87D968865399}" destId="{E64CD0ED-4B91-49DC-B405-9DE841529C5C}" srcOrd="15" destOrd="0" presId="urn:microsoft.com/office/officeart/2008/layout/LinedList"/>
    <dgm:cxn modelId="{84622B8F-8DAF-4EB1-AE44-66F704BE3AA9}" type="presParOf" srcId="{E1302215-BDB8-4AA6-904E-87D968865399}" destId="{4734466F-B7CE-4008-AB29-E297970284BD}" srcOrd="16" destOrd="0" presId="urn:microsoft.com/office/officeart/2008/layout/LinedList"/>
    <dgm:cxn modelId="{150045F3-10AE-4B29-BE2B-E4823879DE4E}" type="presParOf" srcId="{4734466F-B7CE-4008-AB29-E297970284BD}" destId="{067D146A-09E5-4933-8079-BEDC8637093D}" srcOrd="0" destOrd="0" presId="urn:microsoft.com/office/officeart/2008/layout/LinedList"/>
    <dgm:cxn modelId="{C398941B-A2A4-4F32-B152-808785657443}" type="presParOf" srcId="{4734466F-B7CE-4008-AB29-E297970284BD}" destId="{A2C41EA2-2B64-4F9A-A557-BD3D9B96815F}" srcOrd="1" destOrd="0" presId="urn:microsoft.com/office/officeart/2008/layout/LinedList"/>
    <dgm:cxn modelId="{3E74AE65-4F11-48C1-8A79-5B5CE15E173C}" type="presParOf" srcId="{4734466F-B7CE-4008-AB29-E297970284BD}" destId="{38A3CD07-D3D9-496D-9ACC-BE5EF59217CE}" srcOrd="2" destOrd="0" presId="urn:microsoft.com/office/officeart/2008/layout/LinedList"/>
    <dgm:cxn modelId="{09FE427B-B484-4787-A1F2-4DBF70F16074}" type="presParOf" srcId="{E1302215-BDB8-4AA6-904E-87D968865399}" destId="{E65DEDF8-A965-4AFC-80ED-5D4F8314135B}" srcOrd="17" destOrd="0" presId="urn:microsoft.com/office/officeart/2008/layout/LinedList"/>
    <dgm:cxn modelId="{C54D55B7-1049-4C8A-A2C6-8FBDB0F321C0}" type="presParOf" srcId="{E1302215-BDB8-4AA6-904E-87D968865399}" destId="{C8381D2D-8B05-4757-A126-9F0378187BD8}" srcOrd="18"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8ED192-67DC-4742-BC4B-569F95EBE96E}"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E615EBB4-C421-43DF-8A8D-CDBEB40FA5FD}">
      <dgm:prSet/>
      <dgm:spPr/>
      <dgm:t>
        <a:bodyPr/>
        <a:lstStyle/>
        <a:p>
          <a:r>
            <a:rPr lang="en-US"/>
            <a:t>Restricted data</a:t>
          </a:r>
        </a:p>
      </dgm:t>
    </dgm:pt>
    <dgm:pt modelId="{D6EF7A00-B44B-407A-B240-0C5F312EE61D}" type="parTrans" cxnId="{86764BF0-C190-410B-AA8E-75DBF6CC43DB}">
      <dgm:prSet/>
      <dgm:spPr/>
      <dgm:t>
        <a:bodyPr/>
        <a:lstStyle/>
        <a:p>
          <a:endParaRPr lang="en-US"/>
        </a:p>
      </dgm:t>
    </dgm:pt>
    <dgm:pt modelId="{664691A4-D175-4AA4-BD7F-9F5AF1E6C189}" type="sibTrans" cxnId="{86764BF0-C190-410B-AA8E-75DBF6CC43DB}">
      <dgm:prSet/>
      <dgm:spPr/>
      <dgm:t>
        <a:bodyPr/>
        <a:lstStyle/>
        <a:p>
          <a:endParaRPr lang="en-US"/>
        </a:p>
      </dgm:t>
    </dgm:pt>
    <dgm:pt modelId="{EEFB6774-DDAA-40A6-BD38-211F3C00E4FD}">
      <dgm:prSet/>
      <dgm:spPr/>
      <dgm:t>
        <a:bodyPr/>
        <a:lstStyle/>
        <a:p>
          <a:r>
            <a:rPr lang="en-US"/>
            <a:t>Restricted use</a:t>
          </a:r>
        </a:p>
      </dgm:t>
    </dgm:pt>
    <dgm:pt modelId="{56C7990A-EFB2-43AF-B7FA-49F324183E8E}" type="parTrans" cxnId="{A6459345-61E8-4F2F-8AD6-F7E11FA47647}">
      <dgm:prSet/>
      <dgm:spPr/>
      <dgm:t>
        <a:bodyPr/>
        <a:lstStyle/>
        <a:p>
          <a:endParaRPr lang="en-US"/>
        </a:p>
      </dgm:t>
    </dgm:pt>
    <dgm:pt modelId="{9262991A-B4E7-4D08-90ED-2A3DD9644B4E}" type="sibTrans" cxnId="{A6459345-61E8-4F2F-8AD6-F7E11FA47647}">
      <dgm:prSet/>
      <dgm:spPr/>
      <dgm:t>
        <a:bodyPr/>
        <a:lstStyle/>
        <a:p>
          <a:endParaRPr lang="en-US"/>
        </a:p>
      </dgm:t>
    </dgm:pt>
    <dgm:pt modelId="{D3040136-9237-4CC2-9D53-67A40D43CFCE}">
      <dgm:prSet/>
      <dgm:spPr/>
      <dgm:t>
        <a:bodyPr/>
        <a:lstStyle/>
        <a:p>
          <a:r>
            <a:rPr lang="en-US"/>
            <a:t>Restricted access</a:t>
          </a:r>
        </a:p>
      </dgm:t>
    </dgm:pt>
    <dgm:pt modelId="{EE7B28A7-E1A0-421A-80DE-91FC12420547}" type="parTrans" cxnId="{81E4009C-42BA-4402-AB5B-11AC3233288F}">
      <dgm:prSet/>
      <dgm:spPr/>
      <dgm:t>
        <a:bodyPr/>
        <a:lstStyle/>
        <a:p>
          <a:endParaRPr lang="en-US"/>
        </a:p>
      </dgm:t>
    </dgm:pt>
    <dgm:pt modelId="{21D9091D-1855-4909-9960-A5931D322B05}" type="sibTrans" cxnId="{81E4009C-42BA-4402-AB5B-11AC3233288F}">
      <dgm:prSet/>
      <dgm:spPr/>
      <dgm:t>
        <a:bodyPr/>
        <a:lstStyle/>
        <a:p>
          <a:endParaRPr lang="en-US"/>
        </a:p>
      </dgm:t>
    </dgm:pt>
    <dgm:pt modelId="{A6BA2A0A-13C2-4F86-9E91-368128C6195F}" type="pres">
      <dgm:prSet presAssocID="{768ED192-67DC-4742-BC4B-569F95EBE96E}" presName="root" presStyleCnt="0">
        <dgm:presLayoutVars>
          <dgm:dir/>
          <dgm:resizeHandles val="exact"/>
        </dgm:presLayoutVars>
      </dgm:prSet>
      <dgm:spPr/>
    </dgm:pt>
    <dgm:pt modelId="{615D67A8-9D22-4D2A-B539-4FF7079FD943}" type="pres">
      <dgm:prSet presAssocID="{E615EBB4-C421-43DF-8A8D-CDBEB40FA5FD}" presName="compNode" presStyleCnt="0"/>
      <dgm:spPr/>
    </dgm:pt>
    <dgm:pt modelId="{FFB0E74E-BF4C-46C4-8447-868BE606B734}" type="pres">
      <dgm:prSet presAssocID="{E615EBB4-C421-43DF-8A8D-CDBEB40FA5FD}"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Lock with solid fill"/>
        </a:ext>
      </dgm:extLst>
    </dgm:pt>
    <dgm:pt modelId="{70CA7865-B5DA-4301-A700-ED2D0C75A382}" type="pres">
      <dgm:prSet presAssocID="{E615EBB4-C421-43DF-8A8D-CDBEB40FA5FD}" presName="spaceRect" presStyleCnt="0"/>
      <dgm:spPr/>
    </dgm:pt>
    <dgm:pt modelId="{3734A4E0-900B-40DD-B901-06DC3F3E762B}" type="pres">
      <dgm:prSet presAssocID="{E615EBB4-C421-43DF-8A8D-CDBEB40FA5FD}" presName="textRect" presStyleLbl="revTx" presStyleIdx="0" presStyleCnt="3">
        <dgm:presLayoutVars>
          <dgm:chMax val="1"/>
          <dgm:chPref val="1"/>
        </dgm:presLayoutVars>
      </dgm:prSet>
      <dgm:spPr/>
    </dgm:pt>
    <dgm:pt modelId="{85C36932-237C-4C57-988F-80728DBD416C}" type="pres">
      <dgm:prSet presAssocID="{664691A4-D175-4AA4-BD7F-9F5AF1E6C189}" presName="sibTrans" presStyleCnt="0"/>
      <dgm:spPr/>
    </dgm:pt>
    <dgm:pt modelId="{E3D656D0-5C1D-423B-AEB4-1DF87B8A0BF5}" type="pres">
      <dgm:prSet presAssocID="{EEFB6774-DDAA-40A6-BD38-211F3C00E4FD}" presName="compNode" presStyleCnt="0"/>
      <dgm:spPr/>
    </dgm:pt>
    <dgm:pt modelId="{A9EA6191-2D5E-4159-80CF-1E2D23CEA7DE}" type="pres">
      <dgm:prSet presAssocID="{EEFB6774-DDAA-40A6-BD38-211F3C00E4FD}"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Key with solid fill"/>
        </a:ext>
      </dgm:extLst>
    </dgm:pt>
    <dgm:pt modelId="{0634105E-0F62-425B-85CC-3E2A792F8CB4}" type="pres">
      <dgm:prSet presAssocID="{EEFB6774-DDAA-40A6-BD38-211F3C00E4FD}" presName="spaceRect" presStyleCnt="0"/>
      <dgm:spPr/>
    </dgm:pt>
    <dgm:pt modelId="{741F964B-C9E7-438E-9910-963FB9E40CE8}" type="pres">
      <dgm:prSet presAssocID="{EEFB6774-DDAA-40A6-BD38-211F3C00E4FD}" presName="textRect" presStyleLbl="revTx" presStyleIdx="1" presStyleCnt="3">
        <dgm:presLayoutVars>
          <dgm:chMax val="1"/>
          <dgm:chPref val="1"/>
        </dgm:presLayoutVars>
      </dgm:prSet>
      <dgm:spPr/>
    </dgm:pt>
    <dgm:pt modelId="{8A562150-7ACC-4C94-8EC7-A6C143F92F2C}" type="pres">
      <dgm:prSet presAssocID="{9262991A-B4E7-4D08-90ED-2A3DD9644B4E}" presName="sibTrans" presStyleCnt="0"/>
      <dgm:spPr/>
    </dgm:pt>
    <dgm:pt modelId="{644E4267-8B8E-47BD-B4A2-95F2E3DC1C53}" type="pres">
      <dgm:prSet presAssocID="{D3040136-9237-4CC2-9D53-67A40D43CFCE}" presName="compNode" presStyleCnt="0"/>
      <dgm:spPr/>
    </dgm:pt>
    <dgm:pt modelId="{03F37CB3-ACB4-4D10-986C-84669F90C405}" type="pres">
      <dgm:prSet presAssocID="{D3040136-9237-4CC2-9D53-67A40D43CF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rbidden"/>
        </a:ext>
      </dgm:extLst>
    </dgm:pt>
    <dgm:pt modelId="{E8EF12C7-386A-4C52-9681-72D94C10CF3B}" type="pres">
      <dgm:prSet presAssocID="{D3040136-9237-4CC2-9D53-67A40D43CFCE}" presName="spaceRect" presStyleCnt="0"/>
      <dgm:spPr/>
    </dgm:pt>
    <dgm:pt modelId="{9DF0F4A0-478E-43DE-A3FD-23EB6FF5F1BB}" type="pres">
      <dgm:prSet presAssocID="{D3040136-9237-4CC2-9D53-67A40D43CFCE}" presName="textRect" presStyleLbl="revTx" presStyleIdx="2" presStyleCnt="3">
        <dgm:presLayoutVars>
          <dgm:chMax val="1"/>
          <dgm:chPref val="1"/>
        </dgm:presLayoutVars>
      </dgm:prSet>
      <dgm:spPr/>
    </dgm:pt>
  </dgm:ptLst>
  <dgm:cxnLst>
    <dgm:cxn modelId="{1AA0EE0F-C0BF-4A8D-90EA-91E66AB4C96E}" type="presOf" srcId="{D3040136-9237-4CC2-9D53-67A40D43CFCE}" destId="{9DF0F4A0-478E-43DE-A3FD-23EB6FF5F1BB}" srcOrd="0" destOrd="0" presId="urn:microsoft.com/office/officeart/2018/2/layout/IconLabelList"/>
    <dgm:cxn modelId="{E3FAB333-CC4A-48CF-AE50-B707BA7ED412}" type="presOf" srcId="{EEFB6774-DDAA-40A6-BD38-211F3C00E4FD}" destId="{741F964B-C9E7-438E-9910-963FB9E40CE8}" srcOrd="0" destOrd="0" presId="urn:microsoft.com/office/officeart/2018/2/layout/IconLabelList"/>
    <dgm:cxn modelId="{A6459345-61E8-4F2F-8AD6-F7E11FA47647}" srcId="{768ED192-67DC-4742-BC4B-569F95EBE96E}" destId="{EEFB6774-DDAA-40A6-BD38-211F3C00E4FD}" srcOrd="1" destOrd="0" parTransId="{56C7990A-EFB2-43AF-B7FA-49F324183E8E}" sibTransId="{9262991A-B4E7-4D08-90ED-2A3DD9644B4E}"/>
    <dgm:cxn modelId="{3AD3846A-E63C-492A-B135-20095FC063BB}" type="presOf" srcId="{E615EBB4-C421-43DF-8A8D-CDBEB40FA5FD}" destId="{3734A4E0-900B-40DD-B901-06DC3F3E762B}" srcOrd="0" destOrd="0" presId="urn:microsoft.com/office/officeart/2018/2/layout/IconLabelList"/>
    <dgm:cxn modelId="{81E4009C-42BA-4402-AB5B-11AC3233288F}" srcId="{768ED192-67DC-4742-BC4B-569F95EBE96E}" destId="{D3040136-9237-4CC2-9D53-67A40D43CFCE}" srcOrd="2" destOrd="0" parTransId="{EE7B28A7-E1A0-421A-80DE-91FC12420547}" sibTransId="{21D9091D-1855-4909-9960-A5931D322B05}"/>
    <dgm:cxn modelId="{AC677DB9-72B1-4D44-B296-DA66357E786D}" type="presOf" srcId="{768ED192-67DC-4742-BC4B-569F95EBE96E}" destId="{A6BA2A0A-13C2-4F86-9E91-368128C6195F}" srcOrd="0" destOrd="0" presId="urn:microsoft.com/office/officeart/2018/2/layout/IconLabelList"/>
    <dgm:cxn modelId="{86764BF0-C190-410B-AA8E-75DBF6CC43DB}" srcId="{768ED192-67DC-4742-BC4B-569F95EBE96E}" destId="{E615EBB4-C421-43DF-8A8D-CDBEB40FA5FD}" srcOrd="0" destOrd="0" parTransId="{D6EF7A00-B44B-407A-B240-0C5F312EE61D}" sibTransId="{664691A4-D175-4AA4-BD7F-9F5AF1E6C189}"/>
    <dgm:cxn modelId="{84FF174E-9D6F-4C6F-839A-71654985A85E}" type="presParOf" srcId="{A6BA2A0A-13C2-4F86-9E91-368128C6195F}" destId="{615D67A8-9D22-4D2A-B539-4FF7079FD943}" srcOrd="0" destOrd="0" presId="urn:microsoft.com/office/officeart/2018/2/layout/IconLabelList"/>
    <dgm:cxn modelId="{56AB66E5-20D3-48DD-B578-5A2F41D526B3}" type="presParOf" srcId="{615D67A8-9D22-4D2A-B539-4FF7079FD943}" destId="{FFB0E74E-BF4C-46C4-8447-868BE606B734}" srcOrd="0" destOrd="0" presId="urn:microsoft.com/office/officeart/2018/2/layout/IconLabelList"/>
    <dgm:cxn modelId="{1D1F38C8-ECFC-4D12-9404-0489AD043107}" type="presParOf" srcId="{615D67A8-9D22-4D2A-B539-4FF7079FD943}" destId="{70CA7865-B5DA-4301-A700-ED2D0C75A382}" srcOrd="1" destOrd="0" presId="urn:microsoft.com/office/officeart/2018/2/layout/IconLabelList"/>
    <dgm:cxn modelId="{09325B02-9DEF-4628-ACCB-53FAA7A50C22}" type="presParOf" srcId="{615D67A8-9D22-4D2A-B539-4FF7079FD943}" destId="{3734A4E0-900B-40DD-B901-06DC3F3E762B}" srcOrd="2" destOrd="0" presId="urn:microsoft.com/office/officeart/2018/2/layout/IconLabelList"/>
    <dgm:cxn modelId="{4B7013DA-6BA1-4C85-8B52-14288F27584A}" type="presParOf" srcId="{A6BA2A0A-13C2-4F86-9E91-368128C6195F}" destId="{85C36932-237C-4C57-988F-80728DBD416C}" srcOrd="1" destOrd="0" presId="urn:microsoft.com/office/officeart/2018/2/layout/IconLabelList"/>
    <dgm:cxn modelId="{2352CF36-2181-44BD-A986-0E2F5F80C627}" type="presParOf" srcId="{A6BA2A0A-13C2-4F86-9E91-368128C6195F}" destId="{E3D656D0-5C1D-423B-AEB4-1DF87B8A0BF5}" srcOrd="2" destOrd="0" presId="urn:microsoft.com/office/officeart/2018/2/layout/IconLabelList"/>
    <dgm:cxn modelId="{31EA7A80-4574-49E7-B710-4879C80E2538}" type="presParOf" srcId="{E3D656D0-5C1D-423B-AEB4-1DF87B8A0BF5}" destId="{A9EA6191-2D5E-4159-80CF-1E2D23CEA7DE}" srcOrd="0" destOrd="0" presId="urn:microsoft.com/office/officeart/2018/2/layout/IconLabelList"/>
    <dgm:cxn modelId="{F03818D7-435B-4C92-9A8D-31F0629D97A6}" type="presParOf" srcId="{E3D656D0-5C1D-423B-AEB4-1DF87B8A0BF5}" destId="{0634105E-0F62-425B-85CC-3E2A792F8CB4}" srcOrd="1" destOrd="0" presId="urn:microsoft.com/office/officeart/2018/2/layout/IconLabelList"/>
    <dgm:cxn modelId="{D150EE79-9A9A-4C32-BF92-2B1D80661591}" type="presParOf" srcId="{E3D656D0-5C1D-423B-AEB4-1DF87B8A0BF5}" destId="{741F964B-C9E7-438E-9910-963FB9E40CE8}" srcOrd="2" destOrd="0" presId="urn:microsoft.com/office/officeart/2018/2/layout/IconLabelList"/>
    <dgm:cxn modelId="{28A33C49-6824-4D9A-B264-6AA7BEFD421A}" type="presParOf" srcId="{A6BA2A0A-13C2-4F86-9E91-368128C6195F}" destId="{8A562150-7ACC-4C94-8EC7-A6C143F92F2C}" srcOrd="3" destOrd="0" presId="urn:microsoft.com/office/officeart/2018/2/layout/IconLabelList"/>
    <dgm:cxn modelId="{493C4255-8DA7-4E49-8272-87B6B8D037E2}" type="presParOf" srcId="{A6BA2A0A-13C2-4F86-9E91-368128C6195F}" destId="{644E4267-8B8E-47BD-B4A2-95F2E3DC1C53}" srcOrd="4" destOrd="0" presId="urn:microsoft.com/office/officeart/2018/2/layout/IconLabelList"/>
    <dgm:cxn modelId="{565FA81D-1CBA-4105-A6F2-64BD3480C28F}" type="presParOf" srcId="{644E4267-8B8E-47BD-B4A2-95F2E3DC1C53}" destId="{03F37CB3-ACB4-4D10-986C-84669F90C405}" srcOrd="0" destOrd="0" presId="urn:microsoft.com/office/officeart/2018/2/layout/IconLabelList"/>
    <dgm:cxn modelId="{58F58025-75E9-4D30-857E-88713BF25EFA}" type="presParOf" srcId="{644E4267-8B8E-47BD-B4A2-95F2E3DC1C53}" destId="{E8EF12C7-386A-4C52-9681-72D94C10CF3B}" srcOrd="1" destOrd="0" presId="urn:microsoft.com/office/officeart/2018/2/layout/IconLabelList"/>
    <dgm:cxn modelId="{813149BF-61D4-48E3-8D8D-9FAD88567A9D}" type="presParOf" srcId="{644E4267-8B8E-47BD-B4A2-95F2E3DC1C53}" destId="{9DF0F4A0-478E-43DE-A3FD-23EB6FF5F1B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168396-8493-438D-88BD-C253A28A57F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A8552A9-7C13-4F00-89B7-BDCF2D088A0B}">
      <dgm:prSet/>
      <dgm:spPr>
        <a:ln>
          <a:solidFill>
            <a:schemeClr val="tx1"/>
          </a:solidFill>
        </a:ln>
      </dgm:spPr>
      <dgm:t>
        <a:bodyPr/>
        <a:lstStyle/>
        <a:p>
          <a:r>
            <a:rPr lang="en-US">
              <a:solidFill>
                <a:schemeClr val="tx1"/>
              </a:solidFill>
            </a:rPr>
            <a:t>Scrutiny from peers</a:t>
          </a:r>
        </a:p>
      </dgm:t>
    </dgm:pt>
    <dgm:pt modelId="{BB6579DE-D0D5-4B42-B03A-FFA81556492C}" type="parTrans" cxnId="{3351A90F-0D7B-4F3C-A5D7-75F1363CA725}">
      <dgm:prSet/>
      <dgm:spPr/>
      <dgm:t>
        <a:bodyPr/>
        <a:lstStyle/>
        <a:p>
          <a:endParaRPr lang="en-US">
            <a:solidFill>
              <a:schemeClr val="tx1"/>
            </a:solidFill>
          </a:endParaRPr>
        </a:p>
      </dgm:t>
    </dgm:pt>
    <dgm:pt modelId="{8DC1690F-5569-4062-BF41-75A16DBB8760}" type="sibTrans" cxnId="{3351A90F-0D7B-4F3C-A5D7-75F1363CA725}">
      <dgm:prSet/>
      <dgm:spPr/>
      <dgm:t>
        <a:bodyPr/>
        <a:lstStyle/>
        <a:p>
          <a:endParaRPr lang="en-US">
            <a:solidFill>
              <a:schemeClr val="tx1"/>
            </a:solidFill>
          </a:endParaRPr>
        </a:p>
      </dgm:t>
    </dgm:pt>
    <dgm:pt modelId="{7DAACDD7-DD2A-4B95-95AB-EA038038F949}">
      <dgm:prSet/>
      <dgm:spPr>
        <a:ln>
          <a:solidFill>
            <a:schemeClr val="tx1"/>
          </a:solidFill>
        </a:ln>
      </dgm:spPr>
      <dgm:t>
        <a:bodyPr/>
        <a:lstStyle/>
        <a:p>
          <a:r>
            <a:rPr lang="en-US">
              <a:solidFill>
                <a:schemeClr val="tx1"/>
              </a:solidFill>
            </a:rPr>
            <a:t>Unfamiliar with metadata</a:t>
          </a:r>
        </a:p>
      </dgm:t>
    </dgm:pt>
    <dgm:pt modelId="{2944E118-5539-4398-9DA5-B40C2CB32486}" type="parTrans" cxnId="{4945DDD1-BA50-4207-84E8-5BADEE7E7455}">
      <dgm:prSet/>
      <dgm:spPr/>
      <dgm:t>
        <a:bodyPr/>
        <a:lstStyle/>
        <a:p>
          <a:endParaRPr lang="en-US">
            <a:solidFill>
              <a:schemeClr val="tx1"/>
            </a:solidFill>
          </a:endParaRPr>
        </a:p>
      </dgm:t>
    </dgm:pt>
    <dgm:pt modelId="{442E8503-141E-4B32-9407-5F133B01F18E}" type="sibTrans" cxnId="{4945DDD1-BA50-4207-84E8-5BADEE7E7455}">
      <dgm:prSet/>
      <dgm:spPr/>
      <dgm:t>
        <a:bodyPr/>
        <a:lstStyle/>
        <a:p>
          <a:endParaRPr lang="en-US">
            <a:solidFill>
              <a:schemeClr val="tx1"/>
            </a:solidFill>
          </a:endParaRPr>
        </a:p>
      </dgm:t>
    </dgm:pt>
    <dgm:pt modelId="{CEA1B84B-756A-45D5-800F-D42DB07EBEAA}">
      <dgm:prSet/>
      <dgm:spPr>
        <a:ln>
          <a:solidFill>
            <a:schemeClr val="tx1"/>
          </a:solidFill>
        </a:ln>
      </dgm:spPr>
      <dgm:t>
        <a:bodyPr/>
        <a:lstStyle/>
        <a:p>
          <a:r>
            <a:rPr lang="en-US">
              <a:solidFill>
                <a:schemeClr val="tx1"/>
              </a:solidFill>
            </a:rPr>
            <a:t>Lack of shared metadata standards</a:t>
          </a:r>
        </a:p>
      </dgm:t>
    </dgm:pt>
    <dgm:pt modelId="{FF350649-1491-413B-8A47-28D0EC97D9AD}" type="parTrans" cxnId="{9AEC383B-D8AC-4554-B9CD-77E19A942F61}">
      <dgm:prSet/>
      <dgm:spPr/>
      <dgm:t>
        <a:bodyPr/>
        <a:lstStyle/>
        <a:p>
          <a:endParaRPr lang="en-US">
            <a:solidFill>
              <a:schemeClr val="tx1"/>
            </a:solidFill>
          </a:endParaRPr>
        </a:p>
      </dgm:t>
    </dgm:pt>
    <dgm:pt modelId="{7F5C465A-ACE6-48F9-A485-984358C7AC39}" type="sibTrans" cxnId="{9AEC383B-D8AC-4554-B9CD-77E19A942F61}">
      <dgm:prSet/>
      <dgm:spPr/>
      <dgm:t>
        <a:bodyPr/>
        <a:lstStyle/>
        <a:p>
          <a:endParaRPr lang="en-US">
            <a:solidFill>
              <a:schemeClr val="tx1"/>
            </a:solidFill>
          </a:endParaRPr>
        </a:p>
      </dgm:t>
    </dgm:pt>
    <dgm:pt modelId="{EFC7DF4C-C687-4822-B1C5-334DE9E9ED47}">
      <dgm:prSet/>
      <dgm:spPr>
        <a:ln>
          <a:solidFill>
            <a:schemeClr val="tx1"/>
          </a:solidFill>
        </a:ln>
      </dgm:spPr>
      <dgm:t>
        <a:bodyPr/>
        <a:lstStyle/>
        <a:p>
          <a:r>
            <a:rPr lang="en-US">
              <a:solidFill>
                <a:schemeClr val="tx1"/>
              </a:solidFill>
            </a:rPr>
            <a:t>Potential data misuse</a:t>
          </a:r>
        </a:p>
      </dgm:t>
    </dgm:pt>
    <dgm:pt modelId="{CFC2F9E2-644B-4392-9947-B5B9C7D06175}" type="parTrans" cxnId="{0CEB5EE4-B08B-458E-99CD-2F561EEC65A0}">
      <dgm:prSet/>
      <dgm:spPr/>
      <dgm:t>
        <a:bodyPr/>
        <a:lstStyle/>
        <a:p>
          <a:endParaRPr lang="en-US">
            <a:solidFill>
              <a:schemeClr val="tx1"/>
            </a:solidFill>
          </a:endParaRPr>
        </a:p>
      </dgm:t>
    </dgm:pt>
    <dgm:pt modelId="{6B1B119E-D1B9-40BB-96AD-2C50C907AFBE}" type="sibTrans" cxnId="{0CEB5EE4-B08B-458E-99CD-2F561EEC65A0}">
      <dgm:prSet/>
      <dgm:spPr/>
      <dgm:t>
        <a:bodyPr/>
        <a:lstStyle/>
        <a:p>
          <a:endParaRPr lang="en-US">
            <a:solidFill>
              <a:schemeClr val="tx1"/>
            </a:solidFill>
          </a:endParaRPr>
        </a:p>
      </dgm:t>
    </dgm:pt>
    <dgm:pt modelId="{319BD9CE-BAA4-478C-B13C-F893EFC1CCAF}">
      <dgm:prSet/>
      <dgm:spPr>
        <a:ln>
          <a:solidFill>
            <a:schemeClr val="tx1"/>
          </a:solidFill>
        </a:ln>
      </dgm:spPr>
      <dgm:t>
        <a:bodyPr/>
        <a:lstStyle/>
        <a:p>
          <a:r>
            <a:rPr lang="en-US">
              <a:solidFill>
                <a:schemeClr val="tx1"/>
              </a:solidFill>
            </a:rPr>
            <a:t>Perceived limited value of data</a:t>
          </a:r>
        </a:p>
      </dgm:t>
    </dgm:pt>
    <dgm:pt modelId="{BE4575C0-13B0-4F93-8316-784C0068B71A}" type="parTrans" cxnId="{DFC95B5A-C691-458B-90EC-FC2BD00DC8C8}">
      <dgm:prSet/>
      <dgm:spPr/>
      <dgm:t>
        <a:bodyPr/>
        <a:lstStyle/>
        <a:p>
          <a:endParaRPr lang="en-US">
            <a:solidFill>
              <a:schemeClr val="tx1"/>
            </a:solidFill>
          </a:endParaRPr>
        </a:p>
      </dgm:t>
    </dgm:pt>
    <dgm:pt modelId="{7F73803B-2918-4CB9-9F71-C92EAE88BE40}" type="sibTrans" cxnId="{DFC95B5A-C691-458B-90EC-FC2BD00DC8C8}">
      <dgm:prSet/>
      <dgm:spPr/>
      <dgm:t>
        <a:bodyPr/>
        <a:lstStyle/>
        <a:p>
          <a:endParaRPr lang="en-US">
            <a:solidFill>
              <a:schemeClr val="tx1"/>
            </a:solidFill>
          </a:endParaRPr>
        </a:p>
      </dgm:t>
    </dgm:pt>
    <dgm:pt modelId="{FDF197C2-A3CC-4421-9ABE-BDEE48619BFE}">
      <dgm:prSet/>
      <dgm:spPr>
        <a:ln>
          <a:solidFill>
            <a:schemeClr val="tx1"/>
          </a:solidFill>
        </a:ln>
      </dgm:spPr>
      <dgm:t>
        <a:bodyPr/>
        <a:lstStyle/>
        <a:p>
          <a:r>
            <a:rPr lang="en-US">
              <a:solidFill>
                <a:schemeClr val="tx1"/>
              </a:solidFill>
            </a:rPr>
            <a:t>Lack of funding</a:t>
          </a:r>
        </a:p>
      </dgm:t>
    </dgm:pt>
    <dgm:pt modelId="{D3C2BB46-E423-4F41-ACE6-8461844E285A}" type="parTrans" cxnId="{324860AF-03EA-49D7-B4CB-36CCAE2A1BE5}">
      <dgm:prSet/>
      <dgm:spPr/>
      <dgm:t>
        <a:bodyPr/>
        <a:lstStyle/>
        <a:p>
          <a:endParaRPr lang="en-US">
            <a:solidFill>
              <a:schemeClr val="tx1"/>
            </a:solidFill>
          </a:endParaRPr>
        </a:p>
      </dgm:t>
    </dgm:pt>
    <dgm:pt modelId="{741DB1B8-E3F8-468F-B26C-34EA66B14250}" type="sibTrans" cxnId="{324860AF-03EA-49D7-B4CB-36CCAE2A1BE5}">
      <dgm:prSet/>
      <dgm:spPr/>
      <dgm:t>
        <a:bodyPr/>
        <a:lstStyle/>
        <a:p>
          <a:endParaRPr lang="en-US">
            <a:solidFill>
              <a:schemeClr val="tx1"/>
            </a:solidFill>
          </a:endParaRPr>
        </a:p>
      </dgm:t>
    </dgm:pt>
    <dgm:pt modelId="{AAC0E13D-8B94-450C-905D-C6E7D4AD278C}">
      <dgm:prSet/>
      <dgm:spPr/>
      <dgm:t>
        <a:bodyPr/>
        <a:lstStyle/>
        <a:p>
          <a:endParaRPr lang="en-US">
            <a:solidFill>
              <a:schemeClr val="tx1"/>
            </a:solidFill>
          </a:endParaRPr>
        </a:p>
      </dgm:t>
    </dgm:pt>
    <dgm:pt modelId="{EF6DE935-C244-4E6F-8F5A-5F683F6DBC71}" type="parTrans" cxnId="{BD08A857-0A8F-4326-A3CE-59C43E6921CA}">
      <dgm:prSet/>
      <dgm:spPr/>
      <dgm:t>
        <a:bodyPr/>
        <a:lstStyle/>
        <a:p>
          <a:endParaRPr lang="en-US">
            <a:solidFill>
              <a:schemeClr val="tx1"/>
            </a:solidFill>
          </a:endParaRPr>
        </a:p>
      </dgm:t>
    </dgm:pt>
    <dgm:pt modelId="{55F1D728-7CF4-49B8-A79A-EDB415A3EF88}" type="sibTrans" cxnId="{BD08A857-0A8F-4326-A3CE-59C43E6921CA}">
      <dgm:prSet/>
      <dgm:spPr/>
      <dgm:t>
        <a:bodyPr/>
        <a:lstStyle/>
        <a:p>
          <a:endParaRPr lang="en-US">
            <a:solidFill>
              <a:schemeClr val="tx1"/>
            </a:solidFill>
          </a:endParaRPr>
        </a:p>
      </dgm:t>
    </dgm:pt>
    <dgm:pt modelId="{94C93716-91A9-435C-9829-B957568409F7}" type="pres">
      <dgm:prSet presAssocID="{A1168396-8493-438D-88BD-C253A28A57FC}" presName="linear" presStyleCnt="0">
        <dgm:presLayoutVars>
          <dgm:dir/>
          <dgm:animLvl val="lvl"/>
          <dgm:resizeHandles val="exact"/>
        </dgm:presLayoutVars>
      </dgm:prSet>
      <dgm:spPr/>
    </dgm:pt>
    <dgm:pt modelId="{16FD0C12-C29E-4078-BAE5-CABEF70A4FEA}" type="pres">
      <dgm:prSet presAssocID="{CA8552A9-7C13-4F00-89B7-BDCF2D088A0B}" presName="parentLin" presStyleCnt="0"/>
      <dgm:spPr/>
    </dgm:pt>
    <dgm:pt modelId="{C8BC7E30-30A9-4228-B8A6-0E66CAA50F5E}" type="pres">
      <dgm:prSet presAssocID="{CA8552A9-7C13-4F00-89B7-BDCF2D088A0B}" presName="parentLeftMargin" presStyleLbl="node1" presStyleIdx="0" presStyleCnt="6"/>
      <dgm:spPr/>
    </dgm:pt>
    <dgm:pt modelId="{6D228FF1-2780-48F6-8FFE-F517562EF96D}" type="pres">
      <dgm:prSet presAssocID="{CA8552A9-7C13-4F00-89B7-BDCF2D088A0B}" presName="parentText" presStyleLbl="node1" presStyleIdx="0" presStyleCnt="6">
        <dgm:presLayoutVars>
          <dgm:chMax val="0"/>
          <dgm:bulletEnabled val="1"/>
        </dgm:presLayoutVars>
      </dgm:prSet>
      <dgm:spPr/>
    </dgm:pt>
    <dgm:pt modelId="{8B5C89FA-617E-4BE4-BA40-6F124230BE9C}" type="pres">
      <dgm:prSet presAssocID="{CA8552A9-7C13-4F00-89B7-BDCF2D088A0B}" presName="negativeSpace" presStyleCnt="0"/>
      <dgm:spPr/>
    </dgm:pt>
    <dgm:pt modelId="{85167C44-E2AC-4662-BEBC-09E30F9AC21D}" type="pres">
      <dgm:prSet presAssocID="{CA8552A9-7C13-4F00-89B7-BDCF2D088A0B}" presName="childText" presStyleLbl="conFgAcc1" presStyleIdx="0" presStyleCnt="6">
        <dgm:presLayoutVars>
          <dgm:bulletEnabled val="1"/>
        </dgm:presLayoutVars>
      </dgm:prSet>
      <dgm:spPr/>
    </dgm:pt>
    <dgm:pt modelId="{E40B6FE3-FF82-4639-ACFC-00A4F5001C65}" type="pres">
      <dgm:prSet presAssocID="{8DC1690F-5569-4062-BF41-75A16DBB8760}" presName="spaceBetweenRectangles" presStyleCnt="0"/>
      <dgm:spPr/>
    </dgm:pt>
    <dgm:pt modelId="{CB2F9712-78B9-4998-8847-5977B7D04E4E}" type="pres">
      <dgm:prSet presAssocID="{7DAACDD7-DD2A-4B95-95AB-EA038038F949}" presName="parentLin" presStyleCnt="0"/>
      <dgm:spPr/>
    </dgm:pt>
    <dgm:pt modelId="{97FD20B3-4573-4B23-9DBE-B25A46B7FEB8}" type="pres">
      <dgm:prSet presAssocID="{7DAACDD7-DD2A-4B95-95AB-EA038038F949}" presName="parentLeftMargin" presStyleLbl="node1" presStyleIdx="0" presStyleCnt="6"/>
      <dgm:spPr/>
    </dgm:pt>
    <dgm:pt modelId="{15D29C4C-AB2E-4D83-8776-77D92D2B7CF7}" type="pres">
      <dgm:prSet presAssocID="{7DAACDD7-DD2A-4B95-95AB-EA038038F949}" presName="parentText" presStyleLbl="node1" presStyleIdx="1" presStyleCnt="6">
        <dgm:presLayoutVars>
          <dgm:chMax val="0"/>
          <dgm:bulletEnabled val="1"/>
        </dgm:presLayoutVars>
      </dgm:prSet>
      <dgm:spPr/>
    </dgm:pt>
    <dgm:pt modelId="{7384D343-739B-43A7-9407-1615DC617541}" type="pres">
      <dgm:prSet presAssocID="{7DAACDD7-DD2A-4B95-95AB-EA038038F949}" presName="negativeSpace" presStyleCnt="0"/>
      <dgm:spPr/>
    </dgm:pt>
    <dgm:pt modelId="{53E956DB-D092-42C6-99C8-116330AAE5C4}" type="pres">
      <dgm:prSet presAssocID="{7DAACDD7-DD2A-4B95-95AB-EA038038F949}" presName="childText" presStyleLbl="conFgAcc1" presStyleIdx="1" presStyleCnt="6">
        <dgm:presLayoutVars>
          <dgm:bulletEnabled val="1"/>
        </dgm:presLayoutVars>
      </dgm:prSet>
      <dgm:spPr/>
    </dgm:pt>
    <dgm:pt modelId="{0D85A600-50D9-4520-B9EA-07B776107D1C}" type="pres">
      <dgm:prSet presAssocID="{442E8503-141E-4B32-9407-5F133B01F18E}" presName="spaceBetweenRectangles" presStyleCnt="0"/>
      <dgm:spPr/>
    </dgm:pt>
    <dgm:pt modelId="{979161F6-4E1E-4087-A261-87507B19E863}" type="pres">
      <dgm:prSet presAssocID="{CEA1B84B-756A-45D5-800F-D42DB07EBEAA}" presName="parentLin" presStyleCnt="0"/>
      <dgm:spPr/>
    </dgm:pt>
    <dgm:pt modelId="{7FCA0413-D834-4AAE-A1BA-365D2E2E9A88}" type="pres">
      <dgm:prSet presAssocID="{CEA1B84B-756A-45D5-800F-D42DB07EBEAA}" presName="parentLeftMargin" presStyleLbl="node1" presStyleIdx="1" presStyleCnt="6"/>
      <dgm:spPr/>
    </dgm:pt>
    <dgm:pt modelId="{EC7FCCE9-ADAC-457B-A3E1-427F33882204}" type="pres">
      <dgm:prSet presAssocID="{CEA1B84B-756A-45D5-800F-D42DB07EBEAA}" presName="parentText" presStyleLbl="node1" presStyleIdx="2" presStyleCnt="6">
        <dgm:presLayoutVars>
          <dgm:chMax val="0"/>
          <dgm:bulletEnabled val="1"/>
        </dgm:presLayoutVars>
      </dgm:prSet>
      <dgm:spPr/>
    </dgm:pt>
    <dgm:pt modelId="{08A961F9-A586-425D-8756-71299F66D59C}" type="pres">
      <dgm:prSet presAssocID="{CEA1B84B-756A-45D5-800F-D42DB07EBEAA}" presName="negativeSpace" presStyleCnt="0"/>
      <dgm:spPr/>
    </dgm:pt>
    <dgm:pt modelId="{F882EC59-06DF-4B0E-90B7-9AD521D9915F}" type="pres">
      <dgm:prSet presAssocID="{CEA1B84B-756A-45D5-800F-D42DB07EBEAA}" presName="childText" presStyleLbl="conFgAcc1" presStyleIdx="2" presStyleCnt="6">
        <dgm:presLayoutVars>
          <dgm:bulletEnabled val="1"/>
        </dgm:presLayoutVars>
      </dgm:prSet>
      <dgm:spPr/>
    </dgm:pt>
    <dgm:pt modelId="{C266FD90-BE19-4AF6-AABD-8B397F874875}" type="pres">
      <dgm:prSet presAssocID="{7F5C465A-ACE6-48F9-A485-984358C7AC39}" presName="spaceBetweenRectangles" presStyleCnt="0"/>
      <dgm:spPr/>
    </dgm:pt>
    <dgm:pt modelId="{43182449-82F6-43A7-9DEC-715CBD40B963}" type="pres">
      <dgm:prSet presAssocID="{EFC7DF4C-C687-4822-B1C5-334DE9E9ED47}" presName="parentLin" presStyleCnt="0"/>
      <dgm:spPr/>
    </dgm:pt>
    <dgm:pt modelId="{D541620E-5669-4F37-AFD1-2303267457D6}" type="pres">
      <dgm:prSet presAssocID="{EFC7DF4C-C687-4822-B1C5-334DE9E9ED47}" presName="parentLeftMargin" presStyleLbl="node1" presStyleIdx="2" presStyleCnt="6"/>
      <dgm:spPr/>
    </dgm:pt>
    <dgm:pt modelId="{D3450DBB-9654-4AF8-A6D5-2EA892EA5BE6}" type="pres">
      <dgm:prSet presAssocID="{EFC7DF4C-C687-4822-B1C5-334DE9E9ED47}" presName="parentText" presStyleLbl="node1" presStyleIdx="3" presStyleCnt="6">
        <dgm:presLayoutVars>
          <dgm:chMax val="0"/>
          <dgm:bulletEnabled val="1"/>
        </dgm:presLayoutVars>
      </dgm:prSet>
      <dgm:spPr/>
    </dgm:pt>
    <dgm:pt modelId="{FB25887F-EDFE-4D76-AB73-D9BFC8BF4D8E}" type="pres">
      <dgm:prSet presAssocID="{EFC7DF4C-C687-4822-B1C5-334DE9E9ED47}" presName="negativeSpace" presStyleCnt="0"/>
      <dgm:spPr/>
    </dgm:pt>
    <dgm:pt modelId="{FBFF4D69-0EA8-40FB-9017-0A42ADAA9054}" type="pres">
      <dgm:prSet presAssocID="{EFC7DF4C-C687-4822-B1C5-334DE9E9ED47}" presName="childText" presStyleLbl="conFgAcc1" presStyleIdx="3" presStyleCnt="6">
        <dgm:presLayoutVars>
          <dgm:bulletEnabled val="1"/>
        </dgm:presLayoutVars>
      </dgm:prSet>
      <dgm:spPr/>
    </dgm:pt>
    <dgm:pt modelId="{831A1E38-1BFB-4137-A1FE-6BB3ABF5811C}" type="pres">
      <dgm:prSet presAssocID="{6B1B119E-D1B9-40BB-96AD-2C50C907AFBE}" presName="spaceBetweenRectangles" presStyleCnt="0"/>
      <dgm:spPr/>
    </dgm:pt>
    <dgm:pt modelId="{75B8FC03-C677-469A-94A5-138785B9DBD2}" type="pres">
      <dgm:prSet presAssocID="{319BD9CE-BAA4-478C-B13C-F893EFC1CCAF}" presName="parentLin" presStyleCnt="0"/>
      <dgm:spPr/>
    </dgm:pt>
    <dgm:pt modelId="{851B89C0-3EF1-4717-A254-AA0EA5C0E65A}" type="pres">
      <dgm:prSet presAssocID="{319BD9CE-BAA4-478C-B13C-F893EFC1CCAF}" presName="parentLeftMargin" presStyleLbl="node1" presStyleIdx="3" presStyleCnt="6"/>
      <dgm:spPr/>
    </dgm:pt>
    <dgm:pt modelId="{AAC3912C-4C54-4C4B-97FF-7F6AAF9F404A}" type="pres">
      <dgm:prSet presAssocID="{319BD9CE-BAA4-478C-B13C-F893EFC1CCAF}" presName="parentText" presStyleLbl="node1" presStyleIdx="4" presStyleCnt="6">
        <dgm:presLayoutVars>
          <dgm:chMax val="0"/>
          <dgm:bulletEnabled val="1"/>
        </dgm:presLayoutVars>
      </dgm:prSet>
      <dgm:spPr/>
    </dgm:pt>
    <dgm:pt modelId="{1D597138-B9D6-4A38-85DD-CC019A7D93B1}" type="pres">
      <dgm:prSet presAssocID="{319BD9CE-BAA4-478C-B13C-F893EFC1CCAF}" presName="negativeSpace" presStyleCnt="0"/>
      <dgm:spPr/>
    </dgm:pt>
    <dgm:pt modelId="{820FA029-3AE5-4D92-A77E-A6F98E44D686}" type="pres">
      <dgm:prSet presAssocID="{319BD9CE-BAA4-478C-B13C-F893EFC1CCAF}" presName="childText" presStyleLbl="conFgAcc1" presStyleIdx="4" presStyleCnt="6">
        <dgm:presLayoutVars>
          <dgm:bulletEnabled val="1"/>
        </dgm:presLayoutVars>
      </dgm:prSet>
      <dgm:spPr/>
    </dgm:pt>
    <dgm:pt modelId="{2EDCEACB-CFBB-4F0F-858A-23D51F407FD6}" type="pres">
      <dgm:prSet presAssocID="{7F73803B-2918-4CB9-9F71-C92EAE88BE40}" presName="spaceBetweenRectangles" presStyleCnt="0"/>
      <dgm:spPr/>
    </dgm:pt>
    <dgm:pt modelId="{16BDE237-8E93-4147-BA18-AA3E313D2D7B}" type="pres">
      <dgm:prSet presAssocID="{FDF197C2-A3CC-4421-9ABE-BDEE48619BFE}" presName="parentLin" presStyleCnt="0"/>
      <dgm:spPr/>
    </dgm:pt>
    <dgm:pt modelId="{6DCC2345-DBD2-4262-91A7-FF3A774D85B8}" type="pres">
      <dgm:prSet presAssocID="{FDF197C2-A3CC-4421-9ABE-BDEE48619BFE}" presName="parentLeftMargin" presStyleLbl="node1" presStyleIdx="4" presStyleCnt="6"/>
      <dgm:spPr/>
    </dgm:pt>
    <dgm:pt modelId="{82486902-04DF-434E-8441-5B9B68956068}" type="pres">
      <dgm:prSet presAssocID="{FDF197C2-A3CC-4421-9ABE-BDEE48619BFE}" presName="parentText" presStyleLbl="node1" presStyleIdx="5" presStyleCnt="6">
        <dgm:presLayoutVars>
          <dgm:chMax val="0"/>
          <dgm:bulletEnabled val="1"/>
        </dgm:presLayoutVars>
      </dgm:prSet>
      <dgm:spPr/>
    </dgm:pt>
    <dgm:pt modelId="{BBD3A021-982F-41BC-8ECE-4EC4E9A6A3DB}" type="pres">
      <dgm:prSet presAssocID="{FDF197C2-A3CC-4421-9ABE-BDEE48619BFE}" presName="negativeSpace" presStyleCnt="0"/>
      <dgm:spPr/>
    </dgm:pt>
    <dgm:pt modelId="{33B69704-022E-4B6A-B508-2C49F24D0D5D}" type="pres">
      <dgm:prSet presAssocID="{FDF197C2-A3CC-4421-9ABE-BDEE48619BFE}" presName="childText" presStyleLbl="conFgAcc1" presStyleIdx="5" presStyleCnt="6">
        <dgm:presLayoutVars>
          <dgm:bulletEnabled val="1"/>
        </dgm:presLayoutVars>
      </dgm:prSet>
      <dgm:spPr/>
    </dgm:pt>
  </dgm:ptLst>
  <dgm:cxnLst>
    <dgm:cxn modelId="{87311009-59D5-4837-91F5-E689EC8A22B6}" type="presOf" srcId="{319BD9CE-BAA4-478C-B13C-F893EFC1CCAF}" destId="{851B89C0-3EF1-4717-A254-AA0EA5C0E65A}" srcOrd="0" destOrd="0" presId="urn:microsoft.com/office/officeart/2005/8/layout/list1"/>
    <dgm:cxn modelId="{3351A90F-0D7B-4F3C-A5D7-75F1363CA725}" srcId="{A1168396-8493-438D-88BD-C253A28A57FC}" destId="{CA8552A9-7C13-4F00-89B7-BDCF2D088A0B}" srcOrd="0" destOrd="0" parTransId="{BB6579DE-D0D5-4B42-B03A-FFA81556492C}" sibTransId="{8DC1690F-5569-4062-BF41-75A16DBB8760}"/>
    <dgm:cxn modelId="{E1AF7D16-0BBA-4E12-8074-79D2AFBCEDBB}" type="presOf" srcId="{EFC7DF4C-C687-4822-B1C5-334DE9E9ED47}" destId="{D3450DBB-9654-4AF8-A6D5-2EA892EA5BE6}" srcOrd="1" destOrd="0" presId="urn:microsoft.com/office/officeart/2005/8/layout/list1"/>
    <dgm:cxn modelId="{6ADEC41F-EEBC-4321-B210-2CC228C2D3A1}" type="presOf" srcId="{319BD9CE-BAA4-478C-B13C-F893EFC1CCAF}" destId="{AAC3912C-4C54-4C4B-97FF-7F6AAF9F404A}" srcOrd="1" destOrd="0" presId="urn:microsoft.com/office/officeart/2005/8/layout/list1"/>
    <dgm:cxn modelId="{BD9F6926-D6A1-43D5-A99C-B37812C1D1C3}" type="presOf" srcId="{EFC7DF4C-C687-4822-B1C5-334DE9E9ED47}" destId="{D541620E-5669-4F37-AFD1-2303267457D6}" srcOrd="0" destOrd="0" presId="urn:microsoft.com/office/officeart/2005/8/layout/list1"/>
    <dgm:cxn modelId="{9AEC383B-D8AC-4554-B9CD-77E19A942F61}" srcId="{A1168396-8493-438D-88BD-C253A28A57FC}" destId="{CEA1B84B-756A-45D5-800F-D42DB07EBEAA}" srcOrd="2" destOrd="0" parTransId="{FF350649-1491-413B-8A47-28D0EC97D9AD}" sibTransId="{7F5C465A-ACE6-48F9-A485-984358C7AC39}"/>
    <dgm:cxn modelId="{96517146-4EDA-4288-94EE-6C992782359C}" type="presOf" srcId="{AAC0E13D-8B94-450C-905D-C6E7D4AD278C}" destId="{85167C44-E2AC-4662-BEBC-09E30F9AC21D}" srcOrd="0" destOrd="0" presId="urn:microsoft.com/office/officeart/2005/8/layout/list1"/>
    <dgm:cxn modelId="{4C78384D-C3BB-4B96-A157-352E9D0EC8C1}" type="presOf" srcId="{A1168396-8493-438D-88BD-C253A28A57FC}" destId="{94C93716-91A9-435C-9829-B957568409F7}" srcOrd="0" destOrd="0" presId="urn:microsoft.com/office/officeart/2005/8/layout/list1"/>
    <dgm:cxn modelId="{BD08A857-0A8F-4326-A3CE-59C43E6921CA}" srcId="{CA8552A9-7C13-4F00-89B7-BDCF2D088A0B}" destId="{AAC0E13D-8B94-450C-905D-C6E7D4AD278C}" srcOrd="0" destOrd="0" parTransId="{EF6DE935-C244-4E6F-8F5A-5F683F6DBC71}" sibTransId="{55F1D728-7CF4-49B8-A79A-EDB415A3EF88}"/>
    <dgm:cxn modelId="{DFC95B5A-C691-458B-90EC-FC2BD00DC8C8}" srcId="{A1168396-8493-438D-88BD-C253A28A57FC}" destId="{319BD9CE-BAA4-478C-B13C-F893EFC1CCAF}" srcOrd="4" destOrd="0" parTransId="{BE4575C0-13B0-4F93-8316-784C0068B71A}" sibTransId="{7F73803B-2918-4CB9-9F71-C92EAE88BE40}"/>
    <dgm:cxn modelId="{6F70EC91-CD8F-4FB7-A798-07652D0A055C}" type="presOf" srcId="{7DAACDD7-DD2A-4B95-95AB-EA038038F949}" destId="{15D29C4C-AB2E-4D83-8776-77D92D2B7CF7}" srcOrd="1" destOrd="0" presId="urn:microsoft.com/office/officeart/2005/8/layout/list1"/>
    <dgm:cxn modelId="{BF3DBEAA-135C-423C-A90F-B89A7BA6E513}" type="presOf" srcId="{7DAACDD7-DD2A-4B95-95AB-EA038038F949}" destId="{97FD20B3-4573-4B23-9DBE-B25A46B7FEB8}" srcOrd="0" destOrd="0" presId="urn:microsoft.com/office/officeart/2005/8/layout/list1"/>
    <dgm:cxn modelId="{324860AF-03EA-49D7-B4CB-36CCAE2A1BE5}" srcId="{A1168396-8493-438D-88BD-C253A28A57FC}" destId="{FDF197C2-A3CC-4421-9ABE-BDEE48619BFE}" srcOrd="5" destOrd="0" parTransId="{D3C2BB46-E423-4F41-ACE6-8461844E285A}" sibTransId="{741DB1B8-E3F8-468F-B26C-34EA66B14250}"/>
    <dgm:cxn modelId="{A91EA9C3-7638-4B98-8A97-A2BA1CD4C0E2}" type="presOf" srcId="{CA8552A9-7C13-4F00-89B7-BDCF2D088A0B}" destId="{C8BC7E30-30A9-4228-B8A6-0E66CAA50F5E}" srcOrd="0" destOrd="0" presId="urn:microsoft.com/office/officeart/2005/8/layout/list1"/>
    <dgm:cxn modelId="{81756BC8-ED5A-4055-B76F-C5C66DE0581D}" type="presOf" srcId="{CEA1B84B-756A-45D5-800F-D42DB07EBEAA}" destId="{EC7FCCE9-ADAC-457B-A3E1-427F33882204}" srcOrd="1" destOrd="0" presId="urn:microsoft.com/office/officeart/2005/8/layout/list1"/>
    <dgm:cxn modelId="{4945DDD1-BA50-4207-84E8-5BADEE7E7455}" srcId="{A1168396-8493-438D-88BD-C253A28A57FC}" destId="{7DAACDD7-DD2A-4B95-95AB-EA038038F949}" srcOrd="1" destOrd="0" parTransId="{2944E118-5539-4398-9DA5-B40C2CB32486}" sibTransId="{442E8503-141E-4B32-9407-5F133B01F18E}"/>
    <dgm:cxn modelId="{C79A63D6-FE54-4575-8D71-CD19D64E5EC4}" type="presOf" srcId="{CEA1B84B-756A-45D5-800F-D42DB07EBEAA}" destId="{7FCA0413-D834-4AAE-A1BA-365D2E2E9A88}" srcOrd="0" destOrd="0" presId="urn:microsoft.com/office/officeart/2005/8/layout/list1"/>
    <dgm:cxn modelId="{0CEB5EE4-B08B-458E-99CD-2F561EEC65A0}" srcId="{A1168396-8493-438D-88BD-C253A28A57FC}" destId="{EFC7DF4C-C687-4822-B1C5-334DE9E9ED47}" srcOrd="3" destOrd="0" parTransId="{CFC2F9E2-644B-4392-9947-B5B9C7D06175}" sibTransId="{6B1B119E-D1B9-40BB-96AD-2C50C907AFBE}"/>
    <dgm:cxn modelId="{329DFAE8-3E1B-4658-9655-0747CBDBD3C2}" type="presOf" srcId="{FDF197C2-A3CC-4421-9ABE-BDEE48619BFE}" destId="{82486902-04DF-434E-8441-5B9B68956068}" srcOrd="1" destOrd="0" presId="urn:microsoft.com/office/officeart/2005/8/layout/list1"/>
    <dgm:cxn modelId="{3AD53BEB-7CFB-4772-BE16-89194B10EF78}" type="presOf" srcId="{FDF197C2-A3CC-4421-9ABE-BDEE48619BFE}" destId="{6DCC2345-DBD2-4262-91A7-FF3A774D85B8}" srcOrd="0" destOrd="0" presId="urn:microsoft.com/office/officeart/2005/8/layout/list1"/>
    <dgm:cxn modelId="{420F5CFF-0179-4BED-9BDE-699E4597BB89}" type="presOf" srcId="{CA8552A9-7C13-4F00-89B7-BDCF2D088A0B}" destId="{6D228FF1-2780-48F6-8FFE-F517562EF96D}" srcOrd="1" destOrd="0" presId="urn:microsoft.com/office/officeart/2005/8/layout/list1"/>
    <dgm:cxn modelId="{B2EB052C-7322-4489-A749-99BB5F1545DC}" type="presParOf" srcId="{94C93716-91A9-435C-9829-B957568409F7}" destId="{16FD0C12-C29E-4078-BAE5-CABEF70A4FEA}" srcOrd="0" destOrd="0" presId="urn:microsoft.com/office/officeart/2005/8/layout/list1"/>
    <dgm:cxn modelId="{98AA924C-5177-43C1-ABBA-1F66567358D1}" type="presParOf" srcId="{16FD0C12-C29E-4078-BAE5-CABEF70A4FEA}" destId="{C8BC7E30-30A9-4228-B8A6-0E66CAA50F5E}" srcOrd="0" destOrd="0" presId="urn:microsoft.com/office/officeart/2005/8/layout/list1"/>
    <dgm:cxn modelId="{295A68C7-B2BE-443D-A80A-0BA683B2A032}" type="presParOf" srcId="{16FD0C12-C29E-4078-BAE5-CABEF70A4FEA}" destId="{6D228FF1-2780-48F6-8FFE-F517562EF96D}" srcOrd="1" destOrd="0" presId="urn:microsoft.com/office/officeart/2005/8/layout/list1"/>
    <dgm:cxn modelId="{365E7F56-A359-4869-AFC9-EA18FA73B253}" type="presParOf" srcId="{94C93716-91A9-435C-9829-B957568409F7}" destId="{8B5C89FA-617E-4BE4-BA40-6F124230BE9C}" srcOrd="1" destOrd="0" presId="urn:microsoft.com/office/officeart/2005/8/layout/list1"/>
    <dgm:cxn modelId="{FD2549E1-BFA5-4A44-A7B7-6AF8F80CF195}" type="presParOf" srcId="{94C93716-91A9-435C-9829-B957568409F7}" destId="{85167C44-E2AC-4662-BEBC-09E30F9AC21D}" srcOrd="2" destOrd="0" presId="urn:microsoft.com/office/officeart/2005/8/layout/list1"/>
    <dgm:cxn modelId="{FA6D2880-3871-4648-9E97-AE281D71DE71}" type="presParOf" srcId="{94C93716-91A9-435C-9829-B957568409F7}" destId="{E40B6FE3-FF82-4639-ACFC-00A4F5001C65}" srcOrd="3" destOrd="0" presId="urn:microsoft.com/office/officeart/2005/8/layout/list1"/>
    <dgm:cxn modelId="{1E4D0E66-F10E-47D9-9B7C-ABE603116AB2}" type="presParOf" srcId="{94C93716-91A9-435C-9829-B957568409F7}" destId="{CB2F9712-78B9-4998-8847-5977B7D04E4E}" srcOrd="4" destOrd="0" presId="urn:microsoft.com/office/officeart/2005/8/layout/list1"/>
    <dgm:cxn modelId="{B77E5011-69BF-49AE-9F6B-E727B859ED3A}" type="presParOf" srcId="{CB2F9712-78B9-4998-8847-5977B7D04E4E}" destId="{97FD20B3-4573-4B23-9DBE-B25A46B7FEB8}" srcOrd="0" destOrd="0" presId="urn:microsoft.com/office/officeart/2005/8/layout/list1"/>
    <dgm:cxn modelId="{22994553-B09F-4D16-8999-68FD24651D47}" type="presParOf" srcId="{CB2F9712-78B9-4998-8847-5977B7D04E4E}" destId="{15D29C4C-AB2E-4D83-8776-77D92D2B7CF7}" srcOrd="1" destOrd="0" presId="urn:microsoft.com/office/officeart/2005/8/layout/list1"/>
    <dgm:cxn modelId="{7D9EE6F0-C420-4B54-B7A7-97962B47D94B}" type="presParOf" srcId="{94C93716-91A9-435C-9829-B957568409F7}" destId="{7384D343-739B-43A7-9407-1615DC617541}" srcOrd="5" destOrd="0" presId="urn:microsoft.com/office/officeart/2005/8/layout/list1"/>
    <dgm:cxn modelId="{157075A7-B270-4403-8FFD-D133893AA0D8}" type="presParOf" srcId="{94C93716-91A9-435C-9829-B957568409F7}" destId="{53E956DB-D092-42C6-99C8-116330AAE5C4}" srcOrd="6" destOrd="0" presId="urn:microsoft.com/office/officeart/2005/8/layout/list1"/>
    <dgm:cxn modelId="{61F18910-1003-4554-9A2F-080137E7630D}" type="presParOf" srcId="{94C93716-91A9-435C-9829-B957568409F7}" destId="{0D85A600-50D9-4520-B9EA-07B776107D1C}" srcOrd="7" destOrd="0" presId="urn:microsoft.com/office/officeart/2005/8/layout/list1"/>
    <dgm:cxn modelId="{09D0E03C-E8ED-432E-A089-691E39E6244E}" type="presParOf" srcId="{94C93716-91A9-435C-9829-B957568409F7}" destId="{979161F6-4E1E-4087-A261-87507B19E863}" srcOrd="8" destOrd="0" presId="urn:microsoft.com/office/officeart/2005/8/layout/list1"/>
    <dgm:cxn modelId="{900EB0CC-E7A9-4E11-B220-F1A6E1DB6D56}" type="presParOf" srcId="{979161F6-4E1E-4087-A261-87507B19E863}" destId="{7FCA0413-D834-4AAE-A1BA-365D2E2E9A88}" srcOrd="0" destOrd="0" presId="urn:microsoft.com/office/officeart/2005/8/layout/list1"/>
    <dgm:cxn modelId="{4431E0EC-CAC0-4500-AF1F-B720D131BD20}" type="presParOf" srcId="{979161F6-4E1E-4087-A261-87507B19E863}" destId="{EC7FCCE9-ADAC-457B-A3E1-427F33882204}" srcOrd="1" destOrd="0" presId="urn:microsoft.com/office/officeart/2005/8/layout/list1"/>
    <dgm:cxn modelId="{F03AFB70-7520-4BF1-BD7F-D7442D0AF61C}" type="presParOf" srcId="{94C93716-91A9-435C-9829-B957568409F7}" destId="{08A961F9-A586-425D-8756-71299F66D59C}" srcOrd="9" destOrd="0" presId="urn:microsoft.com/office/officeart/2005/8/layout/list1"/>
    <dgm:cxn modelId="{CB226318-B8C0-4E13-B5D2-83B14E4463E5}" type="presParOf" srcId="{94C93716-91A9-435C-9829-B957568409F7}" destId="{F882EC59-06DF-4B0E-90B7-9AD521D9915F}" srcOrd="10" destOrd="0" presId="urn:microsoft.com/office/officeart/2005/8/layout/list1"/>
    <dgm:cxn modelId="{009C792C-3E12-41F4-A176-73F87448F051}" type="presParOf" srcId="{94C93716-91A9-435C-9829-B957568409F7}" destId="{C266FD90-BE19-4AF6-AABD-8B397F874875}" srcOrd="11" destOrd="0" presId="urn:microsoft.com/office/officeart/2005/8/layout/list1"/>
    <dgm:cxn modelId="{DB82D963-E926-43B3-97C6-A525DEACC226}" type="presParOf" srcId="{94C93716-91A9-435C-9829-B957568409F7}" destId="{43182449-82F6-43A7-9DEC-715CBD40B963}" srcOrd="12" destOrd="0" presId="urn:microsoft.com/office/officeart/2005/8/layout/list1"/>
    <dgm:cxn modelId="{B3492540-371E-482F-BE68-66F245447ABB}" type="presParOf" srcId="{43182449-82F6-43A7-9DEC-715CBD40B963}" destId="{D541620E-5669-4F37-AFD1-2303267457D6}" srcOrd="0" destOrd="0" presId="urn:microsoft.com/office/officeart/2005/8/layout/list1"/>
    <dgm:cxn modelId="{EE79927E-60F2-459C-973F-E9ACB4578F2B}" type="presParOf" srcId="{43182449-82F6-43A7-9DEC-715CBD40B963}" destId="{D3450DBB-9654-4AF8-A6D5-2EA892EA5BE6}" srcOrd="1" destOrd="0" presId="urn:microsoft.com/office/officeart/2005/8/layout/list1"/>
    <dgm:cxn modelId="{470AFC0B-B74D-4C9C-B59C-D64F9433F441}" type="presParOf" srcId="{94C93716-91A9-435C-9829-B957568409F7}" destId="{FB25887F-EDFE-4D76-AB73-D9BFC8BF4D8E}" srcOrd="13" destOrd="0" presId="urn:microsoft.com/office/officeart/2005/8/layout/list1"/>
    <dgm:cxn modelId="{0D0F0E18-3272-4C34-9072-809F6FE88916}" type="presParOf" srcId="{94C93716-91A9-435C-9829-B957568409F7}" destId="{FBFF4D69-0EA8-40FB-9017-0A42ADAA9054}" srcOrd="14" destOrd="0" presId="urn:microsoft.com/office/officeart/2005/8/layout/list1"/>
    <dgm:cxn modelId="{D9BFF69B-3DD9-466C-BB9D-86F23B7D70E5}" type="presParOf" srcId="{94C93716-91A9-435C-9829-B957568409F7}" destId="{831A1E38-1BFB-4137-A1FE-6BB3ABF5811C}" srcOrd="15" destOrd="0" presId="urn:microsoft.com/office/officeart/2005/8/layout/list1"/>
    <dgm:cxn modelId="{DD7E4E0E-F4DA-4F9A-B201-31337CDE2C6F}" type="presParOf" srcId="{94C93716-91A9-435C-9829-B957568409F7}" destId="{75B8FC03-C677-469A-94A5-138785B9DBD2}" srcOrd="16" destOrd="0" presId="urn:microsoft.com/office/officeart/2005/8/layout/list1"/>
    <dgm:cxn modelId="{538D52DC-B103-4044-8255-E747E6E9DBD4}" type="presParOf" srcId="{75B8FC03-C677-469A-94A5-138785B9DBD2}" destId="{851B89C0-3EF1-4717-A254-AA0EA5C0E65A}" srcOrd="0" destOrd="0" presId="urn:microsoft.com/office/officeart/2005/8/layout/list1"/>
    <dgm:cxn modelId="{9FE568A2-F034-44F1-9259-5A7F2F55AC21}" type="presParOf" srcId="{75B8FC03-C677-469A-94A5-138785B9DBD2}" destId="{AAC3912C-4C54-4C4B-97FF-7F6AAF9F404A}" srcOrd="1" destOrd="0" presId="urn:microsoft.com/office/officeart/2005/8/layout/list1"/>
    <dgm:cxn modelId="{4E6CF611-7352-4DCF-B704-43ADEEE055AE}" type="presParOf" srcId="{94C93716-91A9-435C-9829-B957568409F7}" destId="{1D597138-B9D6-4A38-85DD-CC019A7D93B1}" srcOrd="17" destOrd="0" presId="urn:microsoft.com/office/officeart/2005/8/layout/list1"/>
    <dgm:cxn modelId="{E48D8779-5E39-4EEC-B87A-E8FDA2D9206A}" type="presParOf" srcId="{94C93716-91A9-435C-9829-B957568409F7}" destId="{820FA029-3AE5-4D92-A77E-A6F98E44D686}" srcOrd="18" destOrd="0" presId="urn:microsoft.com/office/officeart/2005/8/layout/list1"/>
    <dgm:cxn modelId="{7602F7FC-12D2-434C-8908-4AFA74C58904}" type="presParOf" srcId="{94C93716-91A9-435C-9829-B957568409F7}" destId="{2EDCEACB-CFBB-4F0F-858A-23D51F407FD6}" srcOrd="19" destOrd="0" presId="urn:microsoft.com/office/officeart/2005/8/layout/list1"/>
    <dgm:cxn modelId="{3BC4BB3B-2137-482D-8EC7-FE5B9FEE3A29}" type="presParOf" srcId="{94C93716-91A9-435C-9829-B957568409F7}" destId="{16BDE237-8E93-4147-BA18-AA3E313D2D7B}" srcOrd="20" destOrd="0" presId="urn:microsoft.com/office/officeart/2005/8/layout/list1"/>
    <dgm:cxn modelId="{AB9B4812-88F2-43B1-A0FB-F73BC6DF1527}" type="presParOf" srcId="{16BDE237-8E93-4147-BA18-AA3E313D2D7B}" destId="{6DCC2345-DBD2-4262-91A7-FF3A774D85B8}" srcOrd="0" destOrd="0" presId="urn:microsoft.com/office/officeart/2005/8/layout/list1"/>
    <dgm:cxn modelId="{F8B2FA2A-8E53-417B-808E-A776287E1F56}" type="presParOf" srcId="{16BDE237-8E93-4147-BA18-AA3E313D2D7B}" destId="{82486902-04DF-434E-8441-5B9B68956068}" srcOrd="1" destOrd="0" presId="urn:microsoft.com/office/officeart/2005/8/layout/list1"/>
    <dgm:cxn modelId="{BDB4EBB2-2843-4241-B24F-0DD4601B4B2D}" type="presParOf" srcId="{94C93716-91A9-435C-9829-B957568409F7}" destId="{BBD3A021-982F-41BC-8ECE-4EC4E9A6A3DB}" srcOrd="21" destOrd="0" presId="urn:microsoft.com/office/officeart/2005/8/layout/list1"/>
    <dgm:cxn modelId="{D40D5AA3-0E0A-4DB5-9296-B9707CA29294}" type="presParOf" srcId="{94C93716-91A9-435C-9829-B957568409F7}" destId="{33B69704-022E-4B6A-B508-2C49F24D0D5D}"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168396-8493-438D-88BD-C253A28A57F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A8552A9-7C13-4F00-89B7-BDCF2D088A0B}">
      <dgm:prSet/>
      <dgm:spPr>
        <a:ln>
          <a:solidFill>
            <a:schemeClr val="tx1"/>
          </a:solidFill>
        </a:ln>
      </dgm:spPr>
      <dgm:t>
        <a:bodyPr/>
        <a:lstStyle/>
        <a:p>
          <a:r>
            <a:rPr lang="en-US">
              <a:solidFill>
                <a:schemeClr val="tx1"/>
              </a:solidFill>
            </a:rPr>
            <a:t>Confidentiality</a:t>
          </a:r>
        </a:p>
      </dgm:t>
    </dgm:pt>
    <dgm:pt modelId="{BB6579DE-D0D5-4B42-B03A-FFA81556492C}" type="parTrans" cxnId="{3351A90F-0D7B-4F3C-A5D7-75F1363CA725}">
      <dgm:prSet/>
      <dgm:spPr/>
      <dgm:t>
        <a:bodyPr/>
        <a:lstStyle/>
        <a:p>
          <a:endParaRPr lang="en-US">
            <a:solidFill>
              <a:schemeClr val="tx1"/>
            </a:solidFill>
          </a:endParaRPr>
        </a:p>
      </dgm:t>
    </dgm:pt>
    <dgm:pt modelId="{8DC1690F-5569-4062-BF41-75A16DBB8760}" type="sibTrans" cxnId="{3351A90F-0D7B-4F3C-A5D7-75F1363CA725}">
      <dgm:prSet/>
      <dgm:spPr/>
      <dgm:t>
        <a:bodyPr/>
        <a:lstStyle/>
        <a:p>
          <a:endParaRPr lang="en-US">
            <a:solidFill>
              <a:schemeClr val="tx1"/>
            </a:solidFill>
          </a:endParaRPr>
        </a:p>
      </dgm:t>
    </dgm:pt>
    <dgm:pt modelId="{7DAACDD7-DD2A-4B95-95AB-EA038038F949}">
      <dgm:prSet/>
      <dgm:spPr>
        <a:ln>
          <a:solidFill>
            <a:schemeClr val="tx1"/>
          </a:solidFill>
        </a:ln>
      </dgm:spPr>
      <dgm:t>
        <a:bodyPr/>
        <a:lstStyle/>
        <a:p>
          <a:r>
            <a:rPr lang="en-US">
              <a:solidFill>
                <a:schemeClr val="tx1"/>
              </a:solidFill>
            </a:rPr>
            <a:t>Varying privacy legislation</a:t>
          </a:r>
        </a:p>
      </dgm:t>
    </dgm:pt>
    <dgm:pt modelId="{2944E118-5539-4398-9DA5-B40C2CB32486}" type="parTrans" cxnId="{4945DDD1-BA50-4207-84E8-5BADEE7E7455}">
      <dgm:prSet/>
      <dgm:spPr/>
      <dgm:t>
        <a:bodyPr/>
        <a:lstStyle/>
        <a:p>
          <a:endParaRPr lang="en-US">
            <a:solidFill>
              <a:schemeClr val="tx1"/>
            </a:solidFill>
          </a:endParaRPr>
        </a:p>
      </dgm:t>
    </dgm:pt>
    <dgm:pt modelId="{442E8503-141E-4B32-9407-5F133B01F18E}" type="sibTrans" cxnId="{4945DDD1-BA50-4207-84E8-5BADEE7E7455}">
      <dgm:prSet/>
      <dgm:spPr/>
      <dgm:t>
        <a:bodyPr/>
        <a:lstStyle/>
        <a:p>
          <a:endParaRPr lang="en-US">
            <a:solidFill>
              <a:schemeClr val="tx1"/>
            </a:solidFill>
          </a:endParaRPr>
        </a:p>
      </dgm:t>
    </dgm:pt>
    <dgm:pt modelId="{CEA1B84B-756A-45D5-800F-D42DB07EBEAA}">
      <dgm:prSet/>
      <dgm:spPr>
        <a:ln>
          <a:solidFill>
            <a:schemeClr val="tx1"/>
          </a:solidFill>
        </a:ln>
      </dgm:spPr>
      <dgm:t>
        <a:bodyPr/>
        <a:lstStyle/>
        <a:p>
          <a:r>
            <a:rPr lang="en-US">
              <a:solidFill>
                <a:schemeClr val="tx1"/>
              </a:solidFill>
            </a:rPr>
            <a:t>Copyrighted material</a:t>
          </a:r>
        </a:p>
      </dgm:t>
    </dgm:pt>
    <dgm:pt modelId="{FF350649-1491-413B-8A47-28D0EC97D9AD}" type="parTrans" cxnId="{9AEC383B-D8AC-4554-B9CD-77E19A942F61}">
      <dgm:prSet/>
      <dgm:spPr/>
      <dgm:t>
        <a:bodyPr/>
        <a:lstStyle/>
        <a:p>
          <a:endParaRPr lang="en-US">
            <a:solidFill>
              <a:schemeClr val="tx1"/>
            </a:solidFill>
          </a:endParaRPr>
        </a:p>
      </dgm:t>
    </dgm:pt>
    <dgm:pt modelId="{7F5C465A-ACE6-48F9-A485-984358C7AC39}" type="sibTrans" cxnId="{9AEC383B-D8AC-4554-B9CD-77E19A942F61}">
      <dgm:prSet/>
      <dgm:spPr/>
      <dgm:t>
        <a:bodyPr/>
        <a:lstStyle/>
        <a:p>
          <a:endParaRPr lang="en-US">
            <a:solidFill>
              <a:schemeClr val="tx1"/>
            </a:solidFill>
          </a:endParaRPr>
        </a:p>
      </dgm:t>
    </dgm:pt>
    <dgm:pt modelId="{EFC7DF4C-C687-4822-B1C5-334DE9E9ED47}">
      <dgm:prSet/>
      <dgm:spPr>
        <a:ln>
          <a:solidFill>
            <a:schemeClr val="tx1"/>
          </a:solidFill>
        </a:ln>
      </dgm:spPr>
      <dgm:t>
        <a:bodyPr/>
        <a:lstStyle/>
        <a:p>
          <a:r>
            <a:rPr lang="en-US">
              <a:solidFill>
                <a:schemeClr val="tx1"/>
              </a:solidFill>
            </a:rPr>
            <a:t>Collaborative research</a:t>
          </a:r>
        </a:p>
      </dgm:t>
    </dgm:pt>
    <dgm:pt modelId="{CFC2F9E2-644B-4392-9947-B5B9C7D06175}" type="parTrans" cxnId="{0CEB5EE4-B08B-458E-99CD-2F561EEC65A0}">
      <dgm:prSet/>
      <dgm:spPr/>
      <dgm:t>
        <a:bodyPr/>
        <a:lstStyle/>
        <a:p>
          <a:endParaRPr lang="en-US">
            <a:solidFill>
              <a:schemeClr val="tx1"/>
            </a:solidFill>
          </a:endParaRPr>
        </a:p>
      </dgm:t>
    </dgm:pt>
    <dgm:pt modelId="{6B1B119E-D1B9-40BB-96AD-2C50C907AFBE}" type="sibTrans" cxnId="{0CEB5EE4-B08B-458E-99CD-2F561EEC65A0}">
      <dgm:prSet/>
      <dgm:spPr/>
      <dgm:t>
        <a:bodyPr/>
        <a:lstStyle/>
        <a:p>
          <a:endParaRPr lang="en-US">
            <a:solidFill>
              <a:schemeClr val="tx1"/>
            </a:solidFill>
          </a:endParaRPr>
        </a:p>
      </dgm:t>
    </dgm:pt>
    <dgm:pt modelId="{319BD9CE-BAA4-478C-B13C-F893EFC1CCAF}">
      <dgm:prSet/>
      <dgm:spPr>
        <a:ln>
          <a:solidFill>
            <a:schemeClr val="tx1"/>
          </a:solidFill>
        </a:ln>
      </dgm:spPr>
      <dgm:t>
        <a:bodyPr/>
        <a:lstStyle/>
        <a:p>
          <a:r>
            <a:rPr lang="en-US">
              <a:solidFill>
                <a:schemeClr val="tx1"/>
              </a:solidFill>
            </a:rPr>
            <a:t>Embargo</a:t>
          </a:r>
        </a:p>
      </dgm:t>
    </dgm:pt>
    <dgm:pt modelId="{BE4575C0-13B0-4F93-8316-784C0068B71A}" type="parTrans" cxnId="{DFC95B5A-C691-458B-90EC-FC2BD00DC8C8}">
      <dgm:prSet/>
      <dgm:spPr/>
      <dgm:t>
        <a:bodyPr/>
        <a:lstStyle/>
        <a:p>
          <a:endParaRPr lang="en-US">
            <a:solidFill>
              <a:schemeClr val="tx1"/>
            </a:solidFill>
          </a:endParaRPr>
        </a:p>
      </dgm:t>
    </dgm:pt>
    <dgm:pt modelId="{7F73803B-2918-4CB9-9F71-C92EAE88BE40}" type="sibTrans" cxnId="{DFC95B5A-C691-458B-90EC-FC2BD00DC8C8}">
      <dgm:prSet/>
      <dgm:spPr/>
      <dgm:t>
        <a:bodyPr/>
        <a:lstStyle/>
        <a:p>
          <a:endParaRPr lang="en-US">
            <a:solidFill>
              <a:schemeClr val="tx1"/>
            </a:solidFill>
          </a:endParaRPr>
        </a:p>
      </dgm:t>
    </dgm:pt>
    <dgm:pt modelId="{FDF197C2-A3CC-4421-9ABE-BDEE48619BFE}">
      <dgm:prSet/>
      <dgm:spPr>
        <a:ln>
          <a:solidFill>
            <a:schemeClr val="tx1"/>
          </a:solidFill>
        </a:ln>
      </dgm:spPr>
      <dgm:t>
        <a:bodyPr/>
        <a:lstStyle/>
        <a:p>
          <a:r>
            <a:rPr lang="en-US">
              <a:solidFill>
                <a:schemeClr val="tx1"/>
              </a:solidFill>
            </a:rPr>
            <a:t>Career built on data</a:t>
          </a:r>
        </a:p>
      </dgm:t>
    </dgm:pt>
    <dgm:pt modelId="{D3C2BB46-E423-4F41-ACE6-8461844E285A}" type="parTrans" cxnId="{324860AF-03EA-49D7-B4CB-36CCAE2A1BE5}">
      <dgm:prSet/>
      <dgm:spPr/>
      <dgm:t>
        <a:bodyPr/>
        <a:lstStyle/>
        <a:p>
          <a:endParaRPr lang="en-US">
            <a:solidFill>
              <a:schemeClr val="tx1"/>
            </a:solidFill>
          </a:endParaRPr>
        </a:p>
      </dgm:t>
    </dgm:pt>
    <dgm:pt modelId="{741DB1B8-E3F8-468F-B26C-34EA66B14250}" type="sibTrans" cxnId="{324860AF-03EA-49D7-B4CB-36CCAE2A1BE5}">
      <dgm:prSet/>
      <dgm:spPr/>
      <dgm:t>
        <a:bodyPr/>
        <a:lstStyle/>
        <a:p>
          <a:endParaRPr lang="en-US">
            <a:solidFill>
              <a:schemeClr val="tx1"/>
            </a:solidFill>
          </a:endParaRPr>
        </a:p>
      </dgm:t>
    </dgm:pt>
    <dgm:pt modelId="{AAC0E13D-8B94-450C-905D-C6E7D4AD278C}">
      <dgm:prSet/>
      <dgm:spPr/>
      <dgm:t>
        <a:bodyPr/>
        <a:lstStyle/>
        <a:p>
          <a:endParaRPr lang="en-US">
            <a:solidFill>
              <a:schemeClr val="tx1"/>
            </a:solidFill>
          </a:endParaRPr>
        </a:p>
      </dgm:t>
    </dgm:pt>
    <dgm:pt modelId="{EF6DE935-C244-4E6F-8F5A-5F683F6DBC71}" type="parTrans" cxnId="{BD08A857-0A8F-4326-A3CE-59C43E6921CA}">
      <dgm:prSet/>
      <dgm:spPr/>
      <dgm:t>
        <a:bodyPr/>
        <a:lstStyle/>
        <a:p>
          <a:endParaRPr lang="en-US">
            <a:solidFill>
              <a:schemeClr val="tx1"/>
            </a:solidFill>
          </a:endParaRPr>
        </a:p>
      </dgm:t>
    </dgm:pt>
    <dgm:pt modelId="{55F1D728-7CF4-49B8-A79A-EDB415A3EF88}" type="sibTrans" cxnId="{BD08A857-0A8F-4326-A3CE-59C43E6921CA}">
      <dgm:prSet/>
      <dgm:spPr/>
      <dgm:t>
        <a:bodyPr/>
        <a:lstStyle/>
        <a:p>
          <a:endParaRPr lang="en-US">
            <a:solidFill>
              <a:schemeClr val="tx1"/>
            </a:solidFill>
          </a:endParaRPr>
        </a:p>
      </dgm:t>
    </dgm:pt>
    <dgm:pt modelId="{94C93716-91A9-435C-9829-B957568409F7}" type="pres">
      <dgm:prSet presAssocID="{A1168396-8493-438D-88BD-C253A28A57FC}" presName="linear" presStyleCnt="0">
        <dgm:presLayoutVars>
          <dgm:dir/>
          <dgm:animLvl val="lvl"/>
          <dgm:resizeHandles val="exact"/>
        </dgm:presLayoutVars>
      </dgm:prSet>
      <dgm:spPr/>
    </dgm:pt>
    <dgm:pt modelId="{16FD0C12-C29E-4078-BAE5-CABEF70A4FEA}" type="pres">
      <dgm:prSet presAssocID="{CA8552A9-7C13-4F00-89B7-BDCF2D088A0B}" presName="parentLin" presStyleCnt="0"/>
      <dgm:spPr/>
    </dgm:pt>
    <dgm:pt modelId="{C8BC7E30-30A9-4228-B8A6-0E66CAA50F5E}" type="pres">
      <dgm:prSet presAssocID="{CA8552A9-7C13-4F00-89B7-BDCF2D088A0B}" presName="parentLeftMargin" presStyleLbl="node1" presStyleIdx="0" presStyleCnt="6"/>
      <dgm:spPr/>
    </dgm:pt>
    <dgm:pt modelId="{6D228FF1-2780-48F6-8FFE-F517562EF96D}" type="pres">
      <dgm:prSet presAssocID="{CA8552A9-7C13-4F00-89B7-BDCF2D088A0B}" presName="parentText" presStyleLbl="node1" presStyleIdx="0" presStyleCnt="6">
        <dgm:presLayoutVars>
          <dgm:chMax val="0"/>
          <dgm:bulletEnabled val="1"/>
        </dgm:presLayoutVars>
      </dgm:prSet>
      <dgm:spPr/>
    </dgm:pt>
    <dgm:pt modelId="{8B5C89FA-617E-4BE4-BA40-6F124230BE9C}" type="pres">
      <dgm:prSet presAssocID="{CA8552A9-7C13-4F00-89B7-BDCF2D088A0B}" presName="negativeSpace" presStyleCnt="0"/>
      <dgm:spPr/>
    </dgm:pt>
    <dgm:pt modelId="{85167C44-E2AC-4662-BEBC-09E30F9AC21D}" type="pres">
      <dgm:prSet presAssocID="{CA8552A9-7C13-4F00-89B7-BDCF2D088A0B}" presName="childText" presStyleLbl="conFgAcc1" presStyleIdx="0" presStyleCnt="6">
        <dgm:presLayoutVars>
          <dgm:bulletEnabled val="1"/>
        </dgm:presLayoutVars>
      </dgm:prSet>
      <dgm:spPr/>
    </dgm:pt>
    <dgm:pt modelId="{E40B6FE3-FF82-4639-ACFC-00A4F5001C65}" type="pres">
      <dgm:prSet presAssocID="{8DC1690F-5569-4062-BF41-75A16DBB8760}" presName="spaceBetweenRectangles" presStyleCnt="0"/>
      <dgm:spPr/>
    </dgm:pt>
    <dgm:pt modelId="{CB2F9712-78B9-4998-8847-5977B7D04E4E}" type="pres">
      <dgm:prSet presAssocID="{7DAACDD7-DD2A-4B95-95AB-EA038038F949}" presName="parentLin" presStyleCnt="0"/>
      <dgm:spPr/>
    </dgm:pt>
    <dgm:pt modelId="{97FD20B3-4573-4B23-9DBE-B25A46B7FEB8}" type="pres">
      <dgm:prSet presAssocID="{7DAACDD7-DD2A-4B95-95AB-EA038038F949}" presName="parentLeftMargin" presStyleLbl="node1" presStyleIdx="0" presStyleCnt="6"/>
      <dgm:spPr/>
    </dgm:pt>
    <dgm:pt modelId="{15D29C4C-AB2E-4D83-8776-77D92D2B7CF7}" type="pres">
      <dgm:prSet presAssocID="{7DAACDD7-DD2A-4B95-95AB-EA038038F949}" presName="parentText" presStyleLbl="node1" presStyleIdx="1" presStyleCnt="6">
        <dgm:presLayoutVars>
          <dgm:chMax val="0"/>
          <dgm:bulletEnabled val="1"/>
        </dgm:presLayoutVars>
      </dgm:prSet>
      <dgm:spPr/>
    </dgm:pt>
    <dgm:pt modelId="{7384D343-739B-43A7-9407-1615DC617541}" type="pres">
      <dgm:prSet presAssocID="{7DAACDD7-DD2A-4B95-95AB-EA038038F949}" presName="negativeSpace" presStyleCnt="0"/>
      <dgm:spPr/>
    </dgm:pt>
    <dgm:pt modelId="{53E956DB-D092-42C6-99C8-116330AAE5C4}" type="pres">
      <dgm:prSet presAssocID="{7DAACDD7-DD2A-4B95-95AB-EA038038F949}" presName="childText" presStyleLbl="conFgAcc1" presStyleIdx="1" presStyleCnt="6">
        <dgm:presLayoutVars>
          <dgm:bulletEnabled val="1"/>
        </dgm:presLayoutVars>
      </dgm:prSet>
      <dgm:spPr/>
    </dgm:pt>
    <dgm:pt modelId="{0D85A600-50D9-4520-B9EA-07B776107D1C}" type="pres">
      <dgm:prSet presAssocID="{442E8503-141E-4B32-9407-5F133B01F18E}" presName="spaceBetweenRectangles" presStyleCnt="0"/>
      <dgm:spPr/>
    </dgm:pt>
    <dgm:pt modelId="{979161F6-4E1E-4087-A261-87507B19E863}" type="pres">
      <dgm:prSet presAssocID="{CEA1B84B-756A-45D5-800F-D42DB07EBEAA}" presName="parentLin" presStyleCnt="0"/>
      <dgm:spPr/>
    </dgm:pt>
    <dgm:pt modelId="{7FCA0413-D834-4AAE-A1BA-365D2E2E9A88}" type="pres">
      <dgm:prSet presAssocID="{CEA1B84B-756A-45D5-800F-D42DB07EBEAA}" presName="parentLeftMargin" presStyleLbl="node1" presStyleIdx="1" presStyleCnt="6"/>
      <dgm:spPr/>
    </dgm:pt>
    <dgm:pt modelId="{EC7FCCE9-ADAC-457B-A3E1-427F33882204}" type="pres">
      <dgm:prSet presAssocID="{CEA1B84B-756A-45D5-800F-D42DB07EBEAA}" presName="parentText" presStyleLbl="node1" presStyleIdx="2" presStyleCnt="6">
        <dgm:presLayoutVars>
          <dgm:chMax val="0"/>
          <dgm:bulletEnabled val="1"/>
        </dgm:presLayoutVars>
      </dgm:prSet>
      <dgm:spPr/>
    </dgm:pt>
    <dgm:pt modelId="{08A961F9-A586-425D-8756-71299F66D59C}" type="pres">
      <dgm:prSet presAssocID="{CEA1B84B-756A-45D5-800F-D42DB07EBEAA}" presName="negativeSpace" presStyleCnt="0"/>
      <dgm:spPr/>
    </dgm:pt>
    <dgm:pt modelId="{F882EC59-06DF-4B0E-90B7-9AD521D9915F}" type="pres">
      <dgm:prSet presAssocID="{CEA1B84B-756A-45D5-800F-D42DB07EBEAA}" presName="childText" presStyleLbl="conFgAcc1" presStyleIdx="2" presStyleCnt="6">
        <dgm:presLayoutVars>
          <dgm:bulletEnabled val="1"/>
        </dgm:presLayoutVars>
      </dgm:prSet>
      <dgm:spPr/>
    </dgm:pt>
    <dgm:pt modelId="{C266FD90-BE19-4AF6-AABD-8B397F874875}" type="pres">
      <dgm:prSet presAssocID="{7F5C465A-ACE6-48F9-A485-984358C7AC39}" presName="spaceBetweenRectangles" presStyleCnt="0"/>
      <dgm:spPr/>
    </dgm:pt>
    <dgm:pt modelId="{43182449-82F6-43A7-9DEC-715CBD40B963}" type="pres">
      <dgm:prSet presAssocID="{EFC7DF4C-C687-4822-B1C5-334DE9E9ED47}" presName="parentLin" presStyleCnt="0"/>
      <dgm:spPr/>
    </dgm:pt>
    <dgm:pt modelId="{D541620E-5669-4F37-AFD1-2303267457D6}" type="pres">
      <dgm:prSet presAssocID="{EFC7DF4C-C687-4822-B1C5-334DE9E9ED47}" presName="parentLeftMargin" presStyleLbl="node1" presStyleIdx="2" presStyleCnt="6"/>
      <dgm:spPr/>
    </dgm:pt>
    <dgm:pt modelId="{D3450DBB-9654-4AF8-A6D5-2EA892EA5BE6}" type="pres">
      <dgm:prSet presAssocID="{EFC7DF4C-C687-4822-B1C5-334DE9E9ED47}" presName="parentText" presStyleLbl="node1" presStyleIdx="3" presStyleCnt="6">
        <dgm:presLayoutVars>
          <dgm:chMax val="0"/>
          <dgm:bulletEnabled val="1"/>
        </dgm:presLayoutVars>
      </dgm:prSet>
      <dgm:spPr/>
    </dgm:pt>
    <dgm:pt modelId="{FB25887F-EDFE-4D76-AB73-D9BFC8BF4D8E}" type="pres">
      <dgm:prSet presAssocID="{EFC7DF4C-C687-4822-B1C5-334DE9E9ED47}" presName="negativeSpace" presStyleCnt="0"/>
      <dgm:spPr/>
    </dgm:pt>
    <dgm:pt modelId="{FBFF4D69-0EA8-40FB-9017-0A42ADAA9054}" type="pres">
      <dgm:prSet presAssocID="{EFC7DF4C-C687-4822-B1C5-334DE9E9ED47}" presName="childText" presStyleLbl="conFgAcc1" presStyleIdx="3" presStyleCnt="6">
        <dgm:presLayoutVars>
          <dgm:bulletEnabled val="1"/>
        </dgm:presLayoutVars>
      </dgm:prSet>
      <dgm:spPr/>
    </dgm:pt>
    <dgm:pt modelId="{831A1E38-1BFB-4137-A1FE-6BB3ABF5811C}" type="pres">
      <dgm:prSet presAssocID="{6B1B119E-D1B9-40BB-96AD-2C50C907AFBE}" presName="spaceBetweenRectangles" presStyleCnt="0"/>
      <dgm:spPr/>
    </dgm:pt>
    <dgm:pt modelId="{75B8FC03-C677-469A-94A5-138785B9DBD2}" type="pres">
      <dgm:prSet presAssocID="{319BD9CE-BAA4-478C-B13C-F893EFC1CCAF}" presName="parentLin" presStyleCnt="0"/>
      <dgm:spPr/>
    </dgm:pt>
    <dgm:pt modelId="{851B89C0-3EF1-4717-A254-AA0EA5C0E65A}" type="pres">
      <dgm:prSet presAssocID="{319BD9CE-BAA4-478C-B13C-F893EFC1CCAF}" presName="parentLeftMargin" presStyleLbl="node1" presStyleIdx="3" presStyleCnt="6"/>
      <dgm:spPr/>
    </dgm:pt>
    <dgm:pt modelId="{AAC3912C-4C54-4C4B-97FF-7F6AAF9F404A}" type="pres">
      <dgm:prSet presAssocID="{319BD9CE-BAA4-478C-B13C-F893EFC1CCAF}" presName="parentText" presStyleLbl="node1" presStyleIdx="4" presStyleCnt="6">
        <dgm:presLayoutVars>
          <dgm:chMax val="0"/>
          <dgm:bulletEnabled val="1"/>
        </dgm:presLayoutVars>
      </dgm:prSet>
      <dgm:spPr/>
    </dgm:pt>
    <dgm:pt modelId="{1D597138-B9D6-4A38-85DD-CC019A7D93B1}" type="pres">
      <dgm:prSet presAssocID="{319BD9CE-BAA4-478C-B13C-F893EFC1CCAF}" presName="negativeSpace" presStyleCnt="0"/>
      <dgm:spPr/>
    </dgm:pt>
    <dgm:pt modelId="{820FA029-3AE5-4D92-A77E-A6F98E44D686}" type="pres">
      <dgm:prSet presAssocID="{319BD9CE-BAA4-478C-B13C-F893EFC1CCAF}" presName="childText" presStyleLbl="conFgAcc1" presStyleIdx="4" presStyleCnt="6">
        <dgm:presLayoutVars>
          <dgm:bulletEnabled val="1"/>
        </dgm:presLayoutVars>
      </dgm:prSet>
      <dgm:spPr/>
    </dgm:pt>
    <dgm:pt modelId="{2EDCEACB-CFBB-4F0F-858A-23D51F407FD6}" type="pres">
      <dgm:prSet presAssocID="{7F73803B-2918-4CB9-9F71-C92EAE88BE40}" presName="spaceBetweenRectangles" presStyleCnt="0"/>
      <dgm:spPr/>
    </dgm:pt>
    <dgm:pt modelId="{16BDE237-8E93-4147-BA18-AA3E313D2D7B}" type="pres">
      <dgm:prSet presAssocID="{FDF197C2-A3CC-4421-9ABE-BDEE48619BFE}" presName="parentLin" presStyleCnt="0"/>
      <dgm:spPr/>
    </dgm:pt>
    <dgm:pt modelId="{6DCC2345-DBD2-4262-91A7-FF3A774D85B8}" type="pres">
      <dgm:prSet presAssocID="{FDF197C2-A3CC-4421-9ABE-BDEE48619BFE}" presName="parentLeftMargin" presStyleLbl="node1" presStyleIdx="4" presStyleCnt="6"/>
      <dgm:spPr/>
    </dgm:pt>
    <dgm:pt modelId="{82486902-04DF-434E-8441-5B9B68956068}" type="pres">
      <dgm:prSet presAssocID="{FDF197C2-A3CC-4421-9ABE-BDEE48619BFE}" presName="parentText" presStyleLbl="node1" presStyleIdx="5" presStyleCnt="6">
        <dgm:presLayoutVars>
          <dgm:chMax val="0"/>
          <dgm:bulletEnabled val="1"/>
        </dgm:presLayoutVars>
      </dgm:prSet>
      <dgm:spPr/>
    </dgm:pt>
    <dgm:pt modelId="{BBD3A021-982F-41BC-8ECE-4EC4E9A6A3DB}" type="pres">
      <dgm:prSet presAssocID="{FDF197C2-A3CC-4421-9ABE-BDEE48619BFE}" presName="negativeSpace" presStyleCnt="0"/>
      <dgm:spPr/>
    </dgm:pt>
    <dgm:pt modelId="{33B69704-022E-4B6A-B508-2C49F24D0D5D}" type="pres">
      <dgm:prSet presAssocID="{FDF197C2-A3CC-4421-9ABE-BDEE48619BFE}" presName="childText" presStyleLbl="conFgAcc1" presStyleIdx="5" presStyleCnt="6">
        <dgm:presLayoutVars>
          <dgm:bulletEnabled val="1"/>
        </dgm:presLayoutVars>
      </dgm:prSet>
      <dgm:spPr/>
    </dgm:pt>
  </dgm:ptLst>
  <dgm:cxnLst>
    <dgm:cxn modelId="{87311009-59D5-4837-91F5-E689EC8A22B6}" type="presOf" srcId="{319BD9CE-BAA4-478C-B13C-F893EFC1CCAF}" destId="{851B89C0-3EF1-4717-A254-AA0EA5C0E65A}" srcOrd="0" destOrd="0" presId="urn:microsoft.com/office/officeart/2005/8/layout/list1"/>
    <dgm:cxn modelId="{3351A90F-0D7B-4F3C-A5D7-75F1363CA725}" srcId="{A1168396-8493-438D-88BD-C253A28A57FC}" destId="{CA8552A9-7C13-4F00-89B7-BDCF2D088A0B}" srcOrd="0" destOrd="0" parTransId="{BB6579DE-D0D5-4B42-B03A-FFA81556492C}" sibTransId="{8DC1690F-5569-4062-BF41-75A16DBB8760}"/>
    <dgm:cxn modelId="{E1AF7D16-0BBA-4E12-8074-79D2AFBCEDBB}" type="presOf" srcId="{EFC7DF4C-C687-4822-B1C5-334DE9E9ED47}" destId="{D3450DBB-9654-4AF8-A6D5-2EA892EA5BE6}" srcOrd="1" destOrd="0" presId="urn:microsoft.com/office/officeart/2005/8/layout/list1"/>
    <dgm:cxn modelId="{6ADEC41F-EEBC-4321-B210-2CC228C2D3A1}" type="presOf" srcId="{319BD9CE-BAA4-478C-B13C-F893EFC1CCAF}" destId="{AAC3912C-4C54-4C4B-97FF-7F6AAF9F404A}" srcOrd="1" destOrd="0" presId="urn:microsoft.com/office/officeart/2005/8/layout/list1"/>
    <dgm:cxn modelId="{BD9F6926-D6A1-43D5-A99C-B37812C1D1C3}" type="presOf" srcId="{EFC7DF4C-C687-4822-B1C5-334DE9E9ED47}" destId="{D541620E-5669-4F37-AFD1-2303267457D6}" srcOrd="0" destOrd="0" presId="urn:microsoft.com/office/officeart/2005/8/layout/list1"/>
    <dgm:cxn modelId="{9AEC383B-D8AC-4554-B9CD-77E19A942F61}" srcId="{A1168396-8493-438D-88BD-C253A28A57FC}" destId="{CEA1B84B-756A-45D5-800F-D42DB07EBEAA}" srcOrd="2" destOrd="0" parTransId="{FF350649-1491-413B-8A47-28D0EC97D9AD}" sibTransId="{7F5C465A-ACE6-48F9-A485-984358C7AC39}"/>
    <dgm:cxn modelId="{96517146-4EDA-4288-94EE-6C992782359C}" type="presOf" srcId="{AAC0E13D-8B94-450C-905D-C6E7D4AD278C}" destId="{85167C44-E2AC-4662-BEBC-09E30F9AC21D}" srcOrd="0" destOrd="0" presId="urn:microsoft.com/office/officeart/2005/8/layout/list1"/>
    <dgm:cxn modelId="{4C78384D-C3BB-4B96-A157-352E9D0EC8C1}" type="presOf" srcId="{A1168396-8493-438D-88BD-C253A28A57FC}" destId="{94C93716-91A9-435C-9829-B957568409F7}" srcOrd="0" destOrd="0" presId="urn:microsoft.com/office/officeart/2005/8/layout/list1"/>
    <dgm:cxn modelId="{BD08A857-0A8F-4326-A3CE-59C43E6921CA}" srcId="{CA8552A9-7C13-4F00-89B7-BDCF2D088A0B}" destId="{AAC0E13D-8B94-450C-905D-C6E7D4AD278C}" srcOrd="0" destOrd="0" parTransId="{EF6DE935-C244-4E6F-8F5A-5F683F6DBC71}" sibTransId="{55F1D728-7CF4-49B8-A79A-EDB415A3EF88}"/>
    <dgm:cxn modelId="{DFC95B5A-C691-458B-90EC-FC2BD00DC8C8}" srcId="{A1168396-8493-438D-88BD-C253A28A57FC}" destId="{319BD9CE-BAA4-478C-B13C-F893EFC1CCAF}" srcOrd="4" destOrd="0" parTransId="{BE4575C0-13B0-4F93-8316-784C0068B71A}" sibTransId="{7F73803B-2918-4CB9-9F71-C92EAE88BE40}"/>
    <dgm:cxn modelId="{6F70EC91-CD8F-4FB7-A798-07652D0A055C}" type="presOf" srcId="{7DAACDD7-DD2A-4B95-95AB-EA038038F949}" destId="{15D29C4C-AB2E-4D83-8776-77D92D2B7CF7}" srcOrd="1" destOrd="0" presId="urn:microsoft.com/office/officeart/2005/8/layout/list1"/>
    <dgm:cxn modelId="{BF3DBEAA-135C-423C-A90F-B89A7BA6E513}" type="presOf" srcId="{7DAACDD7-DD2A-4B95-95AB-EA038038F949}" destId="{97FD20B3-4573-4B23-9DBE-B25A46B7FEB8}" srcOrd="0" destOrd="0" presId="urn:microsoft.com/office/officeart/2005/8/layout/list1"/>
    <dgm:cxn modelId="{324860AF-03EA-49D7-B4CB-36CCAE2A1BE5}" srcId="{A1168396-8493-438D-88BD-C253A28A57FC}" destId="{FDF197C2-A3CC-4421-9ABE-BDEE48619BFE}" srcOrd="5" destOrd="0" parTransId="{D3C2BB46-E423-4F41-ACE6-8461844E285A}" sibTransId="{741DB1B8-E3F8-468F-B26C-34EA66B14250}"/>
    <dgm:cxn modelId="{A91EA9C3-7638-4B98-8A97-A2BA1CD4C0E2}" type="presOf" srcId="{CA8552A9-7C13-4F00-89B7-BDCF2D088A0B}" destId="{C8BC7E30-30A9-4228-B8A6-0E66CAA50F5E}" srcOrd="0" destOrd="0" presId="urn:microsoft.com/office/officeart/2005/8/layout/list1"/>
    <dgm:cxn modelId="{81756BC8-ED5A-4055-B76F-C5C66DE0581D}" type="presOf" srcId="{CEA1B84B-756A-45D5-800F-D42DB07EBEAA}" destId="{EC7FCCE9-ADAC-457B-A3E1-427F33882204}" srcOrd="1" destOrd="0" presId="urn:microsoft.com/office/officeart/2005/8/layout/list1"/>
    <dgm:cxn modelId="{4945DDD1-BA50-4207-84E8-5BADEE7E7455}" srcId="{A1168396-8493-438D-88BD-C253A28A57FC}" destId="{7DAACDD7-DD2A-4B95-95AB-EA038038F949}" srcOrd="1" destOrd="0" parTransId="{2944E118-5539-4398-9DA5-B40C2CB32486}" sibTransId="{442E8503-141E-4B32-9407-5F133B01F18E}"/>
    <dgm:cxn modelId="{C79A63D6-FE54-4575-8D71-CD19D64E5EC4}" type="presOf" srcId="{CEA1B84B-756A-45D5-800F-D42DB07EBEAA}" destId="{7FCA0413-D834-4AAE-A1BA-365D2E2E9A88}" srcOrd="0" destOrd="0" presId="urn:microsoft.com/office/officeart/2005/8/layout/list1"/>
    <dgm:cxn modelId="{0CEB5EE4-B08B-458E-99CD-2F561EEC65A0}" srcId="{A1168396-8493-438D-88BD-C253A28A57FC}" destId="{EFC7DF4C-C687-4822-B1C5-334DE9E9ED47}" srcOrd="3" destOrd="0" parTransId="{CFC2F9E2-644B-4392-9947-B5B9C7D06175}" sibTransId="{6B1B119E-D1B9-40BB-96AD-2C50C907AFBE}"/>
    <dgm:cxn modelId="{329DFAE8-3E1B-4658-9655-0747CBDBD3C2}" type="presOf" srcId="{FDF197C2-A3CC-4421-9ABE-BDEE48619BFE}" destId="{82486902-04DF-434E-8441-5B9B68956068}" srcOrd="1" destOrd="0" presId="urn:microsoft.com/office/officeart/2005/8/layout/list1"/>
    <dgm:cxn modelId="{3AD53BEB-7CFB-4772-BE16-89194B10EF78}" type="presOf" srcId="{FDF197C2-A3CC-4421-9ABE-BDEE48619BFE}" destId="{6DCC2345-DBD2-4262-91A7-FF3A774D85B8}" srcOrd="0" destOrd="0" presId="urn:microsoft.com/office/officeart/2005/8/layout/list1"/>
    <dgm:cxn modelId="{420F5CFF-0179-4BED-9BDE-699E4597BB89}" type="presOf" srcId="{CA8552A9-7C13-4F00-89B7-BDCF2D088A0B}" destId="{6D228FF1-2780-48F6-8FFE-F517562EF96D}" srcOrd="1" destOrd="0" presId="urn:microsoft.com/office/officeart/2005/8/layout/list1"/>
    <dgm:cxn modelId="{B2EB052C-7322-4489-A749-99BB5F1545DC}" type="presParOf" srcId="{94C93716-91A9-435C-9829-B957568409F7}" destId="{16FD0C12-C29E-4078-BAE5-CABEF70A4FEA}" srcOrd="0" destOrd="0" presId="urn:microsoft.com/office/officeart/2005/8/layout/list1"/>
    <dgm:cxn modelId="{98AA924C-5177-43C1-ABBA-1F66567358D1}" type="presParOf" srcId="{16FD0C12-C29E-4078-BAE5-CABEF70A4FEA}" destId="{C8BC7E30-30A9-4228-B8A6-0E66CAA50F5E}" srcOrd="0" destOrd="0" presId="urn:microsoft.com/office/officeart/2005/8/layout/list1"/>
    <dgm:cxn modelId="{295A68C7-B2BE-443D-A80A-0BA683B2A032}" type="presParOf" srcId="{16FD0C12-C29E-4078-BAE5-CABEF70A4FEA}" destId="{6D228FF1-2780-48F6-8FFE-F517562EF96D}" srcOrd="1" destOrd="0" presId="urn:microsoft.com/office/officeart/2005/8/layout/list1"/>
    <dgm:cxn modelId="{365E7F56-A359-4869-AFC9-EA18FA73B253}" type="presParOf" srcId="{94C93716-91A9-435C-9829-B957568409F7}" destId="{8B5C89FA-617E-4BE4-BA40-6F124230BE9C}" srcOrd="1" destOrd="0" presId="urn:microsoft.com/office/officeart/2005/8/layout/list1"/>
    <dgm:cxn modelId="{FD2549E1-BFA5-4A44-A7B7-6AF8F80CF195}" type="presParOf" srcId="{94C93716-91A9-435C-9829-B957568409F7}" destId="{85167C44-E2AC-4662-BEBC-09E30F9AC21D}" srcOrd="2" destOrd="0" presId="urn:microsoft.com/office/officeart/2005/8/layout/list1"/>
    <dgm:cxn modelId="{FA6D2880-3871-4648-9E97-AE281D71DE71}" type="presParOf" srcId="{94C93716-91A9-435C-9829-B957568409F7}" destId="{E40B6FE3-FF82-4639-ACFC-00A4F5001C65}" srcOrd="3" destOrd="0" presId="urn:microsoft.com/office/officeart/2005/8/layout/list1"/>
    <dgm:cxn modelId="{1E4D0E66-F10E-47D9-9B7C-ABE603116AB2}" type="presParOf" srcId="{94C93716-91A9-435C-9829-B957568409F7}" destId="{CB2F9712-78B9-4998-8847-5977B7D04E4E}" srcOrd="4" destOrd="0" presId="urn:microsoft.com/office/officeart/2005/8/layout/list1"/>
    <dgm:cxn modelId="{B77E5011-69BF-49AE-9F6B-E727B859ED3A}" type="presParOf" srcId="{CB2F9712-78B9-4998-8847-5977B7D04E4E}" destId="{97FD20B3-4573-4B23-9DBE-B25A46B7FEB8}" srcOrd="0" destOrd="0" presId="urn:microsoft.com/office/officeart/2005/8/layout/list1"/>
    <dgm:cxn modelId="{22994553-B09F-4D16-8999-68FD24651D47}" type="presParOf" srcId="{CB2F9712-78B9-4998-8847-5977B7D04E4E}" destId="{15D29C4C-AB2E-4D83-8776-77D92D2B7CF7}" srcOrd="1" destOrd="0" presId="urn:microsoft.com/office/officeart/2005/8/layout/list1"/>
    <dgm:cxn modelId="{7D9EE6F0-C420-4B54-B7A7-97962B47D94B}" type="presParOf" srcId="{94C93716-91A9-435C-9829-B957568409F7}" destId="{7384D343-739B-43A7-9407-1615DC617541}" srcOrd="5" destOrd="0" presId="urn:microsoft.com/office/officeart/2005/8/layout/list1"/>
    <dgm:cxn modelId="{157075A7-B270-4403-8FFD-D133893AA0D8}" type="presParOf" srcId="{94C93716-91A9-435C-9829-B957568409F7}" destId="{53E956DB-D092-42C6-99C8-116330AAE5C4}" srcOrd="6" destOrd="0" presId="urn:microsoft.com/office/officeart/2005/8/layout/list1"/>
    <dgm:cxn modelId="{61F18910-1003-4554-9A2F-080137E7630D}" type="presParOf" srcId="{94C93716-91A9-435C-9829-B957568409F7}" destId="{0D85A600-50D9-4520-B9EA-07B776107D1C}" srcOrd="7" destOrd="0" presId="urn:microsoft.com/office/officeart/2005/8/layout/list1"/>
    <dgm:cxn modelId="{09D0E03C-E8ED-432E-A089-691E39E6244E}" type="presParOf" srcId="{94C93716-91A9-435C-9829-B957568409F7}" destId="{979161F6-4E1E-4087-A261-87507B19E863}" srcOrd="8" destOrd="0" presId="urn:microsoft.com/office/officeart/2005/8/layout/list1"/>
    <dgm:cxn modelId="{900EB0CC-E7A9-4E11-B220-F1A6E1DB6D56}" type="presParOf" srcId="{979161F6-4E1E-4087-A261-87507B19E863}" destId="{7FCA0413-D834-4AAE-A1BA-365D2E2E9A88}" srcOrd="0" destOrd="0" presId="urn:microsoft.com/office/officeart/2005/8/layout/list1"/>
    <dgm:cxn modelId="{4431E0EC-CAC0-4500-AF1F-B720D131BD20}" type="presParOf" srcId="{979161F6-4E1E-4087-A261-87507B19E863}" destId="{EC7FCCE9-ADAC-457B-A3E1-427F33882204}" srcOrd="1" destOrd="0" presId="urn:microsoft.com/office/officeart/2005/8/layout/list1"/>
    <dgm:cxn modelId="{F03AFB70-7520-4BF1-BD7F-D7442D0AF61C}" type="presParOf" srcId="{94C93716-91A9-435C-9829-B957568409F7}" destId="{08A961F9-A586-425D-8756-71299F66D59C}" srcOrd="9" destOrd="0" presId="urn:microsoft.com/office/officeart/2005/8/layout/list1"/>
    <dgm:cxn modelId="{CB226318-B8C0-4E13-B5D2-83B14E4463E5}" type="presParOf" srcId="{94C93716-91A9-435C-9829-B957568409F7}" destId="{F882EC59-06DF-4B0E-90B7-9AD521D9915F}" srcOrd="10" destOrd="0" presId="urn:microsoft.com/office/officeart/2005/8/layout/list1"/>
    <dgm:cxn modelId="{009C792C-3E12-41F4-A176-73F87448F051}" type="presParOf" srcId="{94C93716-91A9-435C-9829-B957568409F7}" destId="{C266FD90-BE19-4AF6-AABD-8B397F874875}" srcOrd="11" destOrd="0" presId="urn:microsoft.com/office/officeart/2005/8/layout/list1"/>
    <dgm:cxn modelId="{DB82D963-E926-43B3-97C6-A525DEACC226}" type="presParOf" srcId="{94C93716-91A9-435C-9829-B957568409F7}" destId="{43182449-82F6-43A7-9DEC-715CBD40B963}" srcOrd="12" destOrd="0" presId="urn:microsoft.com/office/officeart/2005/8/layout/list1"/>
    <dgm:cxn modelId="{B3492540-371E-482F-BE68-66F245447ABB}" type="presParOf" srcId="{43182449-82F6-43A7-9DEC-715CBD40B963}" destId="{D541620E-5669-4F37-AFD1-2303267457D6}" srcOrd="0" destOrd="0" presId="urn:microsoft.com/office/officeart/2005/8/layout/list1"/>
    <dgm:cxn modelId="{EE79927E-60F2-459C-973F-E9ACB4578F2B}" type="presParOf" srcId="{43182449-82F6-43A7-9DEC-715CBD40B963}" destId="{D3450DBB-9654-4AF8-A6D5-2EA892EA5BE6}" srcOrd="1" destOrd="0" presId="urn:microsoft.com/office/officeart/2005/8/layout/list1"/>
    <dgm:cxn modelId="{470AFC0B-B74D-4C9C-B59C-D64F9433F441}" type="presParOf" srcId="{94C93716-91A9-435C-9829-B957568409F7}" destId="{FB25887F-EDFE-4D76-AB73-D9BFC8BF4D8E}" srcOrd="13" destOrd="0" presId="urn:microsoft.com/office/officeart/2005/8/layout/list1"/>
    <dgm:cxn modelId="{0D0F0E18-3272-4C34-9072-809F6FE88916}" type="presParOf" srcId="{94C93716-91A9-435C-9829-B957568409F7}" destId="{FBFF4D69-0EA8-40FB-9017-0A42ADAA9054}" srcOrd="14" destOrd="0" presId="urn:microsoft.com/office/officeart/2005/8/layout/list1"/>
    <dgm:cxn modelId="{D9BFF69B-3DD9-466C-BB9D-86F23B7D70E5}" type="presParOf" srcId="{94C93716-91A9-435C-9829-B957568409F7}" destId="{831A1E38-1BFB-4137-A1FE-6BB3ABF5811C}" srcOrd="15" destOrd="0" presId="urn:microsoft.com/office/officeart/2005/8/layout/list1"/>
    <dgm:cxn modelId="{DD7E4E0E-F4DA-4F9A-B201-31337CDE2C6F}" type="presParOf" srcId="{94C93716-91A9-435C-9829-B957568409F7}" destId="{75B8FC03-C677-469A-94A5-138785B9DBD2}" srcOrd="16" destOrd="0" presId="urn:microsoft.com/office/officeart/2005/8/layout/list1"/>
    <dgm:cxn modelId="{538D52DC-B103-4044-8255-E747E6E9DBD4}" type="presParOf" srcId="{75B8FC03-C677-469A-94A5-138785B9DBD2}" destId="{851B89C0-3EF1-4717-A254-AA0EA5C0E65A}" srcOrd="0" destOrd="0" presId="urn:microsoft.com/office/officeart/2005/8/layout/list1"/>
    <dgm:cxn modelId="{9FE568A2-F034-44F1-9259-5A7F2F55AC21}" type="presParOf" srcId="{75B8FC03-C677-469A-94A5-138785B9DBD2}" destId="{AAC3912C-4C54-4C4B-97FF-7F6AAF9F404A}" srcOrd="1" destOrd="0" presId="urn:microsoft.com/office/officeart/2005/8/layout/list1"/>
    <dgm:cxn modelId="{4E6CF611-7352-4DCF-B704-43ADEEE055AE}" type="presParOf" srcId="{94C93716-91A9-435C-9829-B957568409F7}" destId="{1D597138-B9D6-4A38-85DD-CC019A7D93B1}" srcOrd="17" destOrd="0" presId="urn:microsoft.com/office/officeart/2005/8/layout/list1"/>
    <dgm:cxn modelId="{E48D8779-5E39-4EEC-B87A-E8FDA2D9206A}" type="presParOf" srcId="{94C93716-91A9-435C-9829-B957568409F7}" destId="{820FA029-3AE5-4D92-A77E-A6F98E44D686}" srcOrd="18" destOrd="0" presId="urn:microsoft.com/office/officeart/2005/8/layout/list1"/>
    <dgm:cxn modelId="{7602F7FC-12D2-434C-8908-4AFA74C58904}" type="presParOf" srcId="{94C93716-91A9-435C-9829-B957568409F7}" destId="{2EDCEACB-CFBB-4F0F-858A-23D51F407FD6}" srcOrd="19" destOrd="0" presId="urn:microsoft.com/office/officeart/2005/8/layout/list1"/>
    <dgm:cxn modelId="{3BC4BB3B-2137-482D-8EC7-FE5B9FEE3A29}" type="presParOf" srcId="{94C93716-91A9-435C-9829-B957568409F7}" destId="{16BDE237-8E93-4147-BA18-AA3E313D2D7B}" srcOrd="20" destOrd="0" presId="urn:microsoft.com/office/officeart/2005/8/layout/list1"/>
    <dgm:cxn modelId="{AB9B4812-88F2-43B1-A0FB-F73BC6DF1527}" type="presParOf" srcId="{16BDE237-8E93-4147-BA18-AA3E313D2D7B}" destId="{6DCC2345-DBD2-4262-91A7-FF3A774D85B8}" srcOrd="0" destOrd="0" presId="urn:microsoft.com/office/officeart/2005/8/layout/list1"/>
    <dgm:cxn modelId="{F8B2FA2A-8E53-417B-808E-A776287E1F56}" type="presParOf" srcId="{16BDE237-8E93-4147-BA18-AA3E313D2D7B}" destId="{82486902-04DF-434E-8441-5B9B68956068}" srcOrd="1" destOrd="0" presId="urn:microsoft.com/office/officeart/2005/8/layout/list1"/>
    <dgm:cxn modelId="{BDB4EBB2-2843-4241-B24F-0DD4601B4B2D}" type="presParOf" srcId="{94C93716-91A9-435C-9829-B957568409F7}" destId="{BBD3A021-982F-41BC-8ECE-4EC4E9A6A3DB}" srcOrd="21" destOrd="0" presId="urn:microsoft.com/office/officeart/2005/8/layout/list1"/>
    <dgm:cxn modelId="{D40D5AA3-0E0A-4DB5-9296-B9707CA29294}" type="presParOf" srcId="{94C93716-91A9-435C-9829-B957568409F7}" destId="{33B69704-022E-4B6A-B508-2C49F24D0D5D}" srcOrd="2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ED553A-949B-4D32-B645-3ABA0F1A35A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CA"/>
        </a:p>
      </dgm:t>
    </dgm:pt>
    <dgm:pt modelId="{5B4A9976-57BE-4FB1-B378-FBD9EBABDA76}">
      <dgm:prSet custT="1"/>
      <dgm:spPr/>
      <dgm:t>
        <a:bodyPr/>
        <a:lstStyle/>
        <a:p>
          <a:pPr algn="ctr"/>
          <a:r>
            <a:rPr lang="en-US" sz="2400" b="0" i="0">
              <a:solidFill>
                <a:schemeClr val="tx1"/>
              </a:solidFill>
            </a:rPr>
            <a:t>Data collection​</a:t>
          </a:r>
          <a:endParaRPr lang="en-CA" sz="2400">
            <a:solidFill>
              <a:schemeClr val="tx1"/>
            </a:solidFill>
          </a:endParaRPr>
        </a:p>
      </dgm:t>
    </dgm:pt>
    <dgm:pt modelId="{E174E934-818E-495D-8C8A-49AAA6655977}" type="parTrans" cxnId="{A677196A-9C69-45EF-B6F2-025E1903A2AA}">
      <dgm:prSet/>
      <dgm:spPr/>
      <dgm:t>
        <a:bodyPr/>
        <a:lstStyle/>
        <a:p>
          <a:pPr algn="ctr"/>
          <a:endParaRPr lang="en-CA">
            <a:solidFill>
              <a:schemeClr val="tx1"/>
            </a:solidFill>
          </a:endParaRPr>
        </a:p>
      </dgm:t>
    </dgm:pt>
    <dgm:pt modelId="{69D28555-AC47-429D-8E77-C8CAAD4E3C30}" type="sibTrans" cxnId="{A677196A-9C69-45EF-B6F2-025E1903A2AA}">
      <dgm:prSet/>
      <dgm:spPr/>
      <dgm:t>
        <a:bodyPr/>
        <a:lstStyle/>
        <a:p>
          <a:pPr algn="ctr"/>
          <a:endParaRPr lang="en-CA">
            <a:solidFill>
              <a:schemeClr val="tx1"/>
            </a:solidFill>
          </a:endParaRPr>
        </a:p>
      </dgm:t>
    </dgm:pt>
    <dgm:pt modelId="{B5B76ADC-D1B8-4E57-8D29-C78C5AAD3DC1}">
      <dgm:prSet custT="1"/>
      <dgm:spPr/>
      <dgm:t>
        <a:bodyPr/>
        <a:lstStyle/>
        <a:p>
          <a:pPr algn="ctr"/>
          <a:r>
            <a:rPr lang="en-US" sz="2400" b="0" i="0">
              <a:solidFill>
                <a:schemeClr val="tx1"/>
              </a:solidFill>
            </a:rPr>
            <a:t>Documentation &amp; metadata​</a:t>
          </a:r>
          <a:endParaRPr lang="en-CA" sz="2400">
            <a:solidFill>
              <a:schemeClr val="tx1"/>
            </a:solidFill>
          </a:endParaRPr>
        </a:p>
      </dgm:t>
    </dgm:pt>
    <dgm:pt modelId="{A4E45A64-8542-4ABB-934D-ADBB44F62093}" type="parTrans" cxnId="{58E2C144-F769-4EAD-89EE-341EC81245AD}">
      <dgm:prSet/>
      <dgm:spPr/>
      <dgm:t>
        <a:bodyPr/>
        <a:lstStyle/>
        <a:p>
          <a:pPr algn="ctr"/>
          <a:endParaRPr lang="en-CA">
            <a:solidFill>
              <a:schemeClr val="tx1"/>
            </a:solidFill>
          </a:endParaRPr>
        </a:p>
      </dgm:t>
    </dgm:pt>
    <dgm:pt modelId="{D88EA24E-7D35-4B88-9039-ACD5181F01E0}" type="sibTrans" cxnId="{58E2C144-F769-4EAD-89EE-341EC81245AD}">
      <dgm:prSet/>
      <dgm:spPr/>
      <dgm:t>
        <a:bodyPr/>
        <a:lstStyle/>
        <a:p>
          <a:pPr algn="ctr"/>
          <a:endParaRPr lang="en-CA">
            <a:solidFill>
              <a:schemeClr val="tx1"/>
            </a:solidFill>
          </a:endParaRPr>
        </a:p>
      </dgm:t>
    </dgm:pt>
    <dgm:pt modelId="{D649FAF9-0410-4183-93CF-28AD354C0744}">
      <dgm:prSet custT="1"/>
      <dgm:spPr/>
      <dgm:t>
        <a:bodyPr/>
        <a:lstStyle/>
        <a:p>
          <a:pPr algn="ctr"/>
          <a:r>
            <a:rPr lang="en-US" sz="2400" b="0" i="0">
              <a:solidFill>
                <a:schemeClr val="tx1"/>
              </a:solidFill>
            </a:rPr>
            <a:t>Storage &amp; backup ​</a:t>
          </a:r>
          <a:endParaRPr lang="en-CA" sz="2400">
            <a:solidFill>
              <a:schemeClr val="tx1"/>
            </a:solidFill>
          </a:endParaRPr>
        </a:p>
      </dgm:t>
    </dgm:pt>
    <dgm:pt modelId="{CB361AE4-4F75-4932-ADA8-0CE9C9016578}" type="parTrans" cxnId="{98E806BB-EA28-4EDD-8D3A-DA123553E92D}">
      <dgm:prSet/>
      <dgm:spPr/>
      <dgm:t>
        <a:bodyPr/>
        <a:lstStyle/>
        <a:p>
          <a:pPr algn="ctr"/>
          <a:endParaRPr lang="en-CA">
            <a:solidFill>
              <a:schemeClr val="tx1"/>
            </a:solidFill>
          </a:endParaRPr>
        </a:p>
      </dgm:t>
    </dgm:pt>
    <dgm:pt modelId="{C2BDB7E4-DF44-4E6A-B17D-6174BE40E26E}" type="sibTrans" cxnId="{98E806BB-EA28-4EDD-8D3A-DA123553E92D}">
      <dgm:prSet/>
      <dgm:spPr/>
      <dgm:t>
        <a:bodyPr/>
        <a:lstStyle/>
        <a:p>
          <a:pPr algn="ctr"/>
          <a:endParaRPr lang="en-CA">
            <a:solidFill>
              <a:schemeClr val="tx1"/>
            </a:solidFill>
          </a:endParaRPr>
        </a:p>
      </dgm:t>
    </dgm:pt>
    <dgm:pt modelId="{530AC3D2-5B20-4CBB-9BAE-2011408FA296}">
      <dgm:prSet custT="1"/>
      <dgm:spPr/>
      <dgm:t>
        <a:bodyPr/>
        <a:lstStyle/>
        <a:p>
          <a:pPr algn="ctr"/>
          <a:r>
            <a:rPr lang="en-US" sz="2400" b="0" i="0">
              <a:solidFill>
                <a:schemeClr val="tx1"/>
              </a:solidFill>
            </a:rPr>
            <a:t>Preservation ​</a:t>
          </a:r>
          <a:endParaRPr lang="en-CA" sz="2400">
            <a:solidFill>
              <a:schemeClr val="tx1"/>
            </a:solidFill>
          </a:endParaRPr>
        </a:p>
      </dgm:t>
    </dgm:pt>
    <dgm:pt modelId="{B7B71E82-DEC3-45BA-B18B-C81AE4D996DB}" type="parTrans" cxnId="{4BF0125E-AE8E-428E-8EA3-6C8466893E2B}">
      <dgm:prSet/>
      <dgm:spPr/>
      <dgm:t>
        <a:bodyPr/>
        <a:lstStyle/>
        <a:p>
          <a:pPr algn="ctr"/>
          <a:endParaRPr lang="en-CA">
            <a:solidFill>
              <a:schemeClr val="tx1"/>
            </a:solidFill>
          </a:endParaRPr>
        </a:p>
      </dgm:t>
    </dgm:pt>
    <dgm:pt modelId="{529E05A2-4A83-4650-B8A6-AF2F48E6C8A9}" type="sibTrans" cxnId="{4BF0125E-AE8E-428E-8EA3-6C8466893E2B}">
      <dgm:prSet/>
      <dgm:spPr/>
      <dgm:t>
        <a:bodyPr/>
        <a:lstStyle/>
        <a:p>
          <a:pPr algn="ctr"/>
          <a:endParaRPr lang="en-CA">
            <a:solidFill>
              <a:schemeClr val="tx1"/>
            </a:solidFill>
          </a:endParaRPr>
        </a:p>
      </dgm:t>
    </dgm:pt>
    <dgm:pt modelId="{07D65D62-DB5B-4FE5-A548-A7C3630DC8DE}">
      <dgm:prSet custT="1"/>
      <dgm:spPr/>
      <dgm:t>
        <a:bodyPr/>
        <a:lstStyle/>
        <a:p>
          <a:pPr algn="ctr"/>
          <a:r>
            <a:rPr lang="en-US" sz="2400" b="0" i="0">
              <a:solidFill>
                <a:schemeClr val="tx1"/>
              </a:solidFill>
            </a:rPr>
            <a:t>Sharing &amp; reuse​</a:t>
          </a:r>
          <a:endParaRPr lang="en-CA" sz="2400">
            <a:solidFill>
              <a:schemeClr val="tx1"/>
            </a:solidFill>
          </a:endParaRPr>
        </a:p>
      </dgm:t>
    </dgm:pt>
    <dgm:pt modelId="{B5CF90B2-EFE0-4275-A463-9EC28582378B}" type="parTrans" cxnId="{A873D1BF-3C8F-43C7-ACBA-DB5F12965972}">
      <dgm:prSet/>
      <dgm:spPr/>
      <dgm:t>
        <a:bodyPr/>
        <a:lstStyle/>
        <a:p>
          <a:pPr algn="ctr"/>
          <a:endParaRPr lang="en-CA">
            <a:solidFill>
              <a:schemeClr val="tx1"/>
            </a:solidFill>
          </a:endParaRPr>
        </a:p>
      </dgm:t>
    </dgm:pt>
    <dgm:pt modelId="{6ED151B8-B968-42E3-A964-01B92AE36D69}" type="sibTrans" cxnId="{A873D1BF-3C8F-43C7-ACBA-DB5F12965972}">
      <dgm:prSet/>
      <dgm:spPr/>
      <dgm:t>
        <a:bodyPr/>
        <a:lstStyle/>
        <a:p>
          <a:pPr algn="ctr"/>
          <a:endParaRPr lang="en-CA">
            <a:solidFill>
              <a:schemeClr val="tx1"/>
            </a:solidFill>
          </a:endParaRPr>
        </a:p>
      </dgm:t>
    </dgm:pt>
    <dgm:pt modelId="{6C36BBA3-231A-46BD-8E46-BC57C59D9334}">
      <dgm:prSet custT="1"/>
      <dgm:spPr/>
      <dgm:t>
        <a:bodyPr/>
        <a:lstStyle/>
        <a:p>
          <a:pPr algn="ctr"/>
          <a:r>
            <a:rPr lang="en-US" sz="2400" b="0" i="0">
              <a:solidFill>
                <a:schemeClr val="tx1"/>
              </a:solidFill>
            </a:rPr>
            <a:t>Responsibilities &amp; resources​</a:t>
          </a:r>
          <a:endParaRPr lang="en-CA" sz="2400">
            <a:solidFill>
              <a:schemeClr val="tx1"/>
            </a:solidFill>
          </a:endParaRPr>
        </a:p>
      </dgm:t>
    </dgm:pt>
    <dgm:pt modelId="{84A24CFA-FDD4-4D98-92FE-E495A1880AAE}" type="parTrans" cxnId="{CE5D4E50-8DE5-4724-BF6B-2C0581A5E4EC}">
      <dgm:prSet/>
      <dgm:spPr/>
      <dgm:t>
        <a:bodyPr/>
        <a:lstStyle/>
        <a:p>
          <a:pPr algn="ctr"/>
          <a:endParaRPr lang="en-CA">
            <a:solidFill>
              <a:schemeClr val="tx1"/>
            </a:solidFill>
          </a:endParaRPr>
        </a:p>
      </dgm:t>
    </dgm:pt>
    <dgm:pt modelId="{2D1CB897-A39A-449B-8ECE-FB46350D3D9F}" type="sibTrans" cxnId="{CE5D4E50-8DE5-4724-BF6B-2C0581A5E4EC}">
      <dgm:prSet/>
      <dgm:spPr/>
      <dgm:t>
        <a:bodyPr/>
        <a:lstStyle/>
        <a:p>
          <a:pPr algn="ctr"/>
          <a:endParaRPr lang="en-CA">
            <a:solidFill>
              <a:schemeClr val="tx1"/>
            </a:solidFill>
          </a:endParaRPr>
        </a:p>
      </dgm:t>
    </dgm:pt>
    <dgm:pt modelId="{30E44166-8113-430A-8394-5545C4ED1267}">
      <dgm:prSet custT="1"/>
      <dgm:spPr/>
      <dgm:t>
        <a:bodyPr/>
        <a:lstStyle/>
        <a:p>
          <a:pPr algn="ctr"/>
          <a:r>
            <a:rPr lang="en-US" sz="2400" b="0" i="0">
              <a:solidFill>
                <a:schemeClr val="tx1"/>
              </a:solidFill>
            </a:rPr>
            <a:t>Ethics &amp; legal compliance</a:t>
          </a:r>
          <a:endParaRPr lang="en-CA" sz="2400">
            <a:solidFill>
              <a:schemeClr val="tx1"/>
            </a:solidFill>
          </a:endParaRPr>
        </a:p>
      </dgm:t>
    </dgm:pt>
    <dgm:pt modelId="{3295850E-1CDA-4D0A-A72F-439E2EAF9639}" type="sibTrans" cxnId="{0E4C087E-C76C-4BDE-962A-F924DE867EAE}">
      <dgm:prSet/>
      <dgm:spPr/>
      <dgm:t>
        <a:bodyPr/>
        <a:lstStyle/>
        <a:p>
          <a:pPr algn="ctr"/>
          <a:endParaRPr lang="en-CA">
            <a:solidFill>
              <a:schemeClr val="tx1"/>
            </a:solidFill>
          </a:endParaRPr>
        </a:p>
      </dgm:t>
    </dgm:pt>
    <dgm:pt modelId="{ACCB569B-8F47-40DD-A82D-1B90AF433833}" type="parTrans" cxnId="{0E4C087E-C76C-4BDE-962A-F924DE867EAE}">
      <dgm:prSet/>
      <dgm:spPr/>
      <dgm:t>
        <a:bodyPr/>
        <a:lstStyle/>
        <a:p>
          <a:pPr algn="ctr"/>
          <a:endParaRPr lang="en-CA">
            <a:solidFill>
              <a:schemeClr val="tx1"/>
            </a:solidFill>
          </a:endParaRPr>
        </a:p>
      </dgm:t>
    </dgm:pt>
    <dgm:pt modelId="{2BEA6656-F2C0-4BDF-84FB-C220C3E94ACB}" type="pres">
      <dgm:prSet presAssocID="{03ED553A-949B-4D32-B645-3ABA0F1A35AA}" presName="linear" presStyleCnt="0">
        <dgm:presLayoutVars>
          <dgm:animLvl val="lvl"/>
          <dgm:resizeHandles val="exact"/>
        </dgm:presLayoutVars>
      </dgm:prSet>
      <dgm:spPr/>
    </dgm:pt>
    <dgm:pt modelId="{DE30A39D-542A-464C-9975-CAA1151004A2}" type="pres">
      <dgm:prSet presAssocID="{5B4A9976-57BE-4FB1-B378-FBD9EBABDA76}" presName="parentText" presStyleLbl="node1" presStyleIdx="0" presStyleCnt="7" custLinFactNeighborY="-14886">
        <dgm:presLayoutVars>
          <dgm:chMax val="0"/>
          <dgm:bulletEnabled val="1"/>
        </dgm:presLayoutVars>
      </dgm:prSet>
      <dgm:spPr/>
    </dgm:pt>
    <dgm:pt modelId="{FB5B2617-6DBC-4773-8E9C-44D1207F829D}" type="pres">
      <dgm:prSet presAssocID="{69D28555-AC47-429D-8E77-C8CAAD4E3C30}" presName="spacer" presStyleCnt="0"/>
      <dgm:spPr/>
    </dgm:pt>
    <dgm:pt modelId="{57C90FDE-4EED-479C-9E59-BC2F490D7F86}" type="pres">
      <dgm:prSet presAssocID="{B5B76ADC-D1B8-4E57-8D29-C78C5AAD3DC1}" presName="parentText" presStyleLbl="node1" presStyleIdx="1" presStyleCnt="7" custLinFactNeighborY="-14886">
        <dgm:presLayoutVars>
          <dgm:chMax val="0"/>
          <dgm:bulletEnabled val="1"/>
        </dgm:presLayoutVars>
      </dgm:prSet>
      <dgm:spPr/>
    </dgm:pt>
    <dgm:pt modelId="{5CCC94C3-E698-4A03-AF8B-AB0C609A6339}" type="pres">
      <dgm:prSet presAssocID="{D88EA24E-7D35-4B88-9039-ACD5181F01E0}" presName="spacer" presStyleCnt="0"/>
      <dgm:spPr/>
    </dgm:pt>
    <dgm:pt modelId="{7A6EF78F-1028-4636-BCCA-30490BE7FB28}" type="pres">
      <dgm:prSet presAssocID="{D649FAF9-0410-4183-93CF-28AD354C0744}" presName="parentText" presStyleLbl="node1" presStyleIdx="2" presStyleCnt="7" custLinFactNeighborY="-14886">
        <dgm:presLayoutVars>
          <dgm:chMax val="0"/>
          <dgm:bulletEnabled val="1"/>
        </dgm:presLayoutVars>
      </dgm:prSet>
      <dgm:spPr/>
    </dgm:pt>
    <dgm:pt modelId="{7C1CB54D-C338-4C93-9172-B4A7A6D896A3}" type="pres">
      <dgm:prSet presAssocID="{C2BDB7E4-DF44-4E6A-B17D-6174BE40E26E}" presName="spacer" presStyleCnt="0"/>
      <dgm:spPr/>
    </dgm:pt>
    <dgm:pt modelId="{C779CE9B-2BD8-4A0E-A472-F0098A646A63}" type="pres">
      <dgm:prSet presAssocID="{530AC3D2-5B20-4CBB-9BAE-2011408FA296}" presName="parentText" presStyleLbl="node1" presStyleIdx="3" presStyleCnt="7" custLinFactNeighborY="-14886">
        <dgm:presLayoutVars>
          <dgm:chMax val="0"/>
          <dgm:bulletEnabled val="1"/>
        </dgm:presLayoutVars>
      </dgm:prSet>
      <dgm:spPr/>
    </dgm:pt>
    <dgm:pt modelId="{8872CF5F-B0D4-4401-8FE9-55C07F7A370C}" type="pres">
      <dgm:prSet presAssocID="{529E05A2-4A83-4650-B8A6-AF2F48E6C8A9}" presName="spacer" presStyleCnt="0"/>
      <dgm:spPr/>
    </dgm:pt>
    <dgm:pt modelId="{4429FFC6-0236-45A1-AB65-D6CF554EAAAD}" type="pres">
      <dgm:prSet presAssocID="{07D65D62-DB5B-4FE5-A548-A7C3630DC8DE}" presName="parentText" presStyleLbl="node1" presStyleIdx="4" presStyleCnt="7" custLinFactNeighborY="-14886">
        <dgm:presLayoutVars>
          <dgm:chMax val="0"/>
          <dgm:bulletEnabled val="1"/>
        </dgm:presLayoutVars>
      </dgm:prSet>
      <dgm:spPr/>
    </dgm:pt>
    <dgm:pt modelId="{48C47329-CB12-4992-ACF9-0EE839F04F1F}" type="pres">
      <dgm:prSet presAssocID="{6ED151B8-B968-42E3-A964-01B92AE36D69}" presName="spacer" presStyleCnt="0"/>
      <dgm:spPr/>
    </dgm:pt>
    <dgm:pt modelId="{D921A3E4-CC34-4395-8A09-5568CEFB0B07}" type="pres">
      <dgm:prSet presAssocID="{6C36BBA3-231A-46BD-8E46-BC57C59D9334}" presName="parentText" presStyleLbl="node1" presStyleIdx="5" presStyleCnt="7" custLinFactNeighborY="-14886">
        <dgm:presLayoutVars>
          <dgm:chMax val="0"/>
          <dgm:bulletEnabled val="1"/>
        </dgm:presLayoutVars>
      </dgm:prSet>
      <dgm:spPr/>
    </dgm:pt>
    <dgm:pt modelId="{F11A90DF-CE98-4EB4-AB8F-A4441EF6A4A9}" type="pres">
      <dgm:prSet presAssocID="{2D1CB897-A39A-449B-8ECE-FB46350D3D9F}" presName="spacer" presStyleCnt="0"/>
      <dgm:spPr/>
    </dgm:pt>
    <dgm:pt modelId="{8EFC6D10-EDD0-4478-85EF-58B37B95A539}" type="pres">
      <dgm:prSet presAssocID="{30E44166-8113-430A-8394-5545C4ED1267}" presName="parentText" presStyleLbl="node1" presStyleIdx="6" presStyleCnt="7" custLinFactNeighborY="-14886">
        <dgm:presLayoutVars>
          <dgm:chMax val="0"/>
          <dgm:bulletEnabled val="1"/>
        </dgm:presLayoutVars>
      </dgm:prSet>
      <dgm:spPr/>
    </dgm:pt>
  </dgm:ptLst>
  <dgm:cxnLst>
    <dgm:cxn modelId="{3F3E9820-FFC4-41F8-A477-7BFF35C891B9}" type="presOf" srcId="{530AC3D2-5B20-4CBB-9BAE-2011408FA296}" destId="{C779CE9B-2BD8-4A0E-A472-F0098A646A63}" srcOrd="0" destOrd="0" presId="urn:microsoft.com/office/officeart/2005/8/layout/vList2"/>
    <dgm:cxn modelId="{4BF0125E-AE8E-428E-8EA3-6C8466893E2B}" srcId="{03ED553A-949B-4D32-B645-3ABA0F1A35AA}" destId="{530AC3D2-5B20-4CBB-9BAE-2011408FA296}" srcOrd="3" destOrd="0" parTransId="{B7B71E82-DEC3-45BA-B18B-C81AE4D996DB}" sibTransId="{529E05A2-4A83-4650-B8A6-AF2F48E6C8A9}"/>
    <dgm:cxn modelId="{58E2C144-F769-4EAD-89EE-341EC81245AD}" srcId="{03ED553A-949B-4D32-B645-3ABA0F1A35AA}" destId="{B5B76ADC-D1B8-4E57-8D29-C78C5AAD3DC1}" srcOrd="1" destOrd="0" parTransId="{A4E45A64-8542-4ABB-934D-ADBB44F62093}" sibTransId="{D88EA24E-7D35-4B88-9039-ACD5181F01E0}"/>
    <dgm:cxn modelId="{5FDC5865-E267-47F8-BB43-0F0853CBCB50}" type="presOf" srcId="{6C36BBA3-231A-46BD-8E46-BC57C59D9334}" destId="{D921A3E4-CC34-4395-8A09-5568CEFB0B07}" srcOrd="0" destOrd="0" presId="urn:microsoft.com/office/officeart/2005/8/layout/vList2"/>
    <dgm:cxn modelId="{FF531367-5CEA-411B-96BB-B1D55A4D54C2}" type="presOf" srcId="{07D65D62-DB5B-4FE5-A548-A7C3630DC8DE}" destId="{4429FFC6-0236-45A1-AB65-D6CF554EAAAD}" srcOrd="0" destOrd="0" presId="urn:microsoft.com/office/officeart/2005/8/layout/vList2"/>
    <dgm:cxn modelId="{A677196A-9C69-45EF-B6F2-025E1903A2AA}" srcId="{03ED553A-949B-4D32-B645-3ABA0F1A35AA}" destId="{5B4A9976-57BE-4FB1-B378-FBD9EBABDA76}" srcOrd="0" destOrd="0" parTransId="{E174E934-818E-495D-8C8A-49AAA6655977}" sibTransId="{69D28555-AC47-429D-8E77-C8CAAD4E3C30}"/>
    <dgm:cxn modelId="{CE5D4E50-8DE5-4724-BF6B-2C0581A5E4EC}" srcId="{03ED553A-949B-4D32-B645-3ABA0F1A35AA}" destId="{6C36BBA3-231A-46BD-8E46-BC57C59D9334}" srcOrd="5" destOrd="0" parTransId="{84A24CFA-FDD4-4D98-92FE-E495A1880AAE}" sibTransId="{2D1CB897-A39A-449B-8ECE-FB46350D3D9F}"/>
    <dgm:cxn modelId="{0E4C087E-C76C-4BDE-962A-F924DE867EAE}" srcId="{03ED553A-949B-4D32-B645-3ABA0F1A35AA}" destId="{30E44166-8113-430A-8394-5545C4ED1267}" srcOrd="6" destOrd="0" parTransId="{ACCB569B-8F47-40DD-A82D-1B90AF433833}" sibTransId="{3295850E-1CDA-4D0A-A72F-439E2EAF9639}"/>
    <dgm:cxn modelId="{C953939E-FF81-4349-8A9E-A4F46977DA44}" type="presOf" srcId="{5B4A9976-57BE-4FB1-B378-FBD9EBABDA76}" destId="{DE30A39D-542A-464C-9975-CAA1151004A2}" srcOrd="0" destOrd="0" presId="urn:microsoft.com/office/officeart/2005/8/layout/vList2"/>
    <dgm:cxn modelId="{37DAAFB6-A119-4E78-A02D-776545E8522C}" type="presOf" srcId="{D649FAF9-0410-4183-93CF-28AD354C0744}" destId="{7A6EF78F-1028-4636-BCCA-30490BE7FB28}" srcOrd="0" destOrd="0" presId="urn:microsoft.com/office/officeart/2005/8/layout/vList2"/>
    <dgm:cxn modelId="{98E806BB-EA28-4EDD-8D3A-DA123553E92D}" srcId="{03ED553A-949B-4D32-B645-3ABA0F1A35AA}" destId="{D649FAF9-0410-4183-93CF-28AD354C0744}" srcOrd="2" destOrd="0" parTransId="{CB361AE4-4F75-4932-ADA8-0CE9C9016578}" sibTransId="{C2BDB7E4-DF44-4E6A-B17D-6174BE40E26E}"/>
    <dgm:cxn modelId="{A873D1BF-3C8F-43C7-ACBA-DB5F12965972}" srcId="{03ED553A-949B-4D32-B645-3ABA0F1A35AA}" destId="{07D65D62-DB5B-4FE5-A548-A7C3630DC8DE}" srcOrd="4" destOrd="0" parTransId="{B5CF90B2-EFE0-4275-A463-9EC28582378B}" sibTransId="{6ED151B8-B968-42E3-A964-01B92AE36D69}"/>
    <dgm:cxn modelId="{00F9A8F3-066E-40D3-9B2F-38A122811412}" type="presOf" srcId="{30E44166-8113-430A-8394-5545C4ED1267}" destId="{8EFC6D10-EDD0-4478-85EF-58B37B95A539}" srcOrd="0" destOrd="0" presId="urn:microsoft.com/office/officeart/2005/8/layout/vList2"/>
    <dgm:cxn modelId="{70D0A1F8-4224-4E80-A62A-45EE03D899DC}" type="presOf" srcId="{03ED553A-949B-4D32-B645-3ABA0F1A35AA}" destId="{2BEA6656-F2C0-4BDF-84FB-C220C3E94ACB}" srcOrd="0" destOrd="0" presId="urn:microsoft.com/office/officeart/2005/8/layout/vList2"/>
    <dgm:cxn modelId="{34B044FD-99EF-47E6-AEB4-15BA4C82C0B6}" type="presOf" srcId="{B5B76ADC-D1B8-4E57-8D29-C78C5AAD3DC1}" destId="{57C90FDE-4EED-479C-9E59-BC2F490D7F86}" srcOrd="0" destOrd="0" presId="urn:microsoft.com/office/officeart/2005/8/layout/vList2"/>
    <dgm:cxn modelId="{B9DFF387-BBE0-437F-A87C-B4E204520701}" type="presParOf" srcId="{2BEA6656-F2C0-4BDF-84FB-C220C3E94ACB}" destId="{DE30A39D-542A-464C-9975-CAA1151004A2}" srcOrd="0" destOrd="0" presId="urn:microsoft.com/office/officeart/2005/8/layout/vList2"/>
    <dgm:cxn modelId="{BB5DF87A-2AB9-4523-ABA0-184D2BFAFF13}" type="presParOf" srcId="{2BEA6656-F2C0-4BDF-84FB-C220C3E94ACB}" destId="{FB5B2617-6DBC-4773-8E9C-44D1207F829D}" srcOrd="1" destOrd="0" presId="urn:microsoft.com/office/officeart/2005/8/layout/vList2"/>
    <dgm:cxn modelId="{1951282F-ADC9-4456-9223-67E547C8E61D}" type="presParOf" srcId="{2BEA6656-F2C0-4BDF-84FB-C220C3E94ACB}" destId="{57C90FDE-4EED-479C-9E59-BC2F490D7F86}" srcOrd="2" destOrd="0" presId="urn:microsoft.com/office/officeart/2005/8/layout/vList2"/>
    <dgm:cxn modelId="{B2369F52-C236-421E-8000-6BE64FF31F72}" type="presParOf" srcId="{2BEA6656-F2C0-4BDF-84FB-C220C3E94ACB}" destId="{5CCC94C3-E698-4A03-AF8B-AB0C609A6339}" srcOrd="3" destOrd="0" presId="urn:microsoft.com/office/officeart/2005/8/layout/vList2"/>
    <dgm:cxn modelId="{A2430631-6CD9-4DDB-A07B-15D784047615}" type="presParOf" srcId="{2BEA6656-F2C0-4BDF-84FB-C220C3E94ACB}" destId="{7A6EF78F-1028-4636-BCCA-30490BE7FB28}" srcOrd="4" destOrd="0" presId="urn:microsoft.com/office/officeart/2005/8/layout/vList2"/>
    <dgm:cxn modelId="{2F088F9B-6E5A-41A4-B1A1-706F5727770F}" type="presParOf" srcId="{2BEA6656-F2C0-4BDF-84FB-C220C3E94ACB}" destId="{7C1CB54D-C338-4C93-9172-B4A7A6D896A3}" srcOrd="5" destOrd="0" presId="urn:microsoft.com/office/officeart/2005/8/layout/vList2"/>
    <dgm:cxn modelId="{1F27D71C-A11A-4D46-B10E-510EC9B2F4F0}" type="presParOf" srcId="{2BEA6656-F2C0-4BDF-84FB-C220C3E94ACB}" destId="{C779CE9B-2BD8-4A0E-A472-F0098A646A63}" srcOrd="6" destOrd="0" presId="urn:microsoft.com/office/officeart/2005/8/layout/vList2"/>
    <dgm:cxn modelId="{D13CDD44-6B14-4008-911E-7C307D78634C}" type="presParOf" srcId="{2BEA6656-F2C0-4BDF-84FB-C220C3E94ACB}" destId="{8872CF5F-B0D4-4401-8FE9-55C07F7A370C}" srcOrd="7" destOrd="0" presId="urn:microsoft.com/office/officeart/2005/8/layout/vList2"/>
    <dgm:cxn modelId="{C6D74F81-41CD-4D4F-8814-78A8FE088804}" type="presParOf" srcId="{2BEA6656-F2C0-4BDF-84FB-C220C3E94ACB}" destId="{4429FFC6-0236-45A1-AB65-D6CF554EAAAD}" srcOrd="8" destOrd="0" presId="urn:microsoft.com/office/officeart/2005/8/layout/vList2"/>
    <dgm:cxn modelId="{69A45168-2B16-4280-AC2D-3DEBCB398B08}" type="presParOf" srcId="{2BEA6656-F2C0-4BDF-84FB-C220C3E94ACB}" destId="{48C47329-CB12-4992-ACF9-0EE839F04F1F}" srcOrd="9" destOrd="0" presId="urn:microsoft.com/office/officeart/2005/8/layout/vList2"/>
    <dgm:cxn modelId="{4B5DC8EA-D9F2-4D75-A240-5EB1B16DC1EB}" type="presParOf" srcId="{2BEA6656-F2C0-4BDF-84FB-C220C3E94ACB}" destId="{D921A3E4-CC34-4395-8A09-5568CEFB0B07}" srcOrd="10" destOrd="0" presId="urn:microsoft.com/office/officeart/2005/8/layout/vList2"/>
    <dgm:cxn modelId="{35632830-6BDB-4A2D-8FFB-34A49B29FF9B}" type="presParOf" srcId="{2BEA6656-F2C0-4BDF-84FB-C220C3E94ACB}" destId="{F11A90DF-CE98-4EB4-AB8F-A4441EF6A4A9}" srcOrd="11" destOrd="0" presId="urn:microsoft.com/office/officeart/2005/8/layout/vList2"/>
    <dgm:cxn modelId="{7692B9FB-8FB2-4C93-BB7B-4027FA754158}" type="presParOf" srcId="{2BEA6656-F2C0-4BDF-84FB-C220C3E94ACB}" destId="{8EFC6D10-EDD0-4478-85EF-58B37B95A539}"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7214879-09D5-4304-9FAD-B89CEAC6D66B}"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22CFFD0F-78F0-464A-A6C8-BE613EA63B3B}">
      <dgm:prSet/>
      <dgm:spPr>
        <a:ln>
          <a:solidFill>
            <a:schemeClr val="tx1"/>
          </a:solidFill>
        </a:ln>
      </dgm:spPr>
      <dgm:t>
        <a:bodyPr/>
        <a:lstStyle/>
        <a:p>
          <a:r>
            <a:rPr lang="en-US">
              <a:latin typeface="+mn-lt"/>
              <a:ea typeface="Verdana" panose="020B0604030504040204" pitchFamily="34" charset="0"/>
            </a:rPr>
            <a:t>Organization, maintenance, and archiving of research data throughout the project’s life</a:t>
          </a:r>
        </a:p>
      </dgm:t>
    </dgm:pt>
    <dgm:pt modelId="{903442B9-7361-4E19-959B-08E2C650AC7D}" type="parTrans" cxnId="{E2524044-246A-4251-AAC3-F20611808EDA}">
      <dgm:prSet/>
      <dgm:spPr/>
      <dgm:t>
        <a:bodyPr/>
        <a:lstStyle/>
        <a:p>
          <a:endParaRPr lang="en-US"/>
        </a:p>
      </dgm:t>
    </dgm:pt>
    <dgm:pt modelId="{6A8FB71C-E7A9-435E-A123-62181C687A1B}" type="sibTrans" cxnId="{E2524044-246A-4251-AAC3-F20611808EDA}">
      <dgm:prSet/>
      <dgm:spPr/>
      <dgm:t>
        <a:bodyPr/>
        <a:lstStyle/>
        <a:p>
          <a:endParaRPr lang="en-US"/>
        </a:p>
      </dgm:t>
    </dgm:pt>
    <dgm:pt modelId="{D47A5EDC-CF63-4A89-B27E-BB148417DFC1}">
      <dgm:prSet/>
      <dgm:spPr>
        <a:ln>
          <a:solidFill>
            <a:schemeClr val="tx1"/>
          </a:solidFill>
        </a:ln>
      </dgm:spPr>
      <dgm:t>
        <a:bodyPr/>
        <a:lstStyle/>
        <a:p>
          <a:r>
            <a:rPr lang="en-US">
              <a:latin typeface="+mn-lt"/>
              <a:ea typeface="Verdana" panose="020B0604030504040204" pitchFamily="34" charset="0"/>
            </a:rPr>
            <a:t>Includes processes undertaken to create organized, documented, accessible, and reusable quality research data</a:t>
          </a:r>
        </a:p>
      </dgm:t>
    </dgm:pt>
    <dgm:pt modelId="{1152E072-A178-47DD-8FEE-8C9BBEB55595}" type="parTrans" cxnId="{9C78E5DF-37F4-4E6C-8C4A-225B3CAEF170}">
      <dgm:prSet/>
      <dgm:spPr/>
      <dgm:t>
        <a:bodyPr/>
        <a:lstStyle/>
        <a:p>
          <a:endParaRPr lang="en-US"/>
        </a:p>
      </dgm:t>
    </dgm:pt>
    <dgm:pt modelId="{6D8B58C7-0026-4C88-A0B3-A1AB7D9D1106}" type="sibTrans" cxnId="{9C78E5DF-37F4-4E6C-8C4A-225B3CAEF170}">
      <dgm:prSet/>
      <dgm:spPr/>
      <dgm:t>
        <a:bodyPr/>
        <a:lstStyle/>
        <a:p>
          <a:endParaRPr lang="en-US"/>
        </a:p>
      </dgm:t>
    </dgm:pt>
    <dgm:pt modelId="{B5CB3C82-C4D7-42D2-ABF4-FCDA90E31E40}" type="pres">
      <dgm:prSet presAssocID="{77214879-09D5-4304-9FAD-B89CEAC6D66B}" presName="hierChild1" presStyleCnt="0">
        <dgm:presLayoutVars>
          <dgm:chPref val="1"/>
          <dgm:dir/>
          <dgm:animOne val="branch"/>
          <dgm:animLvl val="lvl"/>
          <dgm:resizeHandles/>
        </dgm:presLayoutVars>
      </dgm:prSet>
      <dgm:spPr/>
    </dgm:pt>
    <dgm:pt modelId="{6224C0B3-735D-4F59-A4C2-128BEDC13DB2}" type="pres">
      <dgm:prSet presAssocID="{22CFFD0F-78F0-464A-A6C8-BE613EA63B3B}" presName="hierRoot1" presStyleCnt="0"/>
      <dgm:spPr/>
    </dgm:pt>
    <dgm:pt modelId="{820E4912-8210-48CD-88CC-1385F09AA7F7}" type="pres">
      <dgm:prSet presAssocID="{22CFFD0F-78F0-464A-A6C8-BE613EA63B3B}" presName="composite" presStyleCnt="0"/>
      <dgm:spPr/>
    </dgm:pt>
    <dgm:pt modelId="{3022B930-25B8-4B16-B907-403077F8E9E6}" type="pres">
      <dgm:prSet presAssocID="{22CFFD0F-78F0-464A-A6C8-BE613EA63B3B}" presName="background" presStyleLbl="node0" presStyleIdx="0" presStyleCnt="2"/>
      <dgm:spPr>
        <a:ln>
          <a:solidFill>
            <a:schemeClr val="tx1"/>
          </a:solidFill>
        </a:ln>
      </dgm:spPr>
    </dgm:pt>
    <dgm:pt modelId="{32E5F050-6AD4-40F3-AD4F-70E14F18214A}" type="pres">
      <dgm:prSet presAssocID="{22CFFD0F-78F0-464A-A6C8-BE613EA63B3B}" presName="text" presStyleLbl="fgAcc0" presStyleIdx="0" presStyleCnt="2">
        <dgm:presLayoutVars>
          <dgm:chPref val="3"/>
        </dgm:presLayoutVars>
      </dgm:prSet>
      <dgm:spPr/>
    </dgm:pt>
    <dgm:pt modelId="{B2C47C71-7582-4E79-8023-01D39A34292C}" type="pres">
      <dgm:prSet presAssocID="{22CFFD0F-78F0-464A-A6C8-BE613EA63B3B}" presName="hierChild2" presStyleCnt="0"/>
      <dgm:spPr/>
    </dgm:pt>
    <dgm:pt modelId="{F7CE072B-5E3E-4390-9552-A89A3A9C69C7}" type="pres">
      <dgm:prSet presAssocID="{D47A5EDC-CF63-4A89-B27E-BB148417DFC1}" presName="hierRoot1" presStyleCnt="0"/>
      <dgm:spPr/>
    </dgm:pt>
    <dgm:pt modelId="{287969E5-3D78-443E-A608-9272907373BF}" type="pres">
      <dgm:prSet presAssocID="{D47A5EDC-CF63-4A89-B27E-BB148417DFC1}" presName="composite" presStyleCnt="0"/>
      <dgm:spPr/>
    </dgm:pt>
    <dgm:pt modelId="{D31663D1-E20D-4EA9-B8AE-9E022FE4F10C}" type="pres">
      <dgm:prSet presAssocID="{D47A5EDC-CF63-4A89-B27E-BB148417DFC1}" presName="background" presStyleLbl="node0" presStyleIdx="1" presStyleCnt="2"/>
      <dgm:spPr>
        <a:ln>
          <a:solidFill>
            <a:schemeClr val="tx1"/>
          </a:solidFill>
        </a:ln>
      </dgm:spPr>
    </dgm:pt>
    <dgm:pt modelId="{CAFEA1F0-9160-45C0-87D7-274AA174014C}" type="pres">
      <dgm:prSet presAssocID="{D47A5EDC-CF63-4A89-B27E-BB148417DFC1}" presName="text" presStyleLbl="fgAcc0" presStyleIdx="1" presStyleCnt="2">
        <dgm:presLayoutVars>
          <dgm:chPref val="3"/>
        </dgm:presLayoutVars>
      </dgm:prSet>
      <dgm:spPr/>
    </dgm:pt>
    <dgm:pt modelId="{4CCD2E2A-F6B5-4D39-BC0F-67A30E5A18BF}" type="pres">
      <dgm:prSet presAssocID="{D47A5EDC-CF63-4A89-B27E-BB148417DFC1}" presName="hierChild2" presStyleCnt="0"/>
      <dgm:spPr/>
    </dgm:pt>
  </dgm:ptLst>
  <dgm:cxnLst>
    <dgm:cxn modelId="{9577841F-43D7-4A42-BBE4-86639AD35264}" type="presOf" srcId="{77214879-09D5-4304-9FAD-B89CEAC6D66B}" destId="{B5CB3C82-C4D7-42D2-ABF4-FCDA90E31E40}" srcOrd="0" destOrd="0" presId="urn:microsoft.com/office/officeart/2005/8/layout/hierarchy1"/>
    <dgm:cxn modelId="{E2524044-246A-4251-AAC3-F20611808EDA}" srcId="{77214879-09D5-4304-9FAD-B89CEAC6D66B}" destId="{22CFFD0F-78F0-464A-A6C8-BE613EA63B3B}" srcOrd="0" destOrd="0" parTransId="{903442B9-7361-4E19-959B-08E2C650AC7D}" sibTransId="{6A8FB71C-E7A9-435E-A123-62181C687A1B}"/>
    <dgm:cxn modelId="{415ABE9E-7F43-4EE2-BA36-88DE96553268}" type="presOf" srcId="{D47A5EDC-CF63-4A89-B27E-BB148417DFC1}" destId="{CAFEA1F0-9160-45C0-87D7-274AA174014C}" srcOrd="0" destOrd="0" presId="urn:microsoft.com/office/officeart/2005/8/layout/hierarchy1"/>
    <dgm:cxn modelId="{2BF327A8-8E07-4D6C-A56D-577DA58A6BDD}" type="presOf" srcId="{22CFFD0F-78F0-464A-A6C8-BE613EA63B3B}" destId="{32E5F050-6AD4-40F3-AD4F-70E14F18214A}" srcOrd="0" destOrd="0" presId="urn:microsoft.com/office/officeart/2005/8/layout/hierarchy1"/>
    <dgm:cxn modelId="{9C78E5DF-37F4-4E6C-8C4A-225B3CAEF170}" srcId="{77214879-09D5-4304-9FAD-B89CEAC6D66B}" destId="{D47A5EDC-CF63-4A89-B27E-BB148417DFC1}" srcOrd="1" destOrd="0" parTransId="{1152E072-A178-47DD-8FEE-8C9BBEB55595}" sibTransId="{6D8B58C7-0026-4C88-A0B3-A1AB7D9D1106}"/>
    <dgm:cxn modelId="{8E33BAD7-0EC8-46FA-BDBA-B54E7F9A0D0F}" type="presParOf" srcId="{B5CB3C82-C4D7-42D2-ABF4-FCDA90E31E40}" destId="{6224C0B3-735D-4F59-A4C2-128BEDC13DB2}" srcOrd="0" destOrd="0" presId="urn:microsoft.com/office/officeart/2005/8/layout/hierarchy1"/>
    <dgm:cxn modelId="{F1B3BD68-2D19-4002-9894-66F132101EF4}" type="presParOf" srcId="{6224C0B3-735D-4F59-A4C2-128BEDC13DB2}" destId="{820E4912-8210-48CD-88CC-1385F09AA7F7}" srcOrd="0" destOrd="0" presId="urn:microsoft.com/office/officeart/2005/8/layout/hierarchy1"/>
    <dgm:cxn modelId="{6811941F-F660-4824-AF2C-627736529E96}" type="presParOf" srcId="{820E4912-8210-48CD-88CC-1385F09AA7F7}" destId="{3022B930-25B8-4B16-B907-403077F8E9E6}" srcOrd="0" destOrd="0" presId="urn:microsoft.com/office/officeart/2005/8/layout/hierarchy1"/>
    <dgm:cxn modelId="{743AC5EC-AA2C-42B4-B19D-580CD8D28C0B}" type="presParOf" srcId="{820E4912-8210-48CD-88CC-1385F09AA7F7}" destId="{32E5F050-6AD4-40F3-AD4F-70E14F18214A}" srcOrd="1" destOrd="0" presId="urn:microsoft.com/office/officeart/2005/8/layout/hierarchy1"/>
    <dgm:cxn modelId="{BEDABC9C-0C4B-4DB6-8B3B-2A11748D46C1}" type="presParOf" srcId="{6224C0B3-735D-4F59-A4C2-128BEDC13DB2}" destId="{B2C47C71-7582-4E79-8023-01D39A34292C}" srcOrd="1" destOrd="0" presId="urn:microsoft.com/office/officeart/2005/8/layout/hierarchy1"/>
    <dgm:cxn modelId="{E66C4292-A5EB-47C6-9C5E-A65839B1C941}" type="presParOf" srcId="{B5CB3C82-C4D7-42D2-ABF4-FCDA90E31E40}" destId="{F7CE072B-5E3E-4390-9552-A89A3A9C69C7}" srcOrd="1" destOrd="0" presId="urn:microsoft.com/office/officeart/2005/8/layout/hierarchy1"/>
    <dgm:cxn modelId="{C1D877B9-3CA6-4954-A4C7-A5A292223DCA}" type="presParOf" srcId="{F7CE072B-5E3E-4390-9552-A89A3A9C69C7}" destId="{287969E5-3D78-443E-A608-9272907373BF}" srcOrd="0" destOrd="0" presId="urn:microsoft.com/office/officeart/2005/8/layout/hierarchy1"/>
    <dgm:cxn modelId="{A37A12CA-7157-46E7-853E-F8E950EBD4E8}" type="presParOf" srcId="{287969E5-3D78-443E-A608-9272907373BF}" destId="{D31663D1-E20D-4EA9-B8AE-9E022FE4F10C}" srcOrd="0" destOrd="0" presId="urn:microsoft.com/office/officeart/2005/8/layout/hierarchy1"/>
    <dgm:cxn modelId="{74B245EF-ADE1-4B87-B689-6CC0546511C0}" type="presParOf" srcId="{287969E5-3D78-443E-A608-9272907373BF}" destId="{CAFEA1F0-9160-45C0-87D7-274AA174014C}" srcOrd="1" destOrd="0" presId="urn:microsoft.com/office/officeart/2005/8/layout/hierarchy1"/>
    <dgm:cxn modelId="{690927D9-E9AC-4F9E-9C6A-BD86D2B9DC0C}" type="presParOf" srcId="{F7CE072B-5E3E-4390-9552-A89A3A9C69C7}" destId="{4CCD2E2A-F6B5-4D39-BC0F-67A30E5A18B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705B5F7-97FE-44AD-95C2-5BF7D017569D}"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DF5EA1E0-891E-4185-BD8B-840148CEA9FE}">
      <dgm:prSet phldr="0"/>
      <dgm:spPr>
        <a:xfrm>
          <a:off x="1355" y="0"/>
          <a:ext cx="3524036" cy="4125685"/>
        </a:xfrm>
        <a:prstGeom prst="roundRect">
          <a:avLst>
            <a:gd name="adj" fmla="val 10000"/>
          </a:avLst>
        </a:prstGeom>
        <a:ln>
          <a:solidFill>
            <a:schemeClr val="tx1"/>
          </a:solidFill>
        </a:ln>
      </dgm:spPr>
      <dgm:t>
        <a:bodyPr/>
        <a:lstStyle/>
        <a:p>
          <a:pPr algn="ctr" rtl="0">
            <a:buNone/>
          </a:pPr>
          <a:r>
            <a:rPr lang="en-US" sz="1100" b="1">
              <a:solidFill>
                <a:schemeClr val="tx1"/>
              </a:solidFill>
              <a:latin typeface="+mn-lt"/>
              <a:ea typeface="+mn-ea"/>
              <a:cs typeface="Calibri"/>
            </a:rPr>
            <a:t>Workflow Efficiency</a:t>
          </a:r>
          <a:endParaRPr lang="en-US" b="1">
            <a:solidFill>
              <a:schemeClr val="tx1"/>
            </a:solidFill>
            <a:latin typeface="+mn-lt"/>
            <a:ea typeface="+mn-ea"/>
            <a:cs typeface="+mn-cs"/>
          </a:endParaRPr>
        </a:p>
      </dgm:t>
    </dgm:pt>
    <dgm:pt modelId="{879EB75B-E04C-4815-A3D9-761B5B36B829}" type="parTrans" cxnId="{4A17BD8E-97D5-4F6A-AEEA-9C0FA0F51B09}">
      <dgm:prSet/>
      <dgm:spPr/>
      <dgm:t>
        <a:bodyPr/>
        <a:lstStyle/>
        <a:p>
          <a:endParaRPr lang="en-US">
            <a:solidFill>
              <a:schemeClr val="tx1"/>
            </a:solidFill>
            <a:latin typeface="+mn-lt"/>
          </a:endParaRPr>
        </a:p>
      </dgm:t>
    </dgm:pt>
    <dgm:pt modelId="{95A259EC-17F8-4138-B576-C010717AC51E}" type="sibTrans" cxnId="{4A17BD8E-97D5-4F6A-AEEA-9C0FA0F51B09}">
      <dgm:prSet/>
      <dgm:spPr/>
      <dgm:t>
        <a:bodyPr/>
        <a:lstStyle/>
        <a:p>
          <a:endParaRPr lang="en-US">
            <a:solidFill>
              <a:schemeClr val="tx1"/>
            </a:solidFill>
            <a:latin typeface="+mn-lt"/>
          </a:endParaRPr>
        </a:p>
      </dgm:t>
    </dgm:pt>
    <dgm:pt modelId="{303DF256-74FE-491A-8811-893834B51065}">
      <dgm:prSet phldr="0" custT="0"/>
      <dgm:spPr>
        <a:xfrm>
          <a:off x="353759" y="1238058"/>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Saves time long-term</a:t>
          </a:r>
          <a:endParaRPr lang="en-US">
            <a:solidFill>
              <a:schemeClr val="tx1"/>
            </a:solidFill>
            <a:latin typeface="+mn-lt"/>
            <a:ea typeface="+mn-ea"/>
            <a:cs typeface="+mn-cs"/>
          </a:endParaRPr>
        </a:p>
      </dgm:t>
    </dgm:pt>
    <dgm:pt modelId="{2F14207D-0746-4F0E-AAD2-8D51DE192F12}" type="parTrans" cxnId="{341F9057-9442-41BB-AA8D-D072C529185D}">
      <dgm:prSet/>
      <dgm:spPr/>
      <dgm:t>
        <a:bodyPr/>
        <a:lstStyle/>
        <a:p>
          <a:endParaRPr lang="en-US">
            <a:solidFill>
              <a:schemeClr val="tx1"/>
            </a:solidFill>
            <a:latin typeface="+mn-lt"/>
          </a:endParaRPr>
        </a:p>
      </dgm:t>
    </dgm:pt>
    <dgm:pt modelId="{191CB483-14D6-4E5C-A853-ACC9730385FC}" type="sibTrans" cxnId="{341F9057-9442-41BB-AA8D-D072C529185D}">
      <dgm:prSet/>
      <dgm:spPr/>
      <dgm:t>
        <a:bodyPr/>
        <a:lstStyle/>
        <a:p>
          <a:endParaRPr lang="en-US">
            <a:solidFill>
              <a:schemeClr val="tx1"/>
            </a:solidFill>
            <a:latin typeface="+mn-lt"/>
          </a:endParaRPr>
        </a:p>
      </dgm:t>
    </dgm:pt>
    <dgm:pt modelId="{40223071-2143-42D8-9F0C-F69BC638620F}">
      <dgm:prSet phldr="0"/>
      <dgm:spPr>
        <a:xfrm>
          <a:off x="353759" y="2173287"/>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Easier to find files</a:t>
          </a:r>
          <a:endParaRPr lang="en-US">
            <a:solidFill>
              <a:schemeClr val="tx1"/>
            </a:solidFill>
            <a:latin typeface="+mn-lt"/>
            <a:ea typeface="+mn-ea"/>
            <a:cs typeface="+mn-cs"/>
          </a:endParaRPr>
        </a:p>
      </dgm:t>
    </dgm:pt>
    <dgm:pt modelId="{3445D35D-6148-4C2E-AAAA-DE364628C308}" type="parTrans" cxnId="{1A366B9B-A00A-4273-B5AD-AB5D731C9EFE}">
      <dgm:prSet/>
      <dgm:spPr/>
      <dgm:t>
        <a:bodyPr/>
        <a:lstStyle/>
        <a:p>
          <a:endParaRPr lang="en-US">
            <a:solidFill>
              <a:schemeClr val="tx1"/>
            </a:solidFill>
            <a:latin typeface="+mn-lt"/>
          </a:endParaRPr>
        </a:p>
      </dgm:t>
    </dgm:pt>
    <dgm:pt modelId="{18CD0B33-7F4E-47A2-BC15-2874E817634C}" type="sibTrans" cxnId="{1A366B9B-A00A-4273-B5AD-AB5D731C9EFE}">
      <dgm:prSet/>
      <dgm:spPr/>
      <dgm:t>
        <a:bodyPr/>
        <a:lstStyle/>
        <a:p>
          <a:endParaRPr lang="en-US">
            <a:solidFill>
              <a:schemeClr val="tx1"/>
            </a:solidFill>
            <a:latin typeface="+mn-lt"/>
          </a:endParaRPr>
        </a:p>
      </dgm:t>
    </dgm:pt>
    <dgm:pt modelId="{E557DBDE-C8BD-447D-9A4A-B567C449BC97}">
      <dgm:prSet phldr="0"/>
      <dgm:spPr>
        <a:xfrm>
          <a:off x="353759" y="3108516"/>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Organized data</a:t>
          </a:r>
          <a:endParaRPr lang="en-US">
            <a:solidFill>
              <a:schemeClr val="tx1"/>
            </a:solidFill>
            <a:latin typeface="+mn-lt"/>
            <a:ea typeface="+mn-ea"/>
            <a:cs typeface="+mn-cs"/>
          </a:endParaRPr>
        </a:p>
      </dgm:t>
    </dgm:pt>
    <dgm:pt modelId="{20622ADE-C6D5-41CC-B633-9E40E059D08B}" type="parTrans" cxnId="{B8F0BB33-7959-4DAA-AA2A-671A937EAAB5}">
      <dgm:prSet/>
      <dgm:spPr/>
      <dgm:t>
        <a:bodyPr/>
        <a:lstStyle/>
        <a:p>
          <a:endParaRPr lang="en-US">
            <a:solidFill>
              <a:schemeClr val="tx1"/>
            </a:solidFill>
            <a:latin typeface="+mn-lt"/>
          </a:endParaRPr>
        </a:p>
      </dgm:t>
    </dgm:pt>
    <dgm:pt modelId="{7E759A30-5C90-4A1D-9C80-FF89810A705D}" type="sibTrans" cxnId="{B8F0BB33-7959-4DAA-AA2A-671A937EAAB5}">
      <dgm:prSet/>
      <dgm:spPr/>
      <dgm:t>
        <a:bodyPr/>
        <a:lstStyle/>
        <a:p>
          <a:endParaRPr lang="en-US">
            <a:solidFill>
              <a:schemeClr val="tx1"/>
            </a:solidFill>
            <a:latin typeface="+mn-lt"/>
          </a:endParaRPr>
        </a:p>
      </dgm:t>
    </dgm:pt>
    <dgm:pt modelId="{27C4ACF0-8A4E-414F-863E-14F0BEC42D6F}">
      <dgm:prSet phldr="0"/>
      <dgm:spPr>
        <a:xfrm>
          <a:off x="3789695" y="0"/>
          <a:ext cx="3524036" cy="4125685"/>
        </a:xfrm>
        <a:prstGeom prst="roundRect">
          <a:avLst>
            <a:gd name="adj" fmla="val 10000"/>
          </a:avLst>
        </a:prstGeom>
        <a:ln>
          <a:solidFill>
            <a:schemeClr val="tx1"/>
          </a:solidFill>
        </a:ln>
      </dgm:spPr>
      <dgm:t>
        <a:bodyPr/>
        <a:lstStyle/>
        <a:p>
          <a:pPr algn="ctr" rtl="0">
            <a:buNone/>
          </a:pPr>
          <a:r>
            <a:rPr lang="en-US" sz="1100" b="1">
              <a:solidFill>
                <a:schemeClr val="tx1"/>
              </a:solidFill>
              <a:latin typeface="+mn-lt"/>
              <a:ea typeface="+mn-ea"/>
              <a:cs typeface="Calibri"/>
            </a:rPr>
            <a:t>Academic Reputation</a:t>
          </a:r>
          <a:endParaRPr lang="en-US" b="1">
            <a:solidFill>
              <a:schemeClr val="tx1"/>
            </a:solidFill>
            <a:latin typeface="+mn-lt"/>
            <a:ea typeface="+mn-ea"/>
            <a:cs typeface="+mn-cs"/>
          </a:endParaRPr>
        </a:p>
      </dgm:t>
    </dgm:pt>
    <dgm:pt modelId="{DA4287AE-D786-4F41-9F3D-E64B3D06745A}" type="parTrans" cxnId="{8F108965-A7FF-4619-8C4C-BB3CB541AF59}">
      <dgm:prSet/>
      <dgm:spPr/>
      <dgm:t>
        <a:bodyPr/>
        <a:lstStyle/>
        <a:p>
          <a:endParaRPr lang="en-US">
            <a:solidFill>
              <a:schemeClr val="tx1"/>
            </a:solidFill>
            <a:latin typeface="+mn-lt"/>
          </a:endParaRPr>
        </a:p>
      </dgm:t>
    </dgm:pt>
    <dgm:pt modelId="{79E6B23C-3BF4-4511-B677-392C7D134C8D}" type="sibTrans" cxnId="{8F108965-A7FF-4619-8C4C-BB3CB541AF59}">
      <dgm:prSet/>
      <dgm:spPr/>
      <dgm:t>
        <a:bodyPr/>
        <a:lstStyle/>
        <a:p>
          <a:endParaRPr lang="en-US">
            <a:solidFill>
              <a:schemeClr val="tx1"/>
            </a:solidFill>
            <a:latin typeface="+mn-lt"/>
          </a:endParaRPr>
        </a:p>
      </dgm:t>
    </dgm:pt>
    <dgm:pt modelId="{F04654A0-35A4-41C4-ADA4-B81B7EFBEA79}">
      <dgm:prSet phldr="0" custT="0"/>
      <dgm:spPr>
        <a:xfrm>
          <a:off x="4142098" y="1238058"/>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Signifies research excellence</a:t>
          </a:r>
          <a:endParaRPr lang="en-US" sz="1100">
            <a:solidFill>
              <a:schemeClr val="tx1"/>
            </a:solidFill>
            <a:latin typeface="+mn-lt"/>
            <a:ea typeface="+mn-ea"/>
            <a:cs typeface="+mn-cs"/>
          </a:endParaRPr>
        </a:p>
      </dgm:t>
    </dgm:pt>
    <dgm:pt modelId="{CE13B13E-D68C-4D34-82C9-BCE9390717FB}" type="parTrans" cxnId="{06AA14A9-D67C-4696-A3CA-7A5C647A32D5}">
      <dgm:prSet/>
      <dgm:spPr/>
      <dgm:t>
        <a:bodyPr/>
        <a:lstStyle/>
        <a:p>
          <a:endParaRPr lang="en-US">
            <a:solidFill>
              <a:schemeClr val="tx1"/>
            </a:solidFill>
            <a:latin typeface="+mn-lt"/>
          </a:endParaRPr>
        </a:p>
      </dgm:t>
    </dgm:pt>
    <dgm:pt modelId="{889F79AA-38EA-4481-AF62-C17A0CED5795}" type="sibTrans" cxnId="{06AA14A9-D67C-4696-A3CA-7A5C647A32D5}">
      <dgm:prSet/>
      <dgm:spPr/>
      <dgm:t>
        <a:bodyPr/>
        <a:lstStyle/>
        <a:p>
          <a:endParaRPr lang="en-US">
            <a:solidFill>
              <a:schemeClr val="tx1"/>
            </a:solidFill>
            <a:latin typeface="+mn-lt"/>
          </a:endParaRPr>
        </a:p>
      </dgm:t>
    </dgm:pt>
    <dgm:pt modelId="{389F8D23-855B-412F-8848-A4CBE7DE58A0}">
      <dgm:prSet phldr="0"/>
      <dgm:spPr>
        <a:xfrm>
          <a:off x="4142098" y="2173287"/>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Increased citations</a:t>
          </a:r>
          <a:endParaRPr lang="en-US" sz="1100">
            <a:solidFill>
              <a:schemeClr val="tx1"/>
            </a:solidFill>
            <a:latin typeface="+mn-lt"/>
            <a:ea typeface="+mn-ea"/>
            <a:cs typeface="+mn-cs"/>
          </a:endParaRPr>
        </a:p>
      </dgm:t>
    </dgm:pt>
    <dgm:pt modelId="{EDF885DB-C0F8-44A1-AB85-551923B50096}" type="parTrans" cxnId="{1EBD1A61-BF51-4114-B7DB-0EA479F1B841}">
      <dgm:prSet/>
      <dgm:spPr/>
      <dgm:t>
        <a:bodyPr/>
        <a:lstStyle/>
        <a:p>
          <a:endParaRPr lang="en-US">
            <a:solidFill>
              <a:schemeClr val="tx1"/>
            </a:solidFill>
            <a:latin typeface="+mn-lt"/>
          </a:endParaRPr>
        </a:p>
      </dgm:t>
    </dgm:pt>
    <dgm:pt modelId="{75F9C63A-3121-40E4-AF27-AB8862F1F8C1}" type="sibTrans" cxnId="{1EBD1A61-BF51-4114-B7DB-0EA479F1B841}">
      <dgm:prSet/>
      <dgm:spPr/>
      <dgm:t>
        <a:bodyPr/>
        <a:lstStyle/>
        <a:p>
          <a:endParaRPr lang="en-US">
            <a:solidFill>
              <a:schemeClr val="tx1"/>
            </a:solidFill>
            <a:latin typeface="+mn-lt"/>
          </a:endParaRPr>
        </a:p>
      </dgm:t>
    </dgm:pt>
    <dgm:pt modelId="{6C3642AB-10C7-4778-A01D-4011C5FE1AB2}">
      <dgm:prSet phldr="0"/>
      <dgm:spPr>
        <a:xfrm>
          <a:off x="4142098" y="3108516"/>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Visibility &amp; recognition of scholarly work</a:t>
          </a:r>
          <a:endParaRPr lang="en-US" sz="1100">
            <a:solidFill>
              <a:schemeClr val="tx1"/>
            </a:solidFill>
            <a:latin typeface="+mn-lt"/>
            <a:ea typeface="+mn-ea"/>
            <a:cs typeface="+mn-cs"/>
          </a:endParaRPr>
        </a:p>
      </dgm:t>
    </dgm:pt>
    <dgm:pt modelId="{5C984456-B0AD-4AB0-8768-A1D66ADB268A}" type="parTrans" cxnId="{11138E9F-9BB4-4CD6-9A2E-D668F0F41ABE}">
      <dgm:prSet/>
      <dgm:spPr/>
      <dgm:t>
        <a:bodyPr/>
        <a:lstStyle/>
        <a:p>
          <a:endParaRPr lang="en-US">
            <a:solidFill>
              <a:schemeClr val="tx1"/>
            </a:solidFill>
            <a:latin typeface="+mn-lt"/>
          </a:endParaRPr>
        </a:p>
      </dgm:t>
    </dgm:pt>
    <dgm:pt modelId="{4047240E-7024-4829-9220-4D9A25D59D81}" type="sibTrans" cxnId="{11138E9F-9BB4-4CD6-9A2E-D668F0F41ABE}">
      <dgm:prSet/>
      <dgm:spPr/>
      <dgm:t>
        <a:bodyPr/>
        <a:lstStyle/>
        <a:p>
          <a:endParaRPr lang="en-US">
            <a:solidFill>
              <a:schemeClr val="tx1"/>
            </a:solidFill>
            <a:latin typeface="+mn-lt"/>
          </a:endParaRPr>
        </a:p>
      </dgm:t>
    </dgm:pt>
    <dgm:pt modelId="{E89E3EE4-F936-48BE-9C2F-2DB3ACB8CFC7}">
      <dgm:prSet phldr="0"/>
      <dgm:spPr>
        <a:xfrm>
          <a:off x="7578034" y="0"/>
          <a:ext cx="3524036" cy="4125685"/>
        </a:xfrm>
        <a:prstGeom prst="roundRect">
          <a:avLst>
            <a:gd name="adj" fmla="val 10000"/>
          </a:avLst>
        </a:prstGeom>
        <a:ln>
          <a:solidFill>
            <a:schemeClr val="tx1"/>
          </a:solidFill>
        </a:ln>
      </dgm:spPr>
      <dgm:t>
        <a:bodyPr/>
        <a:lstStyle/>
        <a:p>
          <a:pPr algn="ctr" rtl="0">
            <a:buNone/>
          </a:pPr>
          <a:r>
            <a:rPr lang="en-US" sz="1100" b="1">
              <a:solidFill>
                <a:schemeClr val="tx1"/>
              </a:solidFill>
              <a:latin typeface="+mn-lt"/>
              <a:ea typeface="+mn-ea"/>
              <a:cs typeface="Calibri"/>
            </a:rPr>
            <a:t>Contribution to research community</a:t>
          </a:r>
          <a:endParaRPr lang="en-US" b="1">
            <a:solidFill>
              <a:schemeClr val="tx1"/>
            </a:solidFill>
            <a:latin typeface="+mn-lt"/>
            <a:ea typeface="+mn-ea"/>
            <a:cs typeface="+mn-cs"/>
          </a:endParaRPr>
        </a:p>
      </dgm:t>
    </dgm:pt>
    <dgm:pt modelId="{9D60C7C5-3238-4C0F-A202-44CC602B9E32}" type="parTrans" cxnId="{B26386B3-E5BE-4560-A19E-F1E5C25554DC}">
      <dgm:prSet/>
      <dgm:spPr/>
      <dgm:t>
        <a:bodyPr/>
        <a:lstStyle/>
        <a:p>
          <a:endParaRPr lang="en-US">
            <a:solidFill>
              <a:schemeClr val="tx1"/>
            </a:solidFill>
            <a:latin typeface="+mn-lt"/>
          </a:endParaRPr>
        </a:p>
      </dgm:t>
    </dgm:pt>
    <dgm:pt modelId="{B5C896A2-86A9-4F38-9B78-8006A798C3E2}" type="sibTrans" cxnId="{B26386B3-E5BE-4560-A19E-F1E5C25554DC}">
      <dgm:prSet/>
      <dgm:spPr/>
      <dgm:t>
        <a:bodyPr/>
        <a:lstStyle/>
        <a:p>
          <a:endParaRPr lang="en-US">
            <a:solidFill>
              <a:schemeClr val="tx1"/>
            </a:solidFill>
            <a:latin typeface="+mn-lt"/>
          </a:endParaRPr>
        </a:p>
      </dgm:t>
    </dgm:pt>
    <dgm:pt modelId="{3CCDFB39-5CA8-48F8-B58A-C9A3DC49A598}">
      <dgm:prSet phldr="0"/>
      <dgm:spPr>
        <a:xfrm>
          <a:off x="7930438" y="1238058"/>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Better research replicability</a:t>
          </a:r>
          <a:endParaRPr lang="en-US">
            <a:solidFill>
              <a:schemeClr val="tx1"/>
            </a:solidFill>
            <a:latin typeface="+mn-lt"/>
            <a:ea typeface="+mn-ea"/>
            <a:cs typeface="+mn-cs"/>
          </a:endParaRPr>
        </a:p>
      </dgm:t>
    </dgm:pt>
    <dgm:pt modelId="{670F6FB8-DEAF-4A9B-B472-4D048D0D9B5E}" type="parTrans" cxnId="{E160BD26-CDE8-4F08-B839-A56DBC82A8E1}">
      <dgm:prSet/>
      <dgm:spPr/>
      <dgm:t>
        <a:bodyPr/>
        <a:lstStyle/>
        <a:p>
          <a:endParaRPr lang="en-US">
            <a:solidFill>
              <a:schemeClr val="tx1"/>
            </a:solidFill>
            <a:latin typeface="+mn-lt"/>
          </a:endParaRPr>
        </a:p>
      </dgm:t>
    </dgm:pt>
    <dgm:pt modelId="{C808C9B2-A8AC-4681-9B45-18EA91D76740}" type="sibTrans" cxnId="{E160BD26-CDE8-4F08-B839-A56DBC82A8E1}">
      <dgm:prSet/>
      <dgm:spPr/>
      <dgm:t>
        <a:bodyPr/>
        <a:lstStyle/>
        <a:p>
          <a:endParaRPr lang="en-US">
            <a:solidFill>
              <a:schemeClr val="tx1"/>
            </a:solidFill>
            <a:latin typeface="+mn-lt"/>
          </a:endParaRPr>
        </a:p>
      </dgm:t>
    </dgm:pt>
    <dgm:pt modelId="{B73FDEC7-47F0-4E6B-AD6A-CC851346E27E}">
      <dgm:prSet phldr="0"/>
      <dgm:spPr>
        <a:xfrm>
          <a:off x="7930438" y="2173287"/>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Long-term cost savings</a:t>
          </a:r>
          <a:endParaRPr lang="en-US">
            <a:solidFill>
              <a:schemeClr val="tx1"/>
            </a:solidFill>
            <a:latin typeface="+mn-lt"/>
            <a:ea typeface="+mn-ea"/>
            <a:cs typeface="+mn-cs"/>
          </a:endParaRPr>
        </a:p>
      </dgm:t>
    </dgm:pt>
    <dgm:pt modelId="{025C46CA-D9A7-454F-B8BF-9B1DA8830F51}" type="parTrans" cxnId="{65BA10A4-B703-4BB9-8B54-4B3A77AD93A9}">
      <dgm:prSet/>
      <dgm:spPr/>
      <dgm:t>
        <a:bodyPr/>
        <a:lstStyle/>
        <a:p>
          <a:endParaRPr lang="en-US">
            <a:solidFill>
              <a:schemeClr val="tx1"/>
            </a:solidFill>
            <a:latin typeface="+mn-lt"/>
          </a:endParaRPr>
        </a:p>
      </dgm:t>
    </dgm:pt>
    <dgm:pt modelId="{C798D3A0-AAC7-4BD9-9074-73F904B6F70F}" type="sibTrans" cxnId="{65BA10A4-B703-4BB9-8B54-4B3A77AD93A9}">
      <dgm:prSet/>
      <dgm:spPr/>
      <dgm:t>
        <a:bodyPr/>
        <a:lstStyle/>
        <a:p>
          <a:endParaRPr lang="en-US">
            <a:solidFill>
              <a:schemeClr val="tx1"/>
            </a:solidFill>
            <a:latin typeface="+mn-lt"/>
          </a:endParaRPr>
        </a:p>
      </dgm:t>
    </dgm:pt>
    <dgm:pt modelId="{E76AACF8-C9E7-4238-90FB-4A7D91FCF314}">
      <dgm:prSet phldr="0"/>
      <dgm:spPr>
        <a:xfrm>
          <a:off x="7930438" y="3108516"/>
          <a:ext cx="2819229" cy="810531"/>
        </a:xfrm>
        <a:prstGeom prst="roundRect">
          <a:avLst>
            <a:gd name="adj" fmla="val 10000"/>
          </a:avLst>
        </a:prstGeom>
        <a:ln>
          <a:solidFill>
            <a:schemeClr val="tx1"/>
          </a:solidFill>
        </a:ln>
      </dgm:spPr>
      <dgm:t>
        <a:bodyPr/>
        <a:lstStyle/>
        <a:p>
          <a:pPr algn="ctr">
            <a:buNone/>
          </a:pPr>
          <a:r>
            <a:rPr lang="en-US" sz="1100">
              <a:solidFill>
                <a:schemeClr val="tx1"/>
              </a:solidFill>
              <a:latin typeface="+mn-lt"/>
              <a:ea typeface="+mn-ea"/>
              <a:cs typeface="Calibri"/>
            </a:rPr>
            <a:t>Increased data integrity</a:t>
          </a:r>
          <a:endParaRPr lang="en-US">
            <a:solidFill>
              <a:schemeClr val="tx1"/>
            </a:solidFill>
            <a:latin typeface="+mn-lt"/>
            <a:ea typeface="+mn-ea"/>
            <a:cs typeface="+mn-cs"/>
          </a:endParaRPr>
        </a:p>
      </dgm:t>
    </dgm:pt>
    <dgm:pt modelId="{CEF1B925-610A-447B-9619-8010E5C93474}" type="parTrans" cxnId="{D6F51D1A-6D3D-40EA-B7AC-5D9CC7FE8FC7}">
      <dgm:prSet/>
      <dgm:spPr/>
      <dgm:t>
        <a:bodyPr/>
        <a:lstStyle/>
        <a:p>
          <a:endParaRPr lang="en-US">
            <a:solidFill>
              <a:schemeClr val="tx1"/>
            </a:solidFill>
            <a:latin typeface="+mn-lt"/>
          </a:endParaRPr>
        </a:p>
      </dgm:t>
    </dgm:pt>
    <dgm:pt modelId="{69091D55-1616-4561-AB3C-1A2BD9703222}" type="sibTrans" cxnId="{D6F51D1A-6D3D-40EA-B7AC-5D9CC7FE8FC7}">
      <dgm:prSet/>
      <dgm:spPr/>
      <dgm:t>
        <a:bodyPr/>
        <a:lstStyle/>
        <a:p>
          <a:endParaRPr lang="en-US">
            <a:solidFill>
              <a:schemeClr val="tx1"/>
            </a:solidFill>
            <a:latin typeface="+mn-lt"/>
          </a:endParaRPr>
        </a:p>
      </dgm:t>
    </dgm:pt>
    <dgm:pt modelId="{E6637DF9-1770-49C5-B845-EF075CECD527}" type="pres">
      <dgm:prSet presAssocID="{7705B5F7-97FE-44AD-95C2-5BF7D017569D}" presName="theList" presStyleCnt="0">
        <dgm:presLayoutVars>
          <dgm:dir/>
          <dgm:animLvl val="lvl"/>
          <dgm:resizeHandles val="exact"/>
        </dgm:presLayoutVars>
      </dgm:prSet>
      <dgm:spPr/>
    </dgm:pt>
    <dgm:pt modelId="{BF6BBE60-E321-4A75-A210-B68701773E6C}" type="pres">
      <dgm:prSet presAssocID="{DF5EA1E0-891E-4185-BD8B-840148CEA9FE}" presName="compNode" presStyleCnt="0"/>
      <dgm:spPr/>
    </dgm:pt>
    <dgm:pt modelId="{B12C932B-3B7C-4882-BCB6-C1DD19E91E41}" type="pres">
      <dgm:prSet presAssocID="{DF5EA1E0-891E-4185-BD8B-840148CEA9FE}" presName="aNode" presStyleLbl="bgShp" presStyleIdx="0" presStyleCnt="3"/>
      <dgm:spPr/>
    </dgm:pt>
    <dgm:pt modelId="{0C07C7E1-CD5B-4E31-A0FC-C4B01ED0CFE1}" type="pres">
      <dgm:prSet presAssocID="{DF5EA1E0-891E-4185-BD8B-840148CEA9FE}" presName="textNode" presStyleLbl="bgShp" presStyleIdx="0" presStyleCnt="3"/>
      <dgm:spPr/>
    </dgm:pt>
    <dgm:pt modelId="{E620A945-3789-44AE-A60F-6F03B1511F6F}" type="pres">
      <dgm:prSet presAssocID="{DF5EA1E0-891E-4185-BD8B-840148CEA9FE}" presName="compChildNode" presStyleCnt="0"/>
      <dgm:spPr/>
    </dgm:pt>
    <dgm:pt modelId="{6F64CC23-C80E-4780-AA23-1C93F5EE51DB}" type="pres">
      <dgm:prSet presAssocID="{DF5EA1E0-891E-4185-BD8B-840148CEA9FE}" presName="theInnerList" presStyleCnt="0"/>
      <dgm:spPr/>
    </dgm:pt>
    <dgm:pt modelId="{5DE8C3E7-4260-480E-B549-9EB0D7E9D317}" type="pres">
      <dgm:prSet presAssocID="{303DF256-74FE-491A-8811-893834B51065}" presName="childNode" presStyleLbl="node1" presStyleIdx="0" presStyleCnt="9">
        <dgm:presLayoutVars>
          <dgm:bulletEnabled val="1"/>
        </dgm:presLayoutVars>
      </dgm:prSet>
      <dgm:spPr/>
    </dgm:pt>
    <dgm:pt modelId="{F6CDA38D-D242-4F4C-9B81-A0AC6A7F0B82}" type="pres">
      <dgm:prSet presAssocID="{303DF256-74FE-491A-8811-893834B51065}" presName="aSpace2" presStyleCnt="0"/>
      <dgm:spPr/>
    </dgm:pt>
    <dgm:pt modelId="{F7F030F3-D426-4472-9048-074EB1ED4033}" type="pres">
      <dgm:prSet presAssocID="{40223071-2143-42D8-9F0C-F69BC638620F}" presName="childNode" presStyleLbl="node1" presStyleIdx="1" presStyleCnt="9">
        <dgm:presLayoutVars>
          <dgm:bulletEnabled val="1"/>
        </dgm:presLayoutVars>
      </dgm:prSet>
      <dgm:spPr/>
    </dgm:pt>
    <dgm:pt modelId="{E5DC42F8-EF9F-42C5-8F55-8353DEB24EDC}" type="pres">
      <dgm:prSet presAssocID="{40223071-2143-42D8-9F0C-F69BC638620F}" presName="aSpace2" presStyleCnt="0"/>
      <dgm:spPr/>
    </dgm:pt>
    <dgm:pt modelId="{2FEC78DE-24D1-41A0-935A-FEF105BBEC52}" type="pres">
      <dgm:prSet presAssocID="{E557DBDE-C8BD-447D-9A4A-B567C449BC97}" presName="childNode" presStyleLbl="node1" presStyleIdx="2" presStyleCnt="9">
        <dgm:presLayoutVars>
          <dgm:bulletEnabled val="1"/>
        </dgm:presLayoutVars>
      </dgm:prSet>
      <dgm:spPr/>
    </dgm:pt>
    <dgm:pt modelId="{5E39CE12-3758-4B2B-90DA-97718E6EE603}" type="pres">
      <dgm:prSet presAssocID="{DF5EA1E0-891E-4185-BD8B-840148CEA9FE}" presName="aSpace" presStyleCnt="0"/>
      <dgm:spPr/>
    </dgm:pt>
    <dgm:pt modelId="{F48F0C31-FD88-4307-B2DA-05C34DE351FE}" type="pres">
      <dgm:prSet presAssocID="{27C4ACF0-8A4E-414F-863E-14F0BEC42D6F}" presName="compNode" presStyleCnt="0"/>
      <dgm:spPr/>
    </dgm:pt>
    <dgm:pt modelId="{5FE0ADDE-0A64-4124-B035-4FCC7F388E9F}" type="pres">
      <dgm:prSet presAssocID="{27C4ACF0-8A4E-414F-863E-14F0BEC42D6F}" presName="aNode" presStyleLbl="bgShp" presStyleIdx="1" presStyleCnt="3"/>
      <dgm:spPr/>
    </dgm:pt>
    <dgm:pt modelId="{61F16082-F9B4-4E55-83FE-F6E0F020062F}" type="pres">
      <dgm:prSet presAssocID="{27C4ACF0-8A4E-414F-863E-14F0BEC42D6F}" presName="textNode" presStyleLbl="bgShp" presStyleIdx="1" presStyleCnt="3"/>
      <dgm:spPr/>
    </dgm:pt>
    <dgm:pt modelId="{2D302E37-2E77-4EEB-8808-2D0E579CFD30}" type="pres">
      <dgm:prSet presAssocID="{27C4ACF0-8A4E-414F-863E-14F0BEC42D6F}" presName="compChildNode" presStyleCnt="0"/>
      <dgm:spPr/>
    </dgm:pt>
    <dgm:pt modelId="{50FC865C-CF03-4431-876C-7F4511800552}" type="pres">
      <dgm:prSet presAssocID="{27C4ACF0-8A4E-414F-863E-14F0BEC42D6F}" presName="theInnerList" presStyleCnt="0"/>
      <dgm:spPr/>
    </dgm:pt>
    <dgm:pt modelId="{5C6157AF-CCC2-44EB-94D8-5865D0058048}" type="pres">
      <dgm:prSet presAssocID="{F04654A0-35A4-41C4-ADA4-B81B7EFBEA79}" presName="childNode" presStyleLbl="node1" presStyleIdx="3" presStyleCnt="9">
        <dgm:presLayoutVars>
          <dgm:bulletEnabled val="1"/>
        </dgm:presLayoutVars>
      </dgm:prSet>
      <dgm:spPr/>
    </dgm:pt>
    <dgm:pt modelId="{B7A1CF16-CB78-47D2-ABA7-A4BF0E5452D4}" type="pres">
      <dgm:prSet presAssocID="{F04654A0-35A4-41C4-ADA4-B81B7EFBEA79}" presName="aSpace2" presStyleCnt="0"/>
      <dgm:spPr/>
    </dgm:pt>
    <dgm:pt modelId="{B0D3F032-5D82-4802-9964-F03EAC51B2C2}" type="pres">
      <dgm:prSet presAssocID="{389F8D23-855B-412F-8848-A4CBE7DE58A0}" presName="childNode" presStyleLbl="node1" presStyleIdx="4" presStyleCnt="9">
        <dgm:presLayoutVars>
          <dgm:bulletEnabled val="1"/>
        </dgm:presLayoutVars>
      </dgm:prSet>
      <dgm:spPr/>
    </dgm:pt>
    <dgm:pt modelId="{C56DFA94-DD2B-4AF5-BA44-AF17C008929B}" type="pres">
      <dgm:prSet presAssocID="{389F8D23-855B-412F-8848-A4CBE7DE58A0}" presName="aSpace2" presStyleCnt="0"/>
      <dgm:spPr/>
    </dgm:pt>
    <dgm:pt modelId="{8EAB5A1B-F143-4B61-8EF8-BA04B6712CEE}" type="pres">
      <dgm:prSet presAssocID="{6C3642AB-10C7-4778-A01D-4011C5FE1AB2}" presName="childNode" presStyleLbl="node1" presStyleIdx="5" presStyleCnt="9">
        <dgm:presLayoutVars>
          <dgm:bulletEnabled val="1"/>
        </dgm:presLayoutVars>
      </dgm:prSet>
      <dgm:spPr/>
    </dgm:pt>
    <dgm:pt modelId="{78401166-E017-4A3A-A903-CA1AB0C62151}" type="pres">
      <dgm:prSet presAssocID="{27C4ACF0-8A4E-414F-863E-14F0BEC42D6F}" presName="aSpace" presStyleCnt="0"/>
      <dgm:spPr/>
    </dgm:pt>
    <dgm:pt modelId="{15C41DC3-937E-4C0D-A509-4D6124594830}" type="pres">
      <dgm:prSet presAssocID="{E89E3EE4-F936-48BE-9C2F-2DB3ACB8CFC7}" presName="compNode" presStyleCnt="0"/>
      <dgm:spPr/>
    </dgm:pt>
    <dgm:pt modelId="{C4AEBCE4-06AC-4DC4-9611-8376105C6908}" type="pres">
      <dgm:prSet presAssocID="{E89E3EE4-F936-48BE-9C2F-2DB3ACB8CFC7}" presName="aNode" presStyleLbl="bgShp" presStyleIdx="2" presStyleCnt="3"/>
      <dgm:spPr/>
    </dgm:pt>
    <dgm:pt modelId="{CAE542C7-2309-49BA-8E73-1A52AE972A54}" type="pres">
      <dgm:prSet presAssocID="{E89E3EE4-F936-48BE-9C2F-2DB3ACB8CFC7}" presName="textNode" presStyleLbl="bgShp" presStyleIdx="2" presStyleCnt="3"/>
      <dgm:spPr/>
    </dgm:pt>
    <dgm:pt modelId="{28A40E4F-4C0A-4032-826F-A30DCEAF3C46}" type="pres">
      <dgm:prSet presAssocID="{E89E3EE4-F936-48BE-9C2F-2DB3ACB8CFC7}" presName="compChildNode" presStyleCnt="0"/>
      <dgm:spPr/>
    </dgm:pt>
    <dgm:pt modelId="{2CC3395B-9DCB-479E-BA33-5A8407177581}" type="pres">
      <dgm:prSet presAssocID="{E89E3EE4-F936-48BE-9C2F-2DB3ACB8CFC7}" presName="theInnerList" presStyleCnt="0"/>
      <dgm:spPr/>
    </dgm:pt>
    <dgm:pt modelId="{AB3579B1-3423-47F5-A560-EBA2BEE66D46}" type="pres">
      <dgm:prSet presAssocID="{3CCDFB39-5CA8-48F8-B58A-C9A3DC49A598}" presName="childNode" presStyleLbl="node1" presStyleIdx="6" presStyleCnt="9">
        <dgm:presLayoutVars>
          <dgm:bulletEnabled val="1"/>
        </dgm:presLayoutVars>
      </dgm:prSet>
      <dgm:spPr/>
    </dgm:pt>
    <dgm:pt modelId="{EEAB91E4-7843-4C93-94E6-9B104CC2DFE7}" type="pres">
      <dgm:prSet presAssocID="{3CCDFB39-5CA8-48F8-B58A-C9A3DC49A598}" presName="aSpace2" presStyleCnt="0"/>
      <dgm:spPr/>
    </dgm:pt>
    <dgm:pt modelId="{569A7AE3-D421-4563-B621-2474A3217A74}" type="pres">
      <dgm:prSet presAssocID="{B73FDEC7-47F0-4E6B-AD6A-CC851346E27E}" presName="childNode" presStyleLbl="node1" presStyleIdx="7" presStyleCnt="9">
        <dgm:presLayoutVars>
          <dgm:bulletEnabled val="1"/>
        </dgm:presLayoutVars>
      </dgm:prSet>
      <dgm:spPr/>
    </dgm:pt>
    <dgm:pt modelId="{21CFA5FF-0233-4CE2-90AE-6811938EDA1B}" type="pres">
      <dgm:prSet presAssocID="{B73FDEC7-47F0-4E6B-AD6A-CC851346E27E}" presName="aSpace2" presStyleCnt="0"/>
      <dgm:spPr/>
    </dgm:pt>
    <dgm:pt modelId="{CF054AFA-5C89-4661-B710-A74813CF6A99}" type="pres">
      <dgm:prSet presAssocID="{E76AACF8-C9E7-4238-90FB-4A7D91FCF314}" presName="childNode" presStyleLbl="node1" presStyleIdx="8" presStyleCnt="9">
        <dgm:presLayoutVars>
          <dgm:bulletEnabled val="1"/>
        </dgm:presLayoutVars>
      </dgm:prSet>
      <dgm:spPr/>
    </dgm:pt>
  </dgm:ptLst>
  <dgm:cxnLst>
    <dgm:cxn modelId="{D6F51D1A-6D3D-40EA-B7AC-5D9CC7FE8FC7}" srcId="{E89E3EE4-F936-48BE-9C2F-2DB3ACB8CFC7}" destId="{E76AACF8-C9E7-4238-90FB-4A7D91FCF314}" srcOrd="2" destOrd="0" parTransId="{CEF1B925-610A-447B-9619-8010E5C93474}" sibTransId="{69091D55-1616-4561-AB3C-1A2BD9703222}"/>
    <dgm:cxn modelId="{DC06DB1C-2AD8-4362-98C3-F1CAB623E356}" type="presOf" srcId="{6C3642AB-10C7-4778-A01D-4011C5FE1AB2}" destId="{8EAB5A1B-F143-4B61-8EF8-BA04B6712CEE}" srcOrd="0" destOrd="0" presId="urn:microsoft.com/office/officeart/2005/8/layout/lProcess2"/>
    <dgm:cxn modelId="{1FF3391F-276D-45DA-9694-BD5E1F91C136}" type="presOf" srcId="{389F8D23-855B-412F-8848-A4CBE7DE58A0}" destId="{B0D3F032-5D82-4802-9964-F03EAC51B2C2}" srcOrd="0" destOrd="0" presId="urn:microsoft.com/office/officeart/2005/8/layout/lProcess2"/>
    <dgm:cxn modelId="{19FB4420-F120-4835-9E19-FBEB98A984E7}" type="presOf" srcId="{40223071-2143-42D8-9F0C-F69BC638620F}" destId="{F7F030F3-D426-4472-9048-074EB1ED4033}" srcOrd="0" destOrd="0" presId="urn:microsoft.com/office/officeart/2005/8/layout/lProcess2"/>
    <dgm:cxn modelId="{E160BD26-CDE8-4F08-B839-A56DBC82A8E1}" srcId="{E89E3EE4-F936-48BE-9C2F-2DB3ACB8CFC7}" destId="{3CCDFB39-5CA8-48F8-B58A-C9A3DC49A598}" srcOrd="0" destOrd="0" parTransId="{670F6FB8-DEAF-4A9B-B472-4D048D0D9B5E}" sibTransId="{C808C9B2-A8AC-4681-9B45-18EA91D76740}"/>
    <dgm:cxn modelId="{09046A32-51D0-45EE-939B-89D749D52978}" type="presOf" srcId="{3CCDFB39-5CA8-48F8-B58A-C9A3DC49A598}" destId="{AB3579B1-3423-47F5-A560-EBA2BEE66D46}" srcOrd="0" destOrd="0" presId="urn:microsoft.com/office/officeart/2005/8/layout/lProcess2"/>
    <dgm:cxn modelId="{B8F0BB33-7959-4DAA-AA2A-671A937EAAB5}" srcId="{DF5EA1E0-891E-4185-BD8B-840148CEA9FE}" destId="{E557DBDE-C8BD-447D-9A4A-B567C449BC97}" srcOrd="2" destOrd="0" parTransId="{20622ADE-C6D5-41CC-B633-9E40E059D08B}" sibTransId="{7E759A30-5C90-4A1D-9C80-FF89810A705D}"/>
    <dgm:cxn modelId="{1EBD1A61-BF51-4114-B7DB-0EA479F1B841}" srcId="{27C4ACF0-8A4E-414F-863E-14F0BEC42D6F}" destId="{389F8D23-855B-412F-8848-A4CBE7DE58A0}" srcOrd="1" destOrd="0" parTransId="{EDF885DB-C0F8-44A1-AB85-551923B50096}" sibTransId="{75F9C63A-3121-40E4-AF27-AB8862F1F8C1}"/>
    <dgm:cxn modelId="{CABB3942-F725-4BF9-971A-CD988DA3C411}" type="presOf" srcId="{E89E3EE4-F936-48BE-9C2F-2DB3ACB8CFC7}" destId="{C4AEBCE4-06AC-4DC4-9611-8376105C6908}" srcOrd="0" destOrd="0" presId="urn:microsoft.com/office/officeart/2005/8/layout/lProcess2"/>
    <dgm:cxn modelId="{B83C3E44-15AE-466F-9FAE-37A2A6A9209A}" type="presOf" srcId="{303DF256-74FE-491A-8811-893834B51065}" destId="{5DE8C3E7-4260-480E-B549-9EB0D7E9D317}" srcOrd="0" destOrd="0" presId="urn:microsoft.com/office/officeart/2005/8/layout/lProcess2"/>
    <dgm:cxn modelId="{8F108965-A7FF-4619-8C4C-BB3CB541AF59}" srcId="{7705B5F7-97FE-44AD-95C2-5BF7D017569D}" destId="{27C4ACF0-8A4E-414F-863E-14F0BEC42D6F}" srcOrd="1" destOrd="0" parTransId="{DA4287AE-D786-4F41-9F3D-E64B3D06745A}" sibTransId="{79E6B23C-3BF4-4511-B677-392C7D134C8D}"/>
    <dgm:cxn modelId="{F02D056C-DF8C-4915-BD87-0E4B96430CDA}" type="presOf" srcId="{B73FDEC7-47F0-4E6B-AD6A-CC851346E27E}" destId="{569A7AE3-D421-4563-B621-2474A3217A74}" srcOrd="0" destOrd="0" presId="urn:microsoft.com/office/officeart/2005/8/layout/lProcess2"/>
    <dgm:cxn modelId="{8AD1934D-A3D0-4CEB-8C33-6F3FAB9B4DA3}" type="presOf" srcId="{7705B5F7-97FE-44AD-95C2-5BF7D017569D}" destId="{E6637DF9-1770-49C5-B845-EF075CECD527}" srcOrd="0" destOrd="0" presId="urn:microsoft.com/office/officeart/2005/8/layout/lProcess2"/>
    <dgm:cxn modelId="{3C4F6D76-2156-4800-AD5B-6449A68B43B5}" type="presOf" srcId="{DF5EA1E0-891E-4185-BD8B-840148CEA9FE}" destId="{B12C932B-3B7C-4882-BCB6-C1DD19E91E41}" srcOrd="0" destOrd="0" presId="urn:microsoft.com/office/officeart/2005/8/layout/lProcess2"/>
    <dgm:cxn modelId="{341F9057-9442-41BB-AA8D-D072C529185D}" srcId="{DF5EA1E0-891E-4185-BD8B-840148CEA9FE}" destId="{303DF256-74FE-491A-8811-893834B51065}" srcOrd="0" destOrd="0" parTransId="{2F14207D-0746-4F0E-AAD2-8D51DE192F12}" sibTransId="{191CB483-14D6-4E5C-A853-ACC9730385FC}"/>
    <dgm:cxn modelId="{4A17BD8E-97D5-4F6A-AEEA-9C0FA0F51B09}" srcId="{7705B5F7-97FE-44AD-95C2-5BF7D017569D}" destId="{DF5EA1E0-891E-4185-BD8B-840148CEA9FE}" srcOrd="0" destOrd="0" parTransId="{879EB75B-E04C-4815-A3D9-761B5B36B829}" sibTransId="{95A259EC-17F8-4138-B576-C010717AC51E}"/>
    <dgm:cxn modelId="{D074F890-E2DD-4A50-8B30-2AD3DBABEE53}" type="presOf" srcId="{E557DBDE-C8BD-447D-9A4A-B567C449BC97}" destId="{2FEC78DE-24D1-41A0-935A-FEF105BBEC52}" srcOrd="0" destOrd="0" presId="urn:microsoft.com/office/officeart/2005/8/layout/lProcess2"/>
    <dgm:cxn modelId="{D7622593-1AFE-4A00-AB28-84D35A17A8FE}" type="presOf" srcId="{E89E3EE4-F936-48BE-9C2F-2DB3ACB8CFC7}" destId="{CAE542C7-2309-49BA-8E73-1A52AE972A54}" srcOrd="1" destOrd="0" presId="urn:microsoft.com/office/officeart/2005/8/layout/lProcess2"/>
    <dgm:cxn modelId="{1A366B9B-A00A-4273-B5AD-AB5D731C9EFE}" srcId="{DF5EA1E0-891E-4185-BD8B-840148CEA9FE}" destId="{40223071-2143-42D8-9F0C-F69BC638620F}" srcOrd="1" destOrd="0" parTransId="{3445D35D-6148-4C2E-AAAA-DE364628C308}" sibTransId="{18CD0B33-7F4E-47A2-BC15-2874E817634C}"/>
    <dgm:cxn modelId="{11138E9F-9BB4-4CD6-9A2E-D668F0F41ABE}" srcId="{27C4ACF0-8A4E-414F-863E-14F0BEC42D6F}" destId="{6C3642AB-10C7-4778-A01D-4011C5FE1AB2}" srcOrd="2" destOrd="0" parTransId="{5C984456-B0AD-4AB0-8768-A1D66ADB268A}" sibTransId="{4047240E-7024-4829-9220-4D9A25D59D81}"/>
    <dgm:cxn modelId="{65BA10A4-B703-4BB9-8B54-4B3A77AD93A9}" srcId="{E89E3EE4-F936-48BE-9C2F-2DB3ACB8CFC7}" destId="{B73FDEC7-47F0-4E6B-AD6A-CC851346E27E}" srcOrd="1" destOrd="0" parTransId="{025C46CA-D9A7-454F-B8BF-9B1DA8830F51}" sibTransId="{C798D3A0-AAC7-4BD9-9074-73F904B6F70F}"/>
    <dgm:cxn modelId="{06AA14A9-D67C-4696-A3CA-7A5C647A32D5}" srcId="{27C4ACF0-8A4E-414F-863E-14F0BEC42D6F}" destId="{F04654A0-35A4-41C4-ADA4-B81B7EFBEA79}" srcOrd="0" destOrd="0" parTransId="{CE13B13E-D68C-4D34-82C9-BCE9390717FB}" sibTransId="{889F79AA-38EA-4481-AF62-C17A0CED5795}"/>
    <dgm:cxn modelId="{5DF77EAF-E137-4E74-BF1C-025674574E65}" type="presOf" srcId="{E76AACF8-C9E7-4238-90FB-4A7D91FCF314}" destId="{CF054AFA-5C89-4661-B710-A74813CF6A99}" srcOrd="0" destOrd="0" presId="urn:microsoft.com/office/officeart/2005/8/layout/lProcess2"/>
    <dgm:cxn modelId="{B26386B3-E5BE-4560-A19E-F1E5C25554DC}" srcId="{7705B5F7-97FE-44AD-95C2-5BF7D017569D}" destId="{E89E3EE4-F936-48BE-9C2F-2DB3ACB8CFC7}" srcOrd="2" destOrd="0" parTransId="{9D60C7C5-3238-4C0F-A202-44CC602B9E32}" sibTransId="{B5C896A2-86A9-4F38-9B78-8006A798C3E2}"/>
    <dgm:cxn modelId="{54E821B7-8BEC-43E0-A357-EE6DBBBE5124}" type="presOf" srcId="{DF5EA1E0-891E-4185-BD8B-840148CEA9FE}" destId="{0C07C7E1-CD5B-4E31-A0FC-C4B01ED0CFE1}" srcOrd="1" destOrd="0" presId="urn:microsoft.com/office/officeart/2005/8/layout/lProcess2"/>
    <dgm:cxn modelId="{D03EB6BB-3645-4458-996C-48B7F4AF04C6}" type="presOf" srcId="{27C4ACF0-8A4E-414F-863E-14F0BEC42D6F}" destId="{61F16082-F9B4-4E55-83FE-F6E0F020062F}" srcOrd="1" destOrd="0" presId="urn:microsoft.com/office/officeart/2005/8/layout/lProcess2"/>
    <dgm:cxn modelId="{886978BF-6B27-45C3-B27C-CF47BD9CB9F4}" type="presOf" srcId="{F04654A0-35A4-41C4-ADA4-B81B7EFBEA79}" destId="{5C6157AF-CCC2-44EB-94D8-5865D0058048}" srcOrd="0" destOrd="0" presId="urn:microsoft.com/office/officeart/2005/8/layout/lProcess2"/>
    <dgm:cxn modelId="{3365E6D1-CD91-4EAB-B9C6-9159FF3B62CF}" type="presOf" srcId="{27C4ACF0-8A4E-414F-863E-14F0BEC42D6F}" destId="{5FE0ADDE-0A64-4124-B035-4FCC7F388E9F}" srcOrd="0" destOrd="0" presId="urn:microsoft.com/office/officeart/2005/8/layout/lProcess2"/>
    <dgm:cxn modelId="{5D87BE4F-2B6E-42B0-BB91-71E9BCB777A8}" type="presParOf" srcId="{E6637DF9-1770-49C5-B845-EF075CECD527}" destId="{BF6BBE60-E321-4A75-A210-B68701773E6C}" srcOrd="0" destOrd="0" presId="urn:microsoft.com/office/officeart/2005/8/layout/lProcess2"/>
    <dgm:cxn modelId="{FD8EEDA1-F95E-44CD-B2EF-01F815B0E5EF}" type="presParOf" srcId="{BF6BBE60-E321-4A75-A210-B68701773E6C}" destId="{B12C932B-3B7C-4882-BCB6-C1DD19E91E41}" srcOrd="0" destOrd="0" presId="urn:microsoft.com/office/officeart/2005/8/layout/lProcess2"/>
    <dgm:cxn modelId="{AD98F374-4760-4258-9DAA-4F08A49E475D}" type="presParOf" srcId="{BF6BBE60-E321-4A75-A210-B68701773E6C}" destId="{0C07C7E1-CD5B-4E31-A0FC-C4B01ED0CFE1}" srcOrd="1" destOrd="0" presId="urn:microsoft.com/office/officeart/2005/8/layout/lProcess2"/>
    <dgm:cxn modelId="{DD524ECB-96A3-425D-8088-7F2561BD91F6}" type="presParOf" srcId="{BF6BBE60-E321-4A75-A210-B68701773E6C}" destId="{E620A945-3789-44AE-A60F-6F03B1511F6F}" srcOrd="2" destOrd="0" presId="urn:microsoft.com/office/officeart/2005/8/layout/lProcess2"/>
    <dgm:cxn modelId="{17A028E7-783F-4897-B892-9C6F054073F8}" type="presParOf" srcId="{E620A945-3789-44AE-A60F-6F03B1511F6F}" destId="{6F64CC23-C80E-4780-AA23-1C93F5EE51DB}" srcOrd="0" destOrd="0" presId="urn:microsoft.com/office/officeart/2005/8/layout/lProcess2"/>
    <dgm:cxn modelId="{D8F4D3D6-834C-49C0-B8BA-86246AA01652}" type="presParOf" srcId="{6F64CC23-C80E-4780-AA23-1C93F5EE51DB}" destId="{5DE8C3E7-4260-480E-B549-9EB0D7E9D317}" srcOrd="0" destOrd="0" presId="urn:microsoft.com/office/officeart/2005/8/layout/lProcess2"/>
    <dgm:cxn modelId="{C22035E8-9D90-4FA6-B544-1945D87FD306}" type="presParOf" srcId="{6F64CC23-C80E-4780-AA23-1C93F5EE51DB}" destId="{F6CDA38D-D242-4F4C-9B81-A0AC6A7F0B82}" srcOrd="1" destOrd="0" presId="urn:microsoft.com/office/officeart/2005/8/layout/lProcess2"/>
    <dgm:cxn modelId="{A2FBAB73-3390-4F54-984D-E61FC3208CFD}" type="presParOf" srcId="{6F64CC23-C80E-4780-AA23-1C93F5EE51DB}" destId="{F7F030F3-D426-4472-9048-074EB1ED4033}" srcOrd="2" destOrd="0" presId="urn:microsoft.com/office/officeart/2005/8/layout/lProcess2"/>
    <dgm:cxn modelId="{8745E8A5-CCF3-4AC2-8B3D-78B05A16FB45}" type="presParOf" srcId="{6F64CC23-C80E-4780-AA23-1C93F5EE51DB}" destId="{E5DC42F8-EF9F-42C5-8F55-8353DEB24EDC}" srcOrd="3" destOrd="0" presId="urn:microsoft.com/office/officeart/2005/8/layout/lProcess2"/>
    <dgm:cxn modelId="{03B53C48-CD1C-4E87-97D9-7B7553A59569}" type="presParOf" srcId="{6F64CC23-C80E-4780-AA23-1C93F5EE51DB}" destId="{2FEC78DE-24D1-41A0-935A-FEF105BBEC52}" srcOrd="4" destOrd="0" presId="urn:microsoft.com/office/officeart/2005/8/layout/lProcess2"/>
    <dgm:cxn modelId="{D31BB737-40D1-4B23-B8D6-19898D85BCD5}" type="presParOf" srcId="{E6637DF9-1770-49C5-B845-EF075CECD527}" destId="{5E39CE12-3758-4B2B-90DA-97718E6EE603}" srcOrd="1" destOrd="0" presId="urn:microsoft.com/office/officeart/2005/8/layout/lProcess2"/>
    <dgm:cxn modelId="{6E81D5E5-7DE5-4EF7-8B64-B707348A5044}" type="presParOf" srcId="{E6637DF9-1770-49C5-B845-EF075CECD527}" destId="{F48F0C31-FD88-4307-B2DA-05C34DE351FE}" srcOrd="2" destOrd="0" presId="urn:microsoft.com/office/officeart/2005/8/layout/lProcess2"/>
    <dgm:cxn modelId="{584DB8F9-3A2F-47C0-A5A4-59F80E62DDE1}" type="presParOf" srcId="{F48F0C31-FD88-4307-B2DA-05C34DE351FE}" destId="{5FE0ADDE-0A64-4124-B035-4FCC7F388E9F}" srcOrd="0" destOrd="0" presId="urn:microsoft.com/office/officeart/2005/8/layout/lProcess2"/>
    <dgm:cxn modelId="{33A09880-E403-4123-916B-34D4E4C7D4A8}" type="presParOf" srcId="{F48F0C31-FD88-4307-B2DA-05C34DE351FE}" destId="{61F16082-F9B4-4E55-83FE-F6E0F020062F}" srcOrd="1" destOrd="0" presId="urn:microsoft.com/office/officeart/2005/8/layout/lProcess2"/>
    <dgm:cxn modelId="{BE9822EB-9943-4D47-B4B8-9E3B3E827750}" type="presParOf" srcId="{F48F0C31-FD88-4307-B2DA-05C34DE351FE}" destId="{2D302E37-2E77-4EEB-8808-2D0E579CFD30}" srcOrd="2" destOrd="0" presId="urn:microsoft.com/office/officeart/2005/8/layout/lProcess2"/>
    <dgm:cxn modelId="{7A2EF80C-9975-4D28-92A6-9C8B979F9D05}" type="presParOf" srcId="{2D302E37-2E77-4EEB-8808-2D0E579CFD30}" destId="{50FC865C-CF03-4431-876C-7F4511800552}" srcOrd="0" destOrd="0" presId="urn:microsoft.com/office/officeart/2005/8/layout/lProcess2"/>
    <dgm:cxn modelId="{E564AF2B-E775-407A-A98D-3253A6D1EAD1}" type="presParOf" srcId="{50FC865C-CF03-4431-876C-7F4511800552}" destId="{5C6157AF-CCC2-44EB-94D8-5865D0058048}" srcOrd="0" destOrd="0" presId="urn:microsoft.com/office/officeart/2005/8/layout/lProcess2"/>
    <dgm:cxn modelId="{21E0C9F2-8DB6-4139-8621-9E3C164B4339}" type="presParOf" srcId="{50FC865C-CF03-4431-876C-7F4511800552}" destId="{B7A1CF16-CB78-47D2-ABA7-A4BF0E5452D4}" srcOrd="1" destOrd="0" presId="urn:microsoft.com/office/officeart/2005/8/layout/lProcess2"/>
    <dgm:cxn modelId="{B13EE909-90F3-43F1-A975-A8947FB807A5}" type="presParOf" srcId="{50FC865C-CF03-4431-876C-7F4511800552}" destId="{B0D3F032-5D82-4802-9964-F03EAC51B2C2}" srcOrd="2" destOrd="0" presId="urn:microsoft.com/office/officeart/2005/8/layout/lProcess2"/>
    <dgm:cxn modelId="{25C9F834-42AE-40CE-90C4-70E6FFA9B780}" type="presParOf" srcId="{50FC865C-CF03-4431-876C-7F4511800552}" destId="{C56DFA94-DD2B-4AF5-BA44-AF17C008929B}" srcOrd="3" destOrd="0" presId="urn:microsoft.com/office/officeart/2005/8/layout/lProcess2"/>
    <dgm:cxn modelId="{2541C3F7-01D9-4A36-81EF-4FB7C0976FB7}" type="presParOf" srcId="{50FC865C-CF03-4431-876C-7F4511800552}" destId="{8EAB5A1B-F143-4B61-8EF8-BA04B6712CEE}" srcOrd="4" destOrd="0" presId="urn:microsoft.com/office/officeart/2005/8/layout/lProcess2"/>
    <dgm:cxn modelId="{9EE6FA78-4241-49F5-B560-AF601B9F2BC2}" type="presParOf" srcId="{E6637DF9-1770-49C5-B845-EF075CECD527}" destId="{78401166-E017-4A3A-A903-CA1AB0C62151}" srcOrd="3" destOrd="0" presId="urn:microsoft.com/office/officeart/2005/8/layout/lProcess2"/>
    <dgm:cxn modelId="{4EBA13DB-0501-4A2E-B8C6-C4555028F07B}" type="presParOf" srcId="{E6637DF9-1770-49C5-B845-EF075CECD527}" destId="{15C41DC3-937E-4C0D-A509-4D6124594830}" srcOrd="4" destOrd="0" presId="urn:microsoft.com/office/officeart/2005/8/layout/lProcess2"/>
    <dgm:cxn modelId="{1255B1F8-D51B-4F7D-8730-1D3266BC8897}" type="presParOf" srcId="{15C41DC3-937E-4C0D-A509-4D6124594830}" destId="{C4AEBCE4-06AC-4DC4-9611-8376105C6908}" srcOrd="0" destOrd="0" presId="urn:microsoft.com/office/officeart/2005/8/layout/lProcess2"/>
    <dgm:cxn modelId="{3362FF45-9773-480D-A995-39C1AF330378}" type="presParOf" srcId="{15C41DC3-937E-4C0D-A509-4D6124594830}" destId="{CAE542C7-2309-49BA-8E73-1A52AE972A54}" srcOrd="1" destOrd="0" presId="urn:microsoft.com/office/officeart/2005/8/layout/lProcess2"/>
    <dgm:cxn modelId="{28AD2628-AE40-4FD8-98B6-0FFC8037F90C}" type="presParOf" srcId="{15C41DC3-937E-4C0D-A509-4D6124594830}" destId="{28A40E4F-4C0A-4032-826F-A30DCEAF3C46}" srcOrd="2" destOrd="0" presId="urn:microsoft.com/office/officeart/2005/8/layout/lProcess2"/>
    <dgm:cxn modelId="{58DE87DA-D387-4D38-AB05-052793AF26D6}" type="presParOf" srcId="{28A40E4F-4C0A-4032-826F-A30DCEAF3C46}" destId="{2CC3395B-9DCB-479E-BA33-5A8407177581}" srcOrd="0" destOrd="0" presId="urn:microsoft.com/office/officeart/2005/8/layout/lProcess2"/>
    <dgm:cxn modelId="{856DF838-583D-4579-8994-D20E92D9D607}" type="presParOf" srcId="{2CC3395B-9DCB-479E-BA33-5A8407177581}" destId="{AB3579B1-3423-47F5-A560-EBA2BEE66D46}" srcOrd="0" destOrd="0" presId="urn:microsoft.com/office/officeart/2005/8/layout/lProcess2"/>
    <dgm:cxn modelId="{6BFE95A8-9874-4F0C-92AC-A98157A7BAD9}" type="presParOf" srcId="{2CC3395B-9DCB-479E-BA33-5A8407177581}" destId="{EEAB91E4-7843-4C93-94E6-9B104CC2DFE7}" srcOrd="1" destOrd="0" presId="urn:microsoft.com/office/officeart/2005/8/layout/lProcess2"/>
    <dgm:cxn modelId="{BBBED9C9-081B-4E38-938B-B95BE893A396}" type="presParOf" srcId="{2CC3395B-9DCB-479E-BA33-5A8407177581}" destId="{569A7AE3-D421-4563-B621-2474A3217A74}" srcOrd="2" destOrd="0" presId="urn:microsoft.com/office/officeart/2005/8/layout/lProcess2"/>
    <dgm:cxn modelId="{12B28D27-FC0D-407E-B6A1-55CBE0EC347B}" type="presParOf" srcId="{2CC3395B-9DCB-479E-BA33-5A8407177581}" destId="{21CFA5FF-0233-4CE2-90AE-6811938EDA1B}" srcOrd="3" destOrd="0" presId="urn:microsoft.com/office/officeart/2005/8/layout/lProcess2"/>
    <dgm:cxn modelId="{F99CFDD4-AFFA-4D27-B3F9-C77BC5D3E3D2}" type="presParOf" srcId="{2CC3395B-9DCB-479E-BA33-5A8407177581}" destId="{CF054AFA-5C89-4661-B710-A74813CF6A99}"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B3BFBE-8AC3-4DCE-A687-3F415368D4BB}">
      <dsp:nvSpPr>
        <dsp:cNvPr id="0" name=""/>
        <dsp:cNvSpPr/>
      </dsp:nvSpPr>
      <dsp:spPr>
        <a:xfrm>
          <a:off x="0" y="2244"/>
          <a:ext cx="115696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FC255-FFE6-4133-AFCD-2239EE425BC2}">
      <dsp:nvSpPr>
        <dsp:cNvPr id="0" name=""/>
        <dsp:cNvSpPr/>
      </dsp:nvSpPr>
      <dsp:spPr>
        <a:xfrm>
          <a:off x="0" y="2244"/>
          <a:ext cx="3062244" cy="4591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Responsible Research</a:t>
          </a:r>
        </a:p>
      </dsp:txBody>
      <dsp:txXfrm>
        <a:off x="0" y="2244"/>
        <a:ext cx="3062244" cy="4591324"/>
      </dsp:txXfrm>
    </dsp:sp>
    <dsp:sp modelId="{9F5C8CF9-F132-4583-957E-FF252646C616}">
      <dsp:nvSpPr>
        <dsp:cNvPr id="0" name=""/>
        <dsp:cNvSpPr/>
      </dsp:nvSpPr>
      <dsp:spPr>
        <a:xfrm>
          <a:off x="3221553" y="38394"/>
          <a:ext cx="8337189" cy="722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Integrity</a:t>
          </a:r>
        </a:p>
      </dsp:txBody>
      <dsp:txXfrm>
        <a:off x="3221553" y="38394"/>
        <a:ext cx="8337189" cy="722999"/>
      </dsp:txXfrm>
    </dsp:sp>
    <dsp:sp modelId="{333EBED1-968E-4EB3-AB0E-E979551E92A4}">
      <dsp:nvSpPr>
        <dsp:cNvPr id="0" name=""/>
        <dsp:cNvSpPr/>
      </dsp:nvSpPr>
      <dsp:spPr>
        <a:xfrm>
          <a:off x="3062244" y="761393"/>
          <a:ext cx="849649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D477A0-36EB-4733-8E37-5BD761C6E6AD}">
      <dsp:nvSpPr>
        <dsp:cNvPr id="0" name=""/>
        <dsp:cNvSpPr/>
      </dsp:nvSpPr>
      <dsp:spPr>
        <a:xfrm>
          <a:off x="3221553" y="797543"/>
          <a:ext cx="8337189" cy="722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Reproducibility</a:t>
          </a:r>
        </a:p>
      </dsp:txBody>
      <dsp:txXfrm>
        <a:off x="3221553" y="797543"/>
        <a:ext cx="8337189" cy="722999"/>
      </dsp:txXfrm>
    </dsp:sp>
    <dsp:sp modelId="{2164C2C4-8DA8-4C5D-BE68-F6AFB0216719}">
      <dsp:nvSpPr>
        <dsp:cNvPr id="0" name=""/>
        <dsp:cNvSpPr/>
      </dsp:nvSpPr>
      <dsp:spPr>
        <a:xfrm>
          <a:off x="3062244" y="1520542"/>
          <a:ext cx="849649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B99D9D-CDE3-4606-8F5E-EFE24A329886}">
      <dsp:nvSpPr>
        <dsp:cNvPr id="0" name=""/>
        <dsp:cNvSpPr/>
      </dsp:nvSpPr>
      <dsp:spPr>
        <a:xfrm>
          <a:off x="3221553" y="1556692"/>
          <a:ext cx="8337189" cy="722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Replicability</a:t>
          </a:r>
          <a:endParaRPr lang="en-US" sz="4200" kern="1200"/>
        </a:p>
      </dsp:txBody>
      <dsp:txXfrm>
        <a:off x="3221553" y="1556692"/>
        <a:ext cx="8337189" cy="722999"/>
      </dsp:txXfrm>
    </dsp:sp>
    <dsp:sp modelId="{A8660A94-0522-44B8-BCFE-A881D5DA1E4D}">
      <dsp:nvSpPr>
        <dsp:cNvPr id="0" name=""/>
        <dsp:cNvSpPr/>
      </dsp:nvSpPr>
      <dsp:spPr>
        <a:xfrm>
          <a:off x="3062244" y="2279691"/>
          <a:ext cx="849649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378C24-7F6D-4B73-A7A8-01B71EA2677A}">
      <dsp:nvSpPr>
        <dsp:cNvPr id="0" name=""/>
        <dsp:cNvSpPr/>
      </dsp:nvSpPr>
      <dsp:spPr>
        <a:xfrm>
          <a:off x="3221553" y="2315841"/>
          <a:ext cx="8337189" cy="722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Transparency</a:t>
          </a:r>
          <a:endParaRPr lang="en-US" sz="4200" kern="1200"/>
        </a:p>
      </dsp:txBody>
      <dsp:txXfrm>
        <a:off x="3221553" y="2315841"/>
        <a:ext cx="8337189" cy="722999"/>
      </dsp:txXfrm>
    </dsp:sp>
    <dsp:sp modelId="{468400B0-8FE3-434A-8598-FC7C99A0A3F6}">
      <dsp:nvSpPr>
        <dsp:cNvPr id="0" name=""/>
        <dsp:cNvSpPr/>
      </dsp:nvSpPr>
      <dsp:spPr>
        <a:xfrm>
          <a:off x="3062244" y="3038840"/>
          <a:ext cx="849649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C3AC7DD-D9CD-4E8F-A22E-6D0DB864F338}">
      <dsp:nvSpPr>
        <dsp:cNvPr id="0" name=""/>
        <dsp:cNvSpPr/>
      </dsp:nvSpPr>
      <dsp:spPr>
        <a:xfrm>
          <a:off x="3221553" y="3074990"/>
          <a:ext cx="8337189" cy="722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Credibility</a:t>
          </a:r>
        </a:p>
      </dsp:txBody>
      <dsp:txXfrm>
        <a:off x="3221553" y="3074990"/>
        <a:ext cx="8337189" cy="722999"/>
      </dsp:txXfrm>
    </dsp:sp>
    <dsp:sp modelId="{319CA676-0F8F-49FA-BC25-4C32F8F63804}">
      <dsp:nvSpPr>
        <dsp:cNvPr id="0" name=""/>
        <dsp:cNvSpPr/>
      </dsp:nvSpPr>
      <dsp:spPr>
        <a:xfrm>
          <a:off x="3062244" y="3797989"/>
          <a:ext cx="849649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C41EA2-2B64-4F9A-A557-BD3D9B96815F}">
      <dsp:nvSpPr>
        <dsp:cNvPr id="0" name=""/>
        <dsp:cNvSpPr/>
      </dsp:nvSpPr>
      <dsp:spPr>
        <a:xfrm>
          <a:off x="3221553" y="3834139"/>
          <a:ext cx="8337189" cy="722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Accountability</a:t>
          </a:r>
        </a:p>
      </dsp:txBody>
      <dsp:txXfrm>
        <a:off x="3221553" y="3834139"/>
        <a:ext cx="8337189" cy="722999"/>
      </dsp:txXfrm>
    </dsp:sp>
    <dsp:sp modelId="{E65DEDF8-A965-4AFC-80ED-5D4F8314135B}">
      <dsp:nvSpPr>
        <dsp:cNvPr id="0" name=""/>
        <dsp:cNvSpPr/>
      </dsp:nvSpPr>
      <dsp:spPr>
        <a:xfrm>
          <a:off x="3062244" y="4557138"/>
          <a:ext cx="8496498"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0E74E-BF4C-46C4-8447-868BE606B734}">
      <dsp:nvSpPr>
        <dsp:cNvPr id="0" name=""/>
        <dsp:cNvSpPr/>
      </dsp:nvSpPr>
      <dsp:spPr>
        <a:xfrm>
          <a:off x="1127736" y="993350"/>
          <a:ext cx="1496934" cy="149693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34A4E0-900B-40DD-B901-06DC3F3E762B}">
      <dsp:nvSpPr>
        <dsp:cNvPr id="0" name=""/>
        <dsp:cNvSpPr/>
      </dsp:nvSpPr>
      <dsp:spPr>
        <a:xfrm>
          <a:off x="212943" y="2881766"/>
          <a:ext cx="332652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pPr>
          <a:r>
            <a:rPr lang="en-US" sz="3400" kern="1200"/>
            <a:t>Restricted data</a:t>
          </a:r>
        </a:p>
      </dsp:txBody>
      <dsp:txXfrm>
        <a:off x="212943" y="2881766"/>
        <a:ext cx="3326520" cy="720000"/>
      </dsp:txXfrm>
    </dsp:sp>
    <dsp:sp modelId="{A9EA6191-2D5E-4159-80CF-1E2D23CEA7DE}">
      <dsp:nvSpPr>
        <dsp:cNvPr id="0" name=""/>
        <dsp:cNvSpPr/>
      </dsp:nvSpPr>
      <dsp:spPr>
        <a:xfrm>
          <a:off x="5036397" y="993350"/>
          <a:ext cx="1496934" cy="149693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1F964B-C9E7-438E-9910-963FB9E40CE8}">
      <dsp:nvSpPr>
        <dsp:cNvPr id="0" name=""/>
        <dsp:cNvSpPr/>
      </dsp:nvSpPr>
      <dsp:spPr>
        <a:xfrm>
          <a:off x="4121604" y="2881766"/>
          <a:ext cx="332652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pPr>
          <a:r>
            <a:rPr lang="en-US" sz="3400" kern="1200"/>
            <a:t>Restricted use</a:t>
          </a:r>
        </a:p>
      </dsp:txBody>
      <dsp:txXfrm>
        <a:off x="4121604" y="2881766"/>
        <a:ext cx="3326520" cy="720000"/>
      </dsp:txXfrm>
    </dsp:sp>
    <dsp:sp modelId="{03F37CB3-ACB4-4D10-986C-84669F90C405}">
      <dsp:nvSpPr>
        <dsp:cNvPr id="0" name=""/>
        <dsp:cNvSpPr/>
      </dsp:nvSpPr>
      <dsp:spPr>
        <a:xfrm>
          <a:off x="8945058" y="993350"/>
          <a:ext cx="1496934" cy="14969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F0F4A0-478E-43DE-A3FD-23EB6FF5F1BB}">
      <dsp:nvSpPr>
        <dsp:cNvPr id="0" name=""/>
        <dsp:cNvSpPr/>
      </dsp:nvSpPr>
      <dsp:spPr>
        <a:xfrm>
          <a:off x="8030265" y="2881766"/>
          <a:ext cx="332652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pPr>
          <a:r>
            <a:rPr lang="en-US" sz="3400" kern="1200"/>
            <a:t>Restricted access</a:t>
          </a:r>
        </a:p>
      </dsp:txBody>
      <dsp:txXfrm>
        <a:off x="8030265" y="2881766"/>
        <a:ext cx="332652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67C44-E2AC-4662-BEBC-09E30F9AC21D}">
      <dsp:nvSpPr>
        <dsp:cNvPr id="0" name=""/>
        <dsp:cNvSpPr/>
      </dsp:nvSpPr>
      <dsp:spPr>
        <a:xfrm>
          <a:off x="0" y="281018"/>
          <a:ext cx="5292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0718" tIns="354076" rIns="410718" bIns="120904" numCol="1" spcCol="1270" anchor="t" anchorCtr="0">
          <a:noAutofit/>
        </a:bodyPr>
        <a:lstStyle/>
        <a:p>
          <a:pPr marL="171450" lvl="1" indent="-171450" algn="l" defTabSz="755650">
            <a:lnSpc>
              <a:spcPct val="90000"/>
            </a:lnSpc>
            <a:spcBef>
              <a:spcPct val="0"/>
            </a:spcBef>
            <a:spcAft>
              <a:spcPct val="15000"/>
            </a:spcAft>
            <a:buChar char="•"/>
          </a:pPr>
          <a:endParaRPr lang="en-US" sz="1700" kern="1200">
            <a:solidFill>
              <a:schemeClr val="tx1"/>
            </a:solidFill>
          </a:endParaRPr>
        </a:p>
      </dsp:txBody>
      <dsp:txXfrm>
        <a:off x="0" y="281018"/>
        <a:ext cx="5292000" cy="428400"/>
      </dsp:txXfrm>
    </dsp:sp>
    <dsp:sp modelId="{6D228FF1-2780-48F6-8FFE-F517562EF96D}">
      <dsp:nvSpPr>
        <dsp:cNvPr id="0" name=""/>
        <dsp:cNvSpPr/>
      </dsp:nvSpPr>
      <dsp:spPr>
        <a:xfrm>
          <a:off x="264600" y="30098"/>
          <a:ext cx="370440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0" rIns="140018"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Scrutiny from peers</a:t>
          </a:r>
        </a:p>
      </dsp:txBody>
      <dsp:txXfrm>
        <a:off x="289098" y="54596"/>
        <a:ext cx="3655404" cy="452844"/>
      </dsp:txXfrm>
    </dsp:sp>
    <dsp:sp modelId="{53E956DB-D092-42C6-99C8-116330AAE5C4}">
      <dsp:nvSpPr>
        <dsp:cNvPr id="0" name=""/>
        <dsp:cNvSpPr/>
      </dsp:nvSpPr>
      <dsp:spPr>
        <a:xfrm>
          <a:off x="0" y="1052138"/>
          <a:ext cx="5292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D29C4C-AB2E-4D83-8776-77D92D2B7CF7}">
      <dsp:nvSpPr>
        <dsp:cNvPr id="0" name=""/>
        <dsp:cNvSpPr/>
      </dsp:nvSpPr>
      <dsp:spPr>
        <a:xfrm>
          <a:off x="264600" y="801218"/>
          <a:ext cx="370440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0" rIns="140018"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Unfamiliar with metadata</a:t>
          </a:r>
        </a:p>
      </dsp:txBody>
      <dsp:txXfrm>
        <a:off x="289098" y="825716"/>
        <a:ext cx="3655404" cy="452844"/>
      </dsp:txXfrm>
    </dsp:sp>
    <dsp:sp modelId="{F882EC59-06DF-4B0E-90B7-9AD521D9915F}">
      <dsp:nvSpPr>
        <dsp:cNvPr id="0" name=""/>
        <dsp:cNvSpPr/>
      </dsp:nvSpPr>
      <dsp:spPr>
        <a:xfrm>
          <a:off x="0" y="1823258"/>
          <a:ext cx="5292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7FCCE9-ADAC-457B-A3E1-427F33882204}">
      <dsp:nvSpPr>
        <dsp:cNvPr id="0" name=""/>
        <dsp:cNvSpPr/>
      </dsp:nvSpPr>
      <dsp:spPr>
        <a:xfrm>
          <a:off x="264600" y="1572338"/>
          <a:ext cx="370440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0" rIns="140018"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Lack of shared metadata standards</a:t>
          </a:r>
        </a:p>
      </dsp:txBody>
      <dsp:txXfrm>
        <a:off x="289098" y="1596836"/>
        <a:ext cx="3655404" cy="452844"/>
      </dsp:txXfrm>
    </dsp:sp>
    <dsp:sp modelId="{FBFF4D69-0EA8-40FB-9017-0A42ADAA9054}">
      <dsp:nvSpPr>
        <dsp:cNvPr id="0" name=""/>
        <dsp:cNvSpPr/>
      </dsp:nvSpPr>
      <dsp:spPr>
        <a:xfrm>
          <a:off x="0" y="2594378"/>
          <a:ext cx="5292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450DBB-9654-4AF8-A6D5-2EA892EA5BE6}">
      <dsp:nvSpPr>
        <dsp:cNvPr id="0" name=""/>
        <dsp:cNvSpPr/>
      </dsp:nvSpPr>
      <dsp:spPr>
        <a:xfrm>
          <a:off x="264600" y="2343458"/>
          <a:ext cx="370440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0" rIns="140018"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Potential data misuse</a:t>
          </a:r>
        </a:p>
      </dsp:txBody>
      <dsp:txXfrm>
        <a:off x="289098" y="2367956"/>
        <a:ext cx="3655404" cy="452844"/>
      </dsp:txXfrm>
    </dsp:sp>
    <dsp:sp modelId="{820FA029-3AE5-4D92-A77E-A6F98E44D686}">
      <dsp:nvSpPr>
        <dsp:cNvPr id="0" name=""/>
        <dsp:cNvSpPr/>
      </dsp:nvSpPr>
      <dsp:spPr>
        <a:xfrm>
          <a:off x="0" y="3365498"/>
          <a:ext cx="5292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C3912C-4C54-4C4B-97FF-7F6AAF9F404A}">
      <dsp:nvSpPr>
        <dsp:cNvPr id="0" name=""/>
        <dsp:cNvSpPr/>
      </dsp:nvSpPr>
      <dsp:spPr>
        <a:xfrm>
          <a:off x="264600" y="3114578"/>
          <a:ext cx="370440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0" rIns="140018"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Perceived limited value of data</a:t>
          </a:r>
        </a:p>
      </dsp:txBody>
      <dsp:txXfrm>
        <a:off x="289098" y="3139076"/>
        <a:ext cx="3655404" cy="452844"/>
      </dsp:txXfrm>
    </dsp:sp>
    <dsp:sp modelId="{33B69704-022E-4B6A-B508-2C49F24D0D5D}">
      <dsp:nvSpPr>
        <dsp:cNvPr id="0" name=""/>
        <dsp:cNvSpPr/>
      </dsp:nvSpPr>
      <dsp:spPr>
        <a:xfrm>
          <a:off x="0" y="4136618"/>
          <a:ext cx="5292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486902-04DF-434E-8441-5B9B68956068}">
      <dsp:nvSpPr>
        <dsp:cNvPr id="0" name=""/>
        <dsp:cNvSpPr/>
      </dsp:nvSpPr>
      <dsp:spPr>
        <a:xfrm>
          <a:off x="264600" y="3885698"/>
          <a:ext cx="370440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0" rIns="140018"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Lack of funding</a:t>
          </a:r>
        </a:p>
      </dsp:txBody>
      <dsp:txXfrm>
        <a:off x="289098" y="3910196"/>
        <a:ext cx="3655404"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67C44-E2AC-4662-BEBC-09E30F9AC21D}">
      <dsp:nvSpPr>
        <dsp:cNvPr id="0" name=""/>
        <dsp:cNvSpPr/>
      </dsp:nvSpPr>
      <dsp:spPr>
        <a:xfrm>
          <a:off x="0" y="281018"/>
          <a:ext cx="5291399"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0671" tIns="354076" rIns="410671" bIns="120904" numCol="1" spcCol="1270" anchor="t" anchorCtr="0">
          <a:noAutofit/>
        </a:bodyPr>
        <a:lstStyle/>
        <a:p>
          <a:pPr marL="171450" lvl="1" indent="-171450" algn="l" defTabSz="755650">
            <a:lnSpc>
              <a:spcPct val="90000"/>
            </a:lnSpc>
            <a:spcBef>
              <a:spcPct val="0"/>
            </a:spcBef>
            <a:spcAft>
              <a:spcPct val="15000"/>
            </a:spcAft>
            <a:buChar char="•"/>
          </a:pPr>
          <a:endParaRPr lang="en-US" sz="1700" kern="1200">
            <a:solidFill>
              <a:schemeClr val="tx1"/>
            </a:solidFill>
          </a:endParaRPr>
        </a:p>
      </dsp:txBody>
      <dsp:txXfrm>
        <a:off x="0" y="281018"/>
        <a:ext cx="5291399" cy="428400"/>
      </dsp:txXfrm>
    </dsp:sp>
    <dsp:sp modelId="{6D228FF1-2780-48F6-8FFE-F517562EF96D}">
      <dsp:nvSpPr>
        <dsp:cNvPr id="0" name=""/>
        <dsp:cNvSpPr/>
      </dsp:nvSpPr>
      <dsp:spPr>
        <a:xfrm>
          <a:off x="264570" y="30098"/>
          <a:ext cx="370398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02" tIns="0" rIns="140002"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Confidentiality</a:t>
          </a:r>
        </a:p>
      </dsp:txBody>
      <dsp:txXfrm>
        <a:off x="289068" y="54596"/>
        <a:ext cx="3654984" cy="452844"/>
      </dsp:txXfrm>
    </dsp:sp>
    <dsp:sp modelId="{53E956DB-D092-42C6-99C8-116330AAE5C4}">
      <dsp:nvSpPr>
        <dsp:cNvPr id="0" name=""/>
        <dsp:cNvSpPr/>
      </dsp:nvSpPr>
      <dsp:spPr>
        <a:xfrm>
          <a:off x="0" y="1052138"/>
          <a:ext cx="5291399"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D29C4C-AB2E-4D83-8776-77D92D2B7CF7}">
      <dsp:nvSpPr>
        <dsp:cNvPr id="0" name=""/>
        <dsp:cNvSpPr/>
      </dsp:nvSpPr>
      <dsp:spPr>
        <a:xfrm>
          <a:off x="264570" y="801218"/>
          <a:ext cx="370398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02" tIns="0" rIns="140002"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Varying privacy legislation</a:t>
          </a:r>
        </a:p>
      </dsp:txBody>
      <dsp:txXfrm>
        <a:off x="289068" y="825716"/>
        <a:ext cx="3654984" cy="452844"/>
      </dsp:txXfrm>
    </dsp:sp>
    <dsp:sp modelId="{F882EC59-06DF-4B0E-90B7-9AD521D9915F}">
      <dsp:nvSpPr>
        <dsp:cNvPr id="0" name=""/>
        <dsp:cNvSpPr/>
      </dsp:nvSpPr>
      <dsp:spPr>
        <a:xfrm>
          <a:off x="0" y="1823258"/>
          <a:ext cx="5291399"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7FCCE9-ADAC-457B-A3E1-427F33882204}">
      <dsp:nvSpPr>
        <dsp:cNvPr id="0" name=""/>
        <dsp:cNvSpPr/>
      </dsp:nvSpPr>
      <dsp:spPr>
        <a:xfrm>
          <a:off x="264570" y="1572338"/>
          <a:ext cx="370398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02" tIns="0" rIns="140002"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Copyrighted material</a:t>
          </a:r>
        </a:p>
      </dsp:txBody>
      <dsp:txXfrm>
        <a:off x="289068" y="1596836"/>
        <a:ext cx="3654984" cy="452844"/>
      </dsp:txXfrm>
    </dsp:sp>
    <dsp:sp modelId="{FBFF4D69-0EA8-40FB-9017-0A42ADAA9054}">
      <dsp:nvSpPr>
        <dsp:cNvPr id="0" name=""/>
        <dsp:cNvSpPr/>
      </dsp:nvSpPr>
      <dsp:spPr>
        <a:xfrm>
          <a:off x="0" y="2594378"/>
          <a:ext cx="5291399"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450DBB-9654-4AF8-A6D5-2EA892EA5BE6}">
      <dsp:nvSpPr>
        <dsp:cNvPr id="0" name=""/>
        <dsp:cNvSpPr/>
      </dsp:nvSpPr>
      <dsp:spPr>
        <a:xfrm>
          <a:off x="264570" y="2343458"/>
          <a:ext cx="370398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02" tIns="0" rIns="140002"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Collaborative research</a:t>
          </a:r>
        </a:p>
      </dsp:txBody>
      <dsp:txXfrm>
        <a:off x="289068" y="2367956"/>
        <a:ext cx="3654984" cy="452844"/>
      </dsp:txXfrm>
    </dsp:sp>
    <dsp:sp modelId="{820FA029-3AE5-4D92-A77E-A6F98E44D686}">
      <dsp:nvSpPr>
        <dsp:cNvPr id="0" name=""/>
        <dsp:cNvSpPr/>
      </dsp:nvSpPr>
      <dsp:spPr>
        <a:xfrm>
          <a:off x="0" y="3365498"/>
          <a:ext cx="5291399"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C3912C-4C54-4C4B-97FF-7F6AAF9F404A}">
      <dsp:nvSpPr>
        <dsp:cNvPr id="0" name=""/>
        <dsp:cNvSpPr/>
      </dsp:nvSpPr>
      <dsp:spPr>
        <a:xfrm>
          <a:off x="264570" y="3114578"/>
          <a:ext cx="370398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02" tIns="0" rIns="140002"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Embargo</a:t>
          </a:r>
        </a:p>
      </dsp:txBody>
      <dsp:txXfrm>
        <a:off x="289068" y="3139076"/>
        <a:ext cx="3654984" cy="452844"/>
      </dsp:txXfrm>
    </dsp:sp>
    <dsp:sp modelId="{33B69704-022E-4B6A-B508-2C49F24D0D5D}">
      <dsp:nvSpPr>
        <dsp:cNvPr id="0" name=""/>
        <dsp:cNvSpPr/>
      </dsp:nvSpPr>
      <dsp:spPr>
        <a:xfrm>
          <a:off x="0" y="4136618"/>
          <a:ext cx="5291399"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486902-04DF-434E-8441-5B9B68956068}">
      <dsp:nvSpPr>
        <dsp:cNvPr id="0" name=""/>
        <dsp:cNvSpPr/>
      </dsp:nvSpPr>
      <dsp:spPr>
        <a:xfrm>
          <a:off x="264570" y="3885698"/>
          <a:ext cx="3703980" cy="501840"/>
        </a:xfrm>
        <a:prstGeom prst="roundRect">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02" tIns="0" rIns="140002" bIns="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1"/>
              </a:solidFill>
            </a:rPr>
            <a:t>Career built on data</a:t>
          </a:r>
        </a:p>
      </dsp:txBody>
      <dsp:txXfrm>
        <a:off x="289068" y="3910196"/>
        <a:ext cx="3654984" cy="4528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0A39D-542A-464C-9975-CAA1151004A2}">
      <dsp:nvSpPr>
        <dsp:cNvPr id="0" name=""/>
        <dsp:cNvSpPr/>
      </dsp:nvSpPr>
      <dsp:spPr>
        <a:xfrm>
          <a:off x="0" y="11160"/>
          <a:ext cx="5139351"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solidFill>
                <a:schemeClr val="tx1"/>
              </a:solidFill>
            </a:rPr>
            <a:t>Data collection​</a:t>
          </a:r>
          <a:endParaRPr lang="en-CA" sz="2400" kern="1200">
            <a:solidFill>
              <a:schemeClr val="tx1"/>
            </a:solidFill>
          </a:endParaRPr>
        </a:p>
      </dsp:txBody>
      <dsp:txXfrm>
        <a:off x="27187" y="38347"/>
        <a:ext cx="5084977" cy="502546"/>
      </dsp:txXfrm>
    </dsp:sp>
    <dsp:sp modelId="{57C90FDE-4EED-479C-9E59-BC2F490D7F86}">
      <dsp:nvSpPr>
        <dsp:cNvPr id="0" name=""/>
        <dsp:cNvSpPr/>
      </dsp:nvSpPr>
      <dsp:spPr>
        <a:xfrm>
          <a:off x="0" y="588240"/>
          <a:ext cx="5139351"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solidFill>
                <a:schemeClr val="tx1"/>
              </a:solidFill>
            </a:rPr>
            <a:t>Documentation &amp; metadata​</a:t>
          </a:r>
          <a:endParaRPr lang="en-CA" sz="2400" kern="1200">
            <a:solidFill>
              <a:schemeClr val="tx1"/>
            </a:solidFill>
          </a:endParaRPr>
        </a:p>
      </dsp:txBody>
      <dsp:txXfrm>
        <a:off x="27187" y="615427"/>
        <a:ext cx="5084977" cy="502546"/>
      </dsp:txXfrm>
    </dsp:sp>
    <dsp:sp modelId="{7A6EF78F-1028-4636-BCCA-30490BE7FB28}">
      <dsp:nvSpPr>
        <dsp:cNvPr id="0" name=""/>
        <dsp:cNvSpPr/>
      </dsp:nvSpPr>
      <dsp:spPr>
        <a:xfrm>
          <a:off x="0" y="1165320"/>
          <a:ext cx="5139351"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solidFill>
                <a:schemeClr val="tx1"/>
              </a:solidFill>
            </a:rPr>
            <a:t>Storage &amp; backup ​</a:t>
          </a:r>
          <a:endParaRPr lang="en-CA" sz="2400" kern="1200">
            <a:solidFill>
              <a:schemeClr val="tx1"/>
            </a:solidFill>
          </a:endParaRPr>
        </a:p>
      </dsp:txBody>
      <dsp:txXfrm>
        <a:off x="27187" y="1192507"/>
        <a:ext cx="5084977" cy="502546"/>
      </dsp:txXfrm>
    </dsp:sp>
    <dsp:sp modelId="{C779CE9B-2BD8-4A0E-A472-F0098A646A63}">
      <dsp:nvSpPr>
        <dsp:cNvPr id="0" name=""/>
        <dsp:cNvSpPr/>
      </dsp:nvSpPr>
      <dsp:spPr>
        <a:xfrm>
          <a:off x="0" y="1742400"/>
          <a:ext cx="5139351"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solidFill>
                <a:schemeClr val="tx1"/>
              </a:solidFill>
            </a:rPr>
            <a:t>Preservation ​</a:t>
          </a:r>
          <a:endParaRPr lang="en-CA" sz="2400" kern="1200">
            <a:solidFill>
              <a:schemeClr val="tx1"/>
            </a:solidFill>
          </a:endParaRPr>
        </a:p>
      </dsp:txBody>
      <dsp:txXfrm>
        <a:off x="27187" y="1769587"/>
        <a:ext cx="5084977" cy="502546"/>
      </dsp:txXfrm>
    </dsp:sp>
    <dsp:sp modelId="{4429FFC6-0236-45A1-AB65-D6CF554EAAAD}">
      <dsp:nvSpPr>
        <dsp:cNvPr id="0" name=""/>
        <dsp:cNvSpPr/>
      </dsp:nvSpPr>
      <dsp:spPr>
        <a:xfrm>
          <a:off x="0" y="2319480"/>
          <a:ext cx="5139351"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solidFill>
                <a:schemeClr val="tx1"/>
              </a:solidFill>
            </a:rPr>
            <a:t>Sharing &amp; reuse​</a:t>
          </a:r>
          <a:endParaRPr lang="en-CA" sz="2400" kern="1200">
            <a:solidFill>
              <a:schemeClr val="tx1"/>
            </a:solidFill>
          </a:endParaRPr>
        </a:p>
      </dsp:txBody>
      <dsp:txXfrm>
        <a:off x="27187" y="2346667"/>
        <a:ext cx="5084977" cy="502546"/>
      </dsp:txXfrm>
    </dsp:sp>
    <dsp:sp modelId="{D921A3E4-CC34-4395-8A09-5568CEFB0B07}">
      <dsp:nvSpPr>
        <dsp:cNvPr id="0" name=""/>
        <dsp:cNvSpPr/>
      </dsp:nvSpPr>
      <dsp:spPr>
        <a:xfrm>
          <a:off x="0" y="2896560"/>
          <a:ext cx="5139351"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solidFill>
                <a:schemeClr val="tx1"/>
              </a:solidFill>
            </a:rPr>
            <a:t>Responsibilities &amp; resources​</a:t>
          </a:r>
          <a:endParaRPr lang="en-CA" sz="2400" kern="1200">
            <a:solidFill>
              <a:schemeClr val="tx1"/>
            </a:solidFill>
          </a:endParaRPr>
        </a:p>
      </dsp:txBody>
      <dsp:txXfrm>
        <a:off x="27187" y="2923747"/>
        <a:ext cx="5084977" cy="502546"/>
      </dsp:txXfrm>
    </dsp:sp>
    <dsp:sp modelId="{8EFC6D10-EDD0-4478-85EF-58B37B95A539}">
      <dsp:nvSpPr>
        <dsp:cNvPr id="0" name=""/>
        <dsp:cNvSpPr/>
      </dsp:nvSpPr>
      <dsp:spPr>
        <a:xfrm>
          <a:off x="0" y="3473640"/>
          <a:ext cx="5139351"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solidFill>
                <a:schemeClr val="tx1"/>
              </a:solidFill>
            </a:rPr>
            <a:t>Ethics &amp; legal compliance</a:t>
          </a:r>
          <a:endParaRPr lang="en-CA" sz="2400" kern="1200">
            <a:solidFill>
              <a:schemeClr val="tx1"/>
            </a:solidFill>
          </a:endParaRPr>
        </a:p>
      </dsp:txBody>
      <dsp:txXfrm>
        <a:off x="27187" y="3500827"/>
        <a:ext cx="5084977" cy="5025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2B930-25B8-4B16-B907-403077F8E9E6}">
      <dsp:nvSpPr>
        <dsp:cNvPr id="0" name=""/>
        <dsp:cNvSpPr/>
      </dsp:nvSpPr>
      <dsp:spPr>
        <a:xfrm>
          <a:off x="1412" y="462000"/>
          <a:ext cx="4957244" cy="3147850"/>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E5F050-6AD4-40F3-AD4F-70E14F18214A}">
      <dsp:nvSpPr>
        <dsp:cNvPr id="0" name=""/>
        <dsp:cNvSpPr/>
      </dsp:nvSpPr>
      <dsp:spPr>
        <a:xfrm>
          <a:off x="552217" y="985265"/>
          <a:ext cx="4957244" cy="3147850"/>
        </a:xfrm>
        <a:prstGeom prst="roundRect">
          <a:avLst>
            <a:gd name="adj" fmla="val 10000"/>
          </a:avLst>
        </a:prstGeom>
        <a:solidFill>
          <a:schemeClr val="lt1">
            <a:alpha val="90000"/>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latin typeface="+mn-lt"/>
              <a:ea typeface="Verdana" panose="020B0604030504040204" pitchFamily="34" charset="0"/>
            </a:rPr>
            <a:t>Organization, maintenance, and archiving of research data throughout the project’s life</a:t>
          </a:r>
        </a:p>
      </dsp:txBody>
      <dsp:txXfrm>
        <a:off x="644414" y="1077462"/>
        <a:ext cx="4772850" cy="2963456"/>
      </dsp:txXfrm>
    </dsp:sp>
    <dsp:sp modelId="{D31663D1-E20D-4EA9-B8AE-9E022FE4F10C}">
      <dsp:nvSpPr>
        <dsp:cNvPr id="0" name=""/>
        <dsp:cNvSpPr/>
      </dsp:nvSpPr>
      <dsp:spPr>
        <a:xfrm>
          <a:off x="6060266" y="462000"/>
          <a:ext cx="4957244" cy="3147850"/>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FEA1F0-9160-45C0-87D7-274AA174014C}">
      <dsp:nvSpPr>
        <dsp:cNvPr id="0" name=""/>
        <dsp:cNvSpPr/>
      </dsp:nvSpPr>
      <dsp:spPr>
        <a:xfrm>
          <a:off x="6611071" y="985265"/>
          <a:ext cx="4957244" cy="3147850"/>
        </a:xfrm>
        <a:prstGeom prst="roundRect">
          <a:avLst>
            <a:gd name="adj" fmla="val 10000"/>
          </a:avLst>
        </a:prstGeom>
        <a:solidFill>
          <a:schemeClr val="lt1">
            <a:alpha val="90000"/>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latin typeface="+mn-lt"/>
              <a:ea typeface="Verdana" panose="020B0604030504040204" pitchFamily="34" charset="0"/>
            </a:rPr>
            <a:t>Includes processes undertaken to create organized, documented, accessible, and reusable quality research data</a:t>
          </a:r>
        </a:p>
      </dsp:txBody>
      <dsp:txXfrm>
        <a:off x="6703268" y="1077462"/>
        <a:ext cx="4772850" cy="296345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2C932B-3B7C-4882-BCB6-C1DD19E91E41}">
      <dsp:nvSpPr>
        <dsp:cNvPr id="0" name=""/>
        <dsp:cNvSpPr/>
      </dsp:nvSpPr>
      <dsp:spPr>
        <a:xfrm>
          <a:off x="1355" y="0"/>
          <a:ext cx="3524036" cy="4125685"/>
        </a:xfrm>
        <a:prstGeom prst="roundRect">
          <a:avLst>
            <a:gd name="adj" fmla="val 10000"/>
          </a:avLst>
        </a:prstGeom>
        <a:solidFill>
          <a:schemeClr val="accent1">
            <a:tint val="4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b="1" kern="1200">
              <a:solidFill>
                <a:schemeClr val="tx1"/>
              </a:solidFill>
              <a:latin typeface="+mn-lt"/>
              <a:ea typeface="+mn-ea"/>
              <a:cs typeface="Calibri"/>
            </a:rPr>
            <a:t>Workflow Efficiency</a:t>
          </a:r>
          <a:endParaRPr lang="en-US" sz="2500" b="1" kern="1200">
            <a:solidFill>
              <a:schemeClr val="tx1"/>
            </a:solidFill>
            <a:latin typeface="+mn-lt"/>
            <a:ea typeface="+mn-ea"/>
            <a:cs typeface="+mn-cs"/>
          </a:endParaRPr>
        </a:p>
      </dsp:txBody>
      <dsp:txXfrm>
        <a:off x="37606" y="36251"/>
        <a:ext cx="3451534" cy="1165203"/>
      </dsp:txXfrm>
    </dsp:sp>
    <dsp:sp modelId="{5DE8C3E7-4260-480E-B549-9EB0D7E9D317}">
      <dsp:nvSpPr>
        <dsp:cNvPr id="0" name=""/>
        <dsp:cNvSpPr/>
      </dsp:nvSpPr>
      <dsp:spPr>
        <a:xfrm>
          <a:off x="353759" y="1238058"/>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Saves time long-term</a:t>
          </a:r>
          <a:endParaRPr lang="en-US" sz="2000" kern="1200">
            <a:solidFill>
              <a:schemeClr val="tx1"/>
            </a:solidFill>
            <a:latin typeface="+mn-lt"/>
            <a:ea typeface="+mn-ea"/>
            <a:cs typeface="+mn-cs"/>
          </a:endParaRPr>
        </a:p>
      </dsp:txBody>
      <dsp:txXfrm>
        <a:off x="377499" y="1261798"/>
        <a:ext cx="2771749" cy="763051"/>
      </dsp:txXfrm>
    </dsp:sp>
    <dsp:sp modelId="{F7F030F3-D426-4472-9048-074EB1ED4033}">
      <dsp:nvSpPr>
        <dsp:cNvPr id="0" name=""/>
        <dsp:cNvSpPr/>
      </dsp:nvSpPr>
      <dsp:spPr>
        <a:xfrm>
          <a:off x="353759" y="2173287"/>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Easier to find files</a:t>
          </a:r>
          <a:endParaRPr lang="en-US" sz="2000" kern="1200">
            <a:solidFill>
              <a:schemeClr val="tx1"/>
            </a:solidFill>
            <a:latin typeface="+mn-lt"/>
            <a:ea typeface="+mn-ea"/>
            <a:cs typeface="+mn-cs"/>
          </a:endParaRPr>
        </a:p>
      </dsp:txBody>
      <dsp:txXfrm>
        <a:off x="377499" y="2197027"/>
        <a:ext cx="2771749" cy="763051"/>
      </dsp:txXfrm>
    </dsp:sp>
    <dsp:sp modelId="{2FEC78DE-24D1-41A0-935A-FEF105BBEC52}">
      <dsp:nvSpPr>
        <dsp:cNvPr id="0" name=""/>
        <dsp:cNvSpPr/>
      </dsp:nvSpPr>
      <dsp:spPr>
        <a:xfrm>
          <a:off x="353759" y="3108516"/>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Organized data</a:t>
          </a:r>
          <a:endParaRPr lang="en-US" sz="2000" kern="1200">
            <a:solidFill>
              <a:schemeClr val="tx1"/>
            </a:solidFill>
            <a:latin typeface="+mn-lt"/>
            <a:ea typeface="+mn-ea"/>
            <a:cs typeface="+mn-cs"/>
          </a:endParaRPr>
        </a:p>
      </dsp:txBody>
      <dsp:txXfrm>
        <a:off x="377499" y="3132256"/>
        <a:ext cx="2771749" cy="763051"/>
      </dsp:txXfrm>
    </dsp:sp>
    <dsp:sp modelId="{5FE0ADDE-0A64-4124-B035-4FCC7F388E9F}">
      <dsp:nvSpPr>
        <dsp:cNvPr id="0" name=""/>
        <dsp:cNvSpPr/>
      </dsp:nvSpPr>
      <dsp:spPr>
        <a:xfrm>
          <a:off x="3789695" y="0"/>
          <a:ext cx="3524036" cy="4125685"/>
        </a:xfrm>
        <a:prstGeom prst="roundRect">
          <a:avLst>
            <a:gd name="adj" fmla="val 10000"/>
          </a:avLst>
        </a:prstGeom>
        <a:solidFill>
          <a:schemeClr val="accent1">
            <a:tint val="4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b="1" kern="1200">
              <a:solidFill>
                <a:schemeClr val="tx1"/>
              </a:solidFill>
              <a:latin typeface="+mn-lt"/>
              <a:ea typeface="+mn-ea"/>
              <a:cs typeface="Calibri"/>
            </a:rPr>
            <a:t>Academic Reputation</a:t>
          </a:r>
          <a:endParaRPr lang="en-US" sz="2500" b="1" kern="1200">
            <a:solidFill>
              <a:schemeClr val="tx1"/>
            </a:solidFill>
            <a:latin typeface="+mn-lt"/>
            <a:ea typeface="+mn-ea"/>
            <a:cs typeface="+mn-cs"/>
          </a:endParaRPr>
        </a:p>
      </dsp:txBody>
      <dsp:txXfrm>
        <a:off x="3825946" y="36251"/>
        <a:ext cx="3451534" cy="1165203"/>
      </dsp:txXfrm>
    </dsp:sp>
    <dsp:sp modelId="{5C6157AF-CCC2-44EB-94D8-5865D0058048}">
      <dsp:nvSpPr>
        <dsp:cNvPr id="0" name=""/>
        <dsp:cNvSpPr/>
      </dsp:nvSpPr>
      <dsp:spPr>
        <a:xfrm>
          <a:off x="4142098" y="1238058"/>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Signifies research excellence</a:t>
          </a:r>
          <a:endParaRPr lang="en-US" sz="2000" kern="1200">
            <a:solidFill>
              <a:schemeClr val="tx1"/>
            </a:solidFill>
            <a:latin typeface="+mn-lt"/>
            <a:ea typeface="+mn-ea"/>
            <a:cs typeface="+mn-cs"/>
          </a:endParaRPr>
        </a:p>
      </dsp:txBody>
      <dsp:txXfrm>
        <a:off x="4165838" y="1261798"/>
        <a:ext cx="2771749" cy="763051"/>
      </dsp:txXfrm>
    </dsp:sp>
    <dsp:sp modelId="{B0D3F032-5D82-4802-9964-F03EAC51B2C2}">
      <dsp:nvSpPr>
        <dsp:cNvPr id="0" name=""/>
        <dsp:cNvSpPr/>
      </dsp:nvSpPr>
      <dsp:spPr>
        <a:xfrm>
          <a:off x="4142098" y="2173287"/>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Increased citations</a:t>
          </a:r>
          <a:endParaRPr lang="en-US" sz="2000" kern="1200">
            <a:solidFill>
              <a:schemeClr val="tx1"/>
            </a:solidFill>
            <a:latin typeface="+mn-lt"/>
            <a:ea typeface="+mn-ea"/>
            <a:cs typeface="+mn-cs"/>
          </a:endParaRPr>
        </a:p>
      </dsp:txBody>
      <dsp:txXfrm>
        <a:off x="4165838" y="2197027"/>
        <a:ext cx="2771749" cy="763051"/>
      </dsp:txXfrm>
    </dsp:sp>
    <dsp:sp modelId="{8EAB5A1B-F143-4B61-8EF8-BA04B6712CEE}">
      <dsp:nvSpPr>
        <dsp:cNvPr id="0" name=""/>
        <dsp:cNvSpPr/>
      </dsp:nvSpPr>
      <dsp:spPr>
        <a:xfrm>
          <a:off x="4142098" y="3108516"/>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Visibility &amp; recognition of scholarly work</a:t>
          </a:r>
          <a:endParaRPr lang="en-US" sz="2000" kern="1200">
            <a:solidFill>
              <a:schemeClr val="tx1"/>
            </a:solidFill>
            <a:latin typeface="+mn-lt"/>
            <a:ea typeface="+mn-ea"/>
            <a:cs typeface="+mn-cs"/>
          </a:endParaRPr>
        </a:p>
      </dsp:txBody>
      <dsp:txXfrm>
        <a:off x="4165838" y="3132256"/>
        <a:ext cx="2771749" cy="763051"/>
      </dsp:txXfrm>
    </dsp:sp>
    <dsp:sp modelId="{C4AEBCE4-06AC-4DC4-9611-8376105C6908}">
      <dsp:nvSpPr>
        <dsp:cNvPr id="0" name=""/>
        <dsp:cNvSpPr/>
      </dsp:nvSpPr>
      <dsp:spPr>
        <a:xfrm>
          <a:off x="7578034" y="0"/>
          <a:ext cx="3524036" cy="4125685"/>
        </a:xfrm>
        <a:prstGeom prst="roundRect">
          <a:avLst>
            <a:gd name="adj" fmla="val 10000"/>
          </a:avLst>
        </a:prstGeom>
        <a:solidFill>
          <a:schemeClr val="accent1">
            <a:tint val="4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b="1" kern="1200">
              <a:solidFill>
                <a:schemeClr val="tx1"/>
              </a:solidFill>
              <a:latin typeface="+mn-lt"/>
              <a:ea typeface="+mn-ea"/>
              <a:cs typeface="Calibri"/>
            </a:rPr>
            <a:t>Contribution to research community</a:t>
          </a:r>
          <a:endParaRPr lang="en-US" sz="2500" b="1" kern="1200">
            <a:solidFill>
              <a:schemeClr val="tx1"/>
            </a:solidFill>
            <a:latin typeface="+mn-lt"/>
            <a:ea typeface="+mn-ea"/>
            <a:cs typeface="+mn-cs"/>
          </a:endParaRPr>
        </a:p>
      </dsp:txBody>
      <dsp:txXfrm>
        <a:off x="7614285" y="36251"/>
        <a:ext cx="3451534" cy="1165203"/>
      </dsp:txXfrm>
    </dsp:sp>
    <dsp:sp modelId="{AB3579B1-3423-47F5-A560-EBA2BEE66D46}">
      <dsp:nvSpPr>
        <dsp:cNvPr id="0" name=""/>
        <dsp:cNvSpPr/>
      </dsp:nvSpPr>
      <dsp:spPr>
        <a:xfrm>
          <a:off x="7930438" y="1238058"/>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Better research replicability</a:t>
          </a:r>
          <a:endParaRPr lang="en-US" sz="2000" kern="1200">
            <a:solidFill>
              <a:schemeClr val="tx1"/>
            </a:solidFill>
            <a:latin typeface="+mn-lt"/>
            <a:ea typeface="+mn-ea"/>
            <a:cs typeface="+mn-cs"/>
          </a:endParaRPr>
        </a:p>
      </dsp:txBody>
      <dsp:txXfrm>
        <a:off x="7954178" y="1261798"/>
        <a:ext cx="2771749" cy="763051"/>
      </dsp:txXfrm>
    </dsp:sp>
    <dsp:sp modelId="{569A7AE3-D421-4563-B621-2474A3217A74}">
      <dsp:nvSpPr>
        <dsp:cNvPr id="0" name=""/>
        <dsp:cNvSpPr/>
      </dsp:nvSpPr>
      <dsp:spPr>
        <a:xfrm>
          <a:off x="7930438" y="2173287"/>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Long-term cost savings</a:t>
          </a:r>
          <a:endParaRPr lang="en-US" sz="2000" kern="1200">
            <a:solidFill>
              <a:schemeClr val="tx1"/>
            </a:solidFill>
            <a:latin typeface="+mn-lt"/>
            <a:ea typeface="+mn-ea"/>
            <a:cs typeface="+mn-cs"/>
          </a:endParaRPr>
        </a:p>
      </dsp:txBody>
      <dsp:txXfrm>
        <a:off x="7954178" y="2197027"/>
        <a:ext cx="2771749" cy="763051"/>
      </dsp:txXfrm>
    </dsp:sp>
    <dsp:sp modelId="{CF054AFA-5C89-4661-B710-A74813CF6A99}">
      <dsp:nvSpPr>
        <dsp:cNvPr id="0" name=""/>
        <dsp:cNvSpPr/>
      </dsp:nvSpPr>
      <dsp:spPr>
        <a:xfrm>
          <a:off x="7930438" y="3108516"/>
          <a:ext cx="2819229" cy="810531"/>
        </a:xfrm>
        <a:prstGeom prst="roundRect">
          <a:avLst>
            <a:gd name="adj" fmla="val 10000"/>
          </a:avLst>
        </a:prstGeom>
        <a:solidFill>
          <a:schemeClr val="accent1">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latin typeface="+mn-lt"/>
              <a:ea typeface="+mn-ea"/>
              <a:cs typeface="Calibri"/>
            </a:rPr>
            <a:t>Increased data integrity</a:t>
          </a:r>
          <a:endParaRPr lang="en-US" sz="2000" kern="1200">
            <a:solidFill>
              <a:schemeClr val="tx1"/>
            </a:solidFill>
            <a:latin typeface="+mn-lt"/>
            <a:ea typeface="+mn-ea"/>
            <a:cs typeface="+mn-cs"/>
          </a:endParaRPr>
        </a:p>
      </dsp:txBody>
      <dsp:txXfrm>
        <a:off x="7954178" y="3132256"/>
        <a:ext cx="2771749" cy="76305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84499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4</a:t>
            </a:fld>
            <a:endParaRPr lang="en-US"/>
          </a:p>
        </p:txBody>
      </p:sp>
    </p:spTree>
    <p:extLst>
      <p:ext uri="{BB962C8B-B14F-4D97-AF65-F5344CB8AC3E}">
        <p14:creationId xmlns:p14="http://schemas.microsoft.com/office/powerpoint/2010/main" val="2221180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7</a:t>
            </a:fld>
            <a:endParaRPr lang="en-US"/>
          </a:p>
        </p:txBody>
      </p:sp>
    </p:spTree>
    <p:extLst>
      <p:ext uri="{BB962C8B-B14F-4D97-AF65-F5344CB8AC3E}">
        <p14:creationId xmlns:p14="http://schemas.microsoft.com/office/powerpoint/2010/main" val="4095837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Important to remember that these things are not always be intentional, these things could happen by mistake, improper training of grad students, lack of understanding of stats, etc. </a:t>
            </a:r>
          </a:p>
          <a:p>
            <a:endParaRPr lang="en-US"/>
          </a:p>
          <a:p>
            <a:r>
              <a:rPr lang="en-US"/>
              <a:t>-will talk more about not reporting unsatisfactory results or negative results in a few minutes but it’s a reasonably significant problem and while it happens at the individual level, it’s incentivized at a much higher level </a:t>
            </a:r>
          </a:p>
        </p:txBody>
      </p:sp>
      <p:sp>
        <p:nvSpPr>
          <p:cNvPr id="4" name="Slide Number Placeholder 3"/>
          <p:cNvSpPr>
            <a:spLocks noGrp="1"/>
          </p:cNvSpPr>
          <p:nvPr>
            <p:ph type="sldNum" sz="quarter" idx="5"/>
          </p:nvPr>
        </p:nvSpPr>
        <p:spPr/>
        <p:txBody>
          <a:bodyPr/>
          <a:lstStyle/>
          <a:p>
            <a:fld id="{8CCEF7D1-689C-4BC1-B59B-4A4CE078ECDF}" type="slidenum">
              <a:rPr lang="en-US" smtClean="0"/>
              <a:t>10</a:t>
            </a:fld>
            <a:endParaRPr lang="en-US"/>
          </a:p>
        </p:txBody>
      </p:sp>
    </p:spTree>
    <p:extLst>
      <p:ext uri="{BB962C8B-B14F-4D97-AF65-F5344CB8AC3E}">
        <p14:creationId xmlns:p14="http://schemas.microsoft.com/office/powerpoint/2010/main" val="2717380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11</a:t>
            </a:fld>
            <a:endParaRPr lang="en-US"/>
          </a:p>
        </p:txBody>
      </p:sp>
    </p:spTree>
    <p:extLst>
      <p:ext uri="{BB962C8B-B14F-4D97-AF65-F5344CB8AC3E}">
        <p14:creationId xmlns:p14="http://schemas.microsoft.com/office/powerpoint/2010/main" val="1957242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4D10A8-B2E5-43E9-A1EE-23625E005420}" type="slidenum">
              <a:rPr lang="en-US" smtClean="0"/>
              <a:t>12</a:t>
            </a:fld>
            <a:endParaRPr lang="en-US"/>
          </a:p>
        </p:txBody>
      </p:sp>
    </p:spTree>
    <p:extLst>
      <p:ext uri="{BB962C8B-B14F-4D97-AF65-F5344CB8AC3E}">
        <p14:creationId xmlns:p14="http://schemas.microsoft.com/office/powerpoint/2010/main" val="1406097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8CCEF7D1-689C-4BC1-B59B-4A4CE078ECDF}" type="slidenum">
              <a:rPr lang="en-US" smtClean="0"/>
              <a:t>17</a:t>
            </a:fld>
            <a:endParaRPr lang="en-US"/>
          </a:p>
        </p:txBody>
      </p:sp>
    </p:spTree>
    <p:extLst>
      <p:ext uri="{BB962C8B-B14F-4D97-AF65-F5344CB8AC3E}">
        <p14:creationId xmlns:p14="http://schemas.microsoft.com/office/powerpoint/2010/main" val="3946551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26</a:t>
            </a:fld>
            <a:endParaRPr lang="en-US"/>
          </a:p>
        </p:txBody>
      </p:sp>
    </p:spTree>
    <p:extLst>
      <p:ext uri="{BB962C8B-B14F-4D97-AF65-F5344CB8AC3E}">
        <p14:creationId xmlns:p14="http://schemas.microsoft.com/office/powerpoint/2010/main" val="357745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ea typeface="Calibri" panose="020F0502020204030204"/>
                <a:cs typeface="Calibri" panose="020F0502020204030204"/>
              </a:rPr>
              <a:t>Key concept within RDM</a:t>
            </a:r>
          </a:p>
          <a:p>
            <a:pPr marL="171450" indent="-171450">
              <a:buFont typeface="Arial"/>
              <a:buChar char="•"/>
            </a:pPr>
            <a:r>
              <a:rPr lang="en-US">
                <a:ea typeface="Calibri" panose="020F0502020204030204"/>
                <a:cs typeface="Calibri" panose="020F0502020204030204"/>
              </a:rPr>
              <a:t>Represents stage data go through before, during and after a research project</a:t>
            </a:r>
          </a:p>
          <a:p>
            <a:pPr marL="171450" indent="-171450">
              <a:buFont typeface="Arial"/>
              <a:buChar char="•"/>
            </a:pPr>
            <a:r>
              <a:rPr lang="en-US">
                <a:ea typeface="Calibri" panose="020F0502020204030204"/>
                <a:cs typeface="Calibri" panose="020F0502020204030204"/>
              </a:rPr>
              <a:t>Each stage entails various data management activities</a:t>
            </a:r>
          </a:p>
          <a:p>
            <a:pPr marL="628650" lvl="1" indent="-171450">
              <a:buFont typeface="Courier New"/>
              <a:buChar char="o"/>
            </a:pPr>
            <a:r>
              <a:rPr lang="en-US">
                <a:ea typeface="Calibri" panose="020F0502020204030204"/>
                <a:cs typeface="Calibri" panose="020F0502020204030204"/>
              </a:rPr>
              <a:t>Plan: anticipate resources you need, consider policies you need to comply with; look at existing data sources or templates</a:t>
            </a:r>
          </a:p>
          <a:p>
            <a:pPr marL="628650" lvl="1" indent="-171450">
              <a:buFont typeface="Courier New"/>
              <a:buChar char="o"/>
            </a:pPr>
            <a:r>
              <a:rPr lang="en-US">
                <a:ea typeface="Calibri" panose="020F0502020204030204"/>
                <a:cs typeface="Calibri" panose="020F0502020204030204"/>
              </a:rPr>
              <a:t>Collect: Involves the methods to collect or acquire data; begin generating metadata, documenting and organizing data and checking quality of data</a:t>
            </a:r>
          </a:p>
          <a:p>
            <a:pPr marL="628650" lvl="1" indent="-171450">
              <a:buFont typeface="Courier New"/>
              <a:buChar char="o"/>
            </a:pPr>
            <a:r>
              <a:rPr lang="en-US">
                <a:ea typeface="Calibri" panose="020F0502020204030204"/>
                <a:cs typeface="Calibri" panose="020F0502020204030204"/>
              </a:rPr>
              <a:t>Process: Prepare your data for use, e.g., entering, transcribing, digitizing, deriving, anonymizing</a:t>
            </a:r>
          </a:p>
          <a:p>
            <a:pPr marL="628650" lvl="1" indent="-171450">
              <a:buFont typeface="Courier New"/>
              <a:buChar char="o"/>
            </a:pPr>
            <a:r>
              <a:rPr lang="en-US">
                <a:ea typeface="Calibri" panose="020F0502020204030204"/>
                <a:cs typeface="Calibri" panose="020F0502020204030204"/>
              </a:rPr>
              <a:t>Analyze: Interpreting your data</a:t>
            </a:r>
          </a:p>
          <a:p>
            <a:pPr marL="628650" lvl="1" indent="-171450">
              <a:buFont typeface="Courier New"/>
              <a:buChar char="o"/>
            </a:pPr>
            <a:r>
              <a:rPr lang="en-US">
                <a:ea typeface="Calibri" panose="020F0502020204030204"/>
                <a:cs typeface="Calibri" panose="020F0502020204030204"/>
              </a:rPr>
              <a:t>Preserve: Keeping it available beyond the timeline of your project, make it so it's reusable e.g., using sustainable formats, archiving data</a:t>
            </a:r>
          </a:p>
          <a:p>
            <a:pPr marL="628650" lvl="1" indent="-171450">
              <a:buFont typeface="Courier New"/>
              <a:buChar char="o"/>
            </a:pPr>
            <a:r>
              <a:rPr lang="en-US">
                <a:ea typeface="Calibri" panose="020F0502020204030204"/>
                <a:cs typeface="Calibri" panose="020F0502020204030204"/>
              </a:rPr>
              <a:t>Share: Release the data for reuse, cycle starts again</a:t>
            </a:r>
          </a:p>
          <a:p>
            <a:pPr marL="628650" lvl="1" indent="-171450">
              <a:buFont typeface="Courier New"/>
              <a:buChar char="o"/>
            </a:pP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8CCEF7D1-689C-4BC1-B59B-4A4CE078ECDF}" type="slidenum">
              <a:rPr lang="en-US" smtClean="0"/>
              <a:t>28</a:t>
            </a:fld>
            <a:endParaRPr lang="en-US"/>
          </a:p>
        </p:txBody>
      </p:sp>
    </p:spTree>
    <p:extLst>
      <p:ext uri="{BB962C8B-B14F-4D97-AF65-F5344CB8AC3E}">
        <p14:creationId xmlns:p14="http://schemas.microsoft.com/office/powerpoint/2010/main" val="1867130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ea typeface="Calibri"/>
                <a:cs typeface="Calibri"/>
              </a:rPr>
              <a:t>Through good RDM practices, we want to create FAIR data</a:t>
            </a:r>
            <a:endParaRPr lang="en-US"/>
          </a:p>
          <a:p>
            <a:pPr marL="285750" indent="-285750">
              <a:buFont typeface="Arial,Sans-Serif"/>
              <a:buChar char="•"/>
            </a:pPr>
            <a:r>
              <a:rPr lang="en-US"/>
              <a:t>Aim to make research more findable and reusable</a:t>
            </a:r>
            <a:endParaRPr lang="en-US">
              <a:solidFill>
                <a:srgbClr val="444444"/>
              </a:solidFill>
            </a:endParaRPr>
          </a:p>
          <a:p>
            <a:pPr marL="285750" indent="-285750">
              <a:buFont typeface="Arial"/>
              <a:buChar char="•"/>
            </a:pPr>
            <a:r>
              <a:rPr lang="en-US">
                <a:ea typeface="Calibri"/>
                <a:cs typeface="Calibri"/>
              </a:rPr>
              <a:t>Guiding principles published in 2016 article in Scientific Data</a:t>
            </a:r>
            <a:endParaRPr lang="en-US"/>
          </a:p>
          <a:p>
            <a:pPr marL="285750" indent="-285750">
              <a:buFont typeface="Arial"/>
              <a:buChar char="•"/>
            </a:pPr>
            <a:r>
              <a:rPr lang="en-US">
                <a:ea typeface="Calibri"/>
                <a:cs typeface="Calibri"/>
              </a:rPr>
              <a:t>Highly relevant as we see increased volumes, complexity and speed of data creation</a:t>
            </a:r>
          </a:p>
        </p:txBody>
      </p:sp>
      <p:sp>
        <p:nvSpPr>
          <p:cNvPr id="4" name="Slide Number Placeholder 3"/>
          <p:cNvSpPr>
            <a:spLocks noGrp="1"/>
          </p:cNvSpPr>
          <p:nvPr>
            <p:ph type="sldNum" sz="quarter" idx="5"/>
          </p:nvPr>
        </p:nvSpPr>
        <p:spPr/>
        <p:txBody>
          <a:bodyPr/>
          <a:lstStyle/>
          <a:p>
            <a:fld id="{8CCEF7D1-689C-4BC1-B59B-4A4CE078ECDF}" type="slidenum">
              <a:rPr lang="en-US" smtClean="0"/>
              <a:t>29</a:t>
            </a:fld>
            <a:endParaRPr lang="en-US"/>
          </a:p>
        </p:txBody>
      </p:sp>
    </p:spTree>
    <p:extLst>
      <p:ext uri="{BB962C8B-B14F-4D97-AF65-F5344CB8AC3E}">
        <p14:creationId xmlns:p14="http://schemas.microsoft.com/office/powerpoint/2010/main" val="4263748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Findable: data and metadata discoverable by both humans and computers </a:t>
            </a:r>
          </a:p>
          <a:p>
            <a:pPr marL="285750" indent="-285750">
              <a:buFont typeface="Arial"/>
              <a:buChar char="•"/>
            </a:pPr>
            <a:r>
              <a:rPr lang="en-US"/>
              <a:t>Accessible: does not mean open data, but that at least the metadata is always accessible </a:t>
            </a:r>
            <a:endParaRPr lang="en-US">
              <a:ea typeface="Calibri"/>
              <a:cs typeface="Calibri"/>
            </a:endParaRPr>
          </a:p>
          <a:p>
            <a:pPr marL="285750" indent="-285750">
              <a:buFont typeface="Arial"/>
              <a:buChar char="•"/>
            </a:pPr>
            <a:r>
              <a:rPr lang="en-US"/>
              <a:t>Interoperable: Data can be used by researchers from other locations</a:t>
            </a:r>
            <a:endParaRPr lang="en-US">
              <a:ea typeface="Calibri"/>
              <a:cs typeface="Calibri"/>
            </a:endParaRPr>
          </a:p>
          <a:p>
            <a:pPr marL="285750" indent="-285750">
              <a:buFont typeface="Arial"/>
              <a:buChar char="•"/>
            </a:pPr>
            <a:r>
              <a:rPr lang="en-US"/>
              <a:t>Reusable: Data is described, licensed, and share in a way that makes wide reuse possible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8CCEF7D1-689C-4BC1-B59B-4A4CE078ECDF}" type="slidenum">
              <a:rPr lang="en-US" smtClean="0"/>
              <a:t>30</a:t>
            </a:fld>
            <a:endParaRPr lang="en-US"/>
          </a:p>
        </p:txBody>
      </p:sp>
    </p:spTree>
    <p:extLst>
      <p:ext uri="{BB962C8B-B14F-4D97-AF65-F5344CB8AC3E}">
        <p14:creationId xmlns:p14="http://schemas.microsoft.com/office/powerpoint/2010/main" val="696498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32</a:t>
            </a:fld>
            <a:endParaRPr lang="en-US"/>
          </a:p>
        </p:txBody>
      </p:sp>
    </p:spTree>
    <p:extLst>
      <p:ext uri="{BB962C8B-B14F-4D97-AF65-F5344CB8AC3E}">
        <p14:creationId xmlns:p14="http://schemas.microsoft.com/office/powerpoint/2010/main" val="3977525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38</a:t>
            </a:fld>
            <a:endParaRPr lang="en-US"/>
          </a:p>
        </p:txBody>
      </p:sp>
    </p:spTree>
    <p:extLst>
      <p:ext uri="{BB962C8B-B14F-4D97-AF65-F5344CB8AC3E}">
        <p14:creationId xmlns:p14="http://schemas.microsoft.com/office/powerpoint/2010/main" val="2144181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39</a:t>
            </a:fld>
            <a:endParaRPr lang="en-US"/>
          </a:p>
        </p:txBody>
      </p:sp>
    </p:spTree>
    <p:extLst>
      <p:ext uri="{BB962C8B-B14F-4D97-AF65-F5344CB8AC3E}">
        <p14:creationId xmlns:p14="http://schemas.microsoft.com/office/powerpoint/2010/main" val="352666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401D5-3057-408C-9B6B-57C2CCE1DFF3}" type="slidenum">
              <a:rPr lang="en-CA" smtClean="0"/>
              <a:t>41</a:t>
            </a:fld>
            <a:endParaRPr lang="en-CA"/>
          </a:p>
        </p:txBody>
      </p:sp>
    </p:spTree>
    <p:extLst>
      <p:ext uri="{BB962C8B-B14F-4D97-AF65-F5344CB8AC3E}">
        <p14:creationId xmlns:p14="http://schemas.microsoft.com/office/powerpoint/2010/main" val="15304543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4" name="Picture 13" descr="University of Waterloo Library logo">
            <a:extLst>
              <a:ext uri="{FF2B5EF4-FFF2-40B4-BE49-F238E27FC236}">
                <a16:creationId xmlns:a16="http://schemas.microsoft.com/office/drawing/2014/main" id="{748B448F-CB73-4299-A03A-ED6945EC2D4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26" y="5602401"/>
            <a:ext cx="4054947" cy="1261872"/>
          </a:xfrm>
          <a:prstGeom prst="rect">
            <a:avLst/>
          </a:prstGeom>
        </p:spPr>
      </p:pic>
      <p:sp>
        <p:nvSpPr>
          <p:cNvPr id="2" name="Title 1"/>
          <p:cNvSpPr>
            <a:spLocks noGrp="1"/>
          </p:cNvSpPr>
          <p:nvPr>
            <p:ph type="ctrTitle" hasCustomPrompt="1"/>
          </p:nvPr>
        </p:nvSpPr>
        <p:spPr>
          <a:xfrm>
            <a:off x="452740" y="1028940"/>
            <a:ext cx="9719960" cy="1474115"/>
          </a:xfrm>
        </p:spPr>
        <p:txBody>
          <a:bodyPr lIns="0" anchor="b">
            <a:noAutofit/>
          </a:bodyPr>
          <a:lstStyle>
            <a:lvl1pPr algn="l">
              <a:defRPr sz="5400"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grpSp>
        <p:nvGrpSpPr>
          <p:cNvPr id="16" name="Group 15"/>
          <p:cNvGrpSpPr/>
          <p:nvPr userDrawn="1"/>
        </p:nvGrpSpPr>
        <p:grpSpPr>
          <a:xfrm>
            <a:off x="0" y="0"/>
            <a:ext cx="12192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grpSp>
        <p:nvGrpSpPr>
          <p:cNvPr id="16" name="Group 15"/>
          <p:cNvGrpSpPr/>
          <p:nvPr userDrawn="1"/>
        </p:nvGrpSpPr>
        <p:grpSpPr>
          <a:xfrm>
            <a:off x="0" y="0"/>
            <a:ext cx="12192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descr="University of Waterloo Library logo">
            <a:extLst>
              <a:ext uri="{FF2B5EF4-FFF2-40B4-BE49-F238E27FC236}">
                <a16:creationId xmlns:a16="http://schemas.microsoft.com/office/drawing/2014/main" id="{36A0249E-EC4B-454A-8895-1F4452E8F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26" y="5602401"/>
            <a:ext cx="4054947" cy="126187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pic>
        <p:nvPicPr>
          <p:cNvPr id="15" name="Picture 14" descr="University of Waterloo Library logo">
            <a:extLst>
              <a:ext uri="{FF2B5EF4-FFF2-40B4-BE49-F238E27FC236}">
                <a16:creationId xmlns:a16="http://schemas.microsoft.com/office/drawing/2014/main" id="{0BEB1D57-DF8F-4801-A5F0-D25A1E96DE5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192" y="5590075"/>
            <a:ext cx="4054936" cy="1261872"/>
          </a:xfrm>
          <a:prstGeom prst="rect">
            <a:avLst/>
          </a:prstGeom>
        </p:spPr>
      </p:pic>
      <p:sp>
        <p:nvSpPr>
          <p:cNvPr id="2" name="Title 1"/>
          <p:cNvSpPr>
            <a:spLocks noGrp="1"/>
          </p:cNvSpPr>
          <p:nvPr>
            <p:ph type="ctrTitle" hasCustomPrompt="1"/>
          </p:nvPr>
        </p:nvSpPr>
        <p:spPr>
          <a:xfrm>
            <a:off x="452740" y="1028940"/>
            <a:ext cx="9516760"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grpSp>
        <p:nvGrpSpPr>
          <p:cNvPr id="17" name="Group 16"/>
          <p:cNvGrpSpPr/>
          <p:nvPr userDrawn="1"/>
        </p:nvGrpSpPr>
        <p:grpSpPr>
          <a:xfrm>
            <a:off x="0" y="0"/>
            <a:ext cx="12192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10/28/2025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grpSp>
        <p:nvGrpSpPr>
          <p:cNvPr id="15" name="Group 14"/>
          <p:cNvGrpSpPr/>
          <p:nvPr userDrawn="1"/>
        </p:nvGrpSpPr>
        <p:grpSpPr>
          <a:xfrm>
            <a:off x="0" y="0"/>
            <a:ext cx="12192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descr="University of Waterloo Library logo">
            <a:extLst>
              <a:ext uri="{FF2B5EF4-FFF2-40B4-BE49-F238E27FC236}">
                <a16:creationId xmlns:a16="http://schemas.microsoft.com/office/drawing/2014/main" id="{54E62A20-A5C8-4A45-9B83-6B69EEF1254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192" y="5590075"/>
            <a:ext cx="4054936" cy="126187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D4B0C9-B47E-4B33-A656-C78D1805DA95}" type="datetime1">
              <a:rPr lang="en-US" smtClean="0"/>
              <a:t>10/28/2025</a:t>
            </a:fld>
            <a:endParaRPr lang="en-US"/>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7407696"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1</a:t>
            </a:r>
          </a:p>
        </p:txBody>
      </p:sp>
      <p:sp>
        <p:nvSpPr>
          <p:cNvPr id="9" name="Text Placeholder 7"/>
          <p:cNvSpPr>
            <a:spLocks noGrp="1"/>
          </p:cNvSpPr>
          <p:nvPr>
            <p:ph type="body" sz="quarter" idx="14" hasCustomPrompt="1"/>
          </p:nvPr>
        </p:nvSpPr>
        <p:spPr>
          <a:xfrm>
            <a:off x="8908224"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2</a:t>
            </a:r>
          </a:p>
        </p:txBody>
      </p:sp>
      <p:sp>
        <p:nvSpPr>
          <p:cNvPr id="10" name="Text Placeholder 7"/>
          <p:cNvSpPr>
            <a:spLocks noGrp="1"/>
          </p:cNvSpPr>
          <p:nvPr>
            <p:ph type="body" sz="quarter" idx="15" hasCustomPrompt="1"/>
          </p:nvPr>
        </p:nvSpPr>
        <p:spPr>
          <a:xfrm>
            <a:off x="10408752" y="685060"/>
            <a:ext cx="1420859" cy="286052"/>
          </a:xfrm>
        </p:spPr>
        <p:txBody>
          <a:bodyPr anchor="ctr">
            <a:noAutofit/>
          </a:bodyPr>
          <a:lstStyle>
            <a:lvl1pPr marL="0" indent="0" algn="ctr">
              <a:buNone/>
              <a:defRPr sz="11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3</a:t>
            </a:r>
          </a:p>
        </p:txBody>
      </p:sp>
      <p:sp>
        <p:nvSpPr>
          <p:cNvPr id="7" name="Date Placeholder 6"/>
          <p:cNvSpPr>
            <a:spLocks noGrp="1"/>
          </p:cNvSpPr>
          <p:nvPr>
            <p:ph type="dt" sz="half" idx="16"/>
          </p:nvPr>
        </p:nvSpPr>
        <p:spPr/>
        <p:txBody>
          <a:bodyPr/>
          <a:lstStyle/>
          <a:p>
            <a:fld id="{48C228CE-C572-4AF5-9728-AA6E475873DD}" type="datetime1">
              <a:rPr lang="en-US" smtClean="0"/>
              <a:t>10/28/2025</a:t>
            </a:fld>
            <a:endParaRPr lang="en-US"/>
          </a:p>
        </p:txBody>
      </p:sp>
      <p:sp>
        <p:nvSpPr>
          <p:cNvPr id="11" name="Footer Placeholder 10"/>
          <p:cNvSpPr>
            <a:spLocks noGrp="1"/>
          </p:cNvSpPr>
          <p:nvPr>
            <p:ph type="ftr" sz="quarter" idx="17"/>
          </p:nvPr>
        </p:nvSpPr>
        <p:spPr/>
        <p:txBody>
          <a:bodyPr/>
          <a:lstStyle/>
          <a:p>
            <a:r>
              <a:rPr lang="en-US"/>
              <a:t>PRESENTATION TITLE</a:t>
            </a:r>
          </a:p>
        </p:txBody>
      </p:sp>
      <p:sp>
        <p:nvSpPr>
          <p:cNvPr id="12" name="Slide Number Placeholder 11"/>
          <p:cNvSpPr>
            <a:spLocks noGrp="1"/>
          </p:cNvSpPr>
          <p:nvPr>
            <p:ph type="sldNum" sz="quarter" idx="18"/>
          </p:nvPr>
        </p:nvSpPr>
        <p:spPr/>
        <p:txBody>
          <a:bodyPr/>
          <a:lstStyle/>
          <a:p>
            <a:r>
              <a:rPr lang="en-US"/>
              <a:t>PAGE  </a:t>
            </a:r>
            <a:fld id="{93005692-73BE-493E-93AB-ECD6027A7652}" type="slidenum">
              <a:rPr lang="en-US" smtClean="0"/>
              <a:pPr/>
              <a:t>‹#›</a:t>
            </a:fld>
            <a:endParaRPr lang="en-US"/>
          </a:p>
        </p:txBody>
      </p:sp>
      <p:sp>
        <p:nvSpPr>
          <p:cNvPr id="4" name="Title 3"/>
          <p:cNvSpPr>
            <a:spLocks noGrp="1"/>
          </p:cNvSpPr>
          <p:nvPr>
            <p:ph type="title"/>
          </p:nvPr>
        </p:nvSpPr>
        <p:spPr>
          <a:xfrm>
            <a:off x="259883" y="434108"/>
            <a:ext cx="7046081" cy="895927"/>
          </a:xfrm>
        </p:spPr>
        <p:txBody>
          <a:bodyPr/>
          <a:lstStyle>
            <a:lvl1pPr>
              <a:defRPr cap="all" baseline="0"/>
            </a:lvl1pPr>
          </a:lstStyle>
          <a:p>
            <a:r>
              <a:rPr lang="en-US"/>
              <a:t>Click to edit Master title style</a:t>
            </a:r>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2" y="1709738"/>
            <a:ext cx="9399507" cy="2852737"/>
          </a:xfrm>
        </p:spPr>
        <p:txBody>
          <a:bodyPr anchor="b">
            <a:normAutofit/>
          </a:bodyPr>
          <a:lstStyle>
            <a:lvl1pPr algn="l">
              <a:defRPr sz="4000" cap="all" baseline="0">
                <a:solidFill>
                  <a:schemeClr val="tx1"/>
                </a:solidFill>
              </a:defRPr>
            </a:lvl1pPr>
          </a:lstStyle>
          <a:p>
            <a:r>
              <a:rPr lang="en-US"/>
              <a:t>CLICK TO EDIT MASTER</a:t>
            </a:r>
            <a:br>
              <a:rPr lang="en-US"/>
            </a:br>
            <a:r>
              <a:rPr lang="en-US"/>
              <a:t>SECTION TITLE SLIDE</a:t>
            </a:r>
          </a:p>
        </p:txBody>
      </p:sp>
      <p:sp>
        <p:nvSpPr>
          <p:cNvPr id="3" name="Text Placeholder 2"/>
          <p:cNvSpPr>
            <a:spLocks noGrp="1"/>
          </p:cNvSpPr>
          <p:nvPr>
            <p:ph type="body" idx="1"/>
          </p:nvPr>
        </p:nvSpPr>
        <p:spPr>
          <a:xfrm>
            <a:off x="259882" y="4589463"/>
            <a:ext cx="9399507"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026D43AC-4B94-471D-A170-0D88FCD1FB54}" type="datetime1">
              <a:rPr lang="en-US" smtClean="0"/>
              <a:t>10/28/2025</a:t>
            </a:fld>
            <a:endParaRPr lang="en-US"/>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60521" y="3227413"/>
            <a:ext cx="8770620" cy="1212056"/>
          </a:xfrm>
        </p:spPr>
        <p:txBody>
          <a:bodyPr anchor="b">
            <a:noAutofit/>
          </a:bodyPr>
          <a:lstStyle>
            <a:lvl1pPr algn="l">
              <a:defRPr sz="4000" cap="all" baseline="0">
                <a:solidFill>
                  <a:schemeClr val="tx1"/>
                </a:solidFill>
                <a:latin typeface="+mj-lt"/>
              </a:defRPr>
            </a:lvl1pPr>
          </a:lstStyle>
          <a:p>
            <a:r>
              <a:rPr lang="en-US"/>
              <a:t>CLICK TO EDIT MASTER</a:t>
            </a:r>
            <a:br>
              <a:rPr lang="en-US"/>
            </a:br>
            <a:r>
              <a:rPr lang="en-US"/>
              <a:t>SECTION TITLE SLIDE OPTION 2</a:t>
            </a:r>
          </a:p>
        </p:txBody>
      </p:sp>
      <p:sp>
        <p:nvSpPr>
          <p:cNvPr id="3" name="Subtitle 2"/>
          <p:cNvSpPr>
            <a:spLocks noGrp="1"/>
          </p:cNvSpPr>
          <p:nvPr>
            <p:ph type="subTitle" idx="1"/>
          </p:nvPr>
        </p:nvSpPr>
        <p:spPr bwMode="gray">
          <a:xfrm>
            <a:off x="960521" y="4447299"/>
            <a:ext cx="8770620" cy="666549"/>
          </a:xfrm>
        </p:spPr>
        <p:txBody>
          <a:bodyPr anchor="t">
            <a:normAutofit/>
          </a:bodyPr>
          <a:lstStyle>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0751004" y="6335309"/>
            <a:ext cx="1181114" cy="250337"/>
          </a:xfrm>
        </p:spPr>
        <p:txBody>
          <a:bodyPr/>
          <a:lstStyle/>
          <a:p>
            <a:fld id="{72EFF9E2-52BD-4C8D-9C57-79F661DB94A1}" type="datetime1">
              <a:rPr lang="en-US" smtClean="0"/>
              <a:t>10/28/2025</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16" name="Group 15"/>
          <p:cNvGrpSpPr/>
          <p:nvPr userDrawn="1"/>
        </p:nvGrpSpPr>
        <p:grpSpPr>
          <a:xfrm>
            <a:off x="0" y="0"/>
            <a:ext cx="12192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3" y="434108"/>
            <a:ext cx="11569729" cy="895927"/>
          </a:xfrm>
        </p:spPr>
        <p:txBody>
          <a:bodyPr/>
          <a:lstStyle/>
          <a:p>
            <a:r>
              <a:rPr lang="en-US"/>
              <a:t>CLICK TO EDIT MASTER TITLE STYLE</a:t>
            </a:r>
          </a:p>
        </p:txBody>
      </p:sp>
      <p:sp>
        <p:nvSpPr>
          <p:cNvPr id="3" name="Content Placeholder 2"/>
          <p:cNvSpPr>
            <a:spLocks noGrp="1"/>
          </p:cNvSpPr>
          <p:nvPr>
            <p:ph sz="half" idx="1"/>
          </p:nvPr>
        </p:nvSpPr>
        <p:spPr>
          <a:xfrm>
            <a:off x="259882" y="1413164"/>
            <a:ext cx="5586855"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0992" y="1413164"/>
            <a:ext cx="5658620"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081881F3-AB4F-4026-8B03-DBF7475676B1}" type="datetime1">
              <a:rPr lang="en-US" smtClean="0"/>
              <a:t>10/28/2025</a:t>
            </a:fld>
            <a:endParaRPr lang="en-US"/>
          </a:p>
        </p:txBody>
      </p:sp>
      <p:sp>
        <p:nvSpPr>
          <p:cNvPr id="9" name="Footer Placeholder 8"/>
          <p:cNvSpPr>
            <a:spLocks noGrp="1"/>
          </p:cNvSpPr>
          <p:nvPr>
            <p:ph type="ftr" sz="quarter" idx="11"/>
          </p:nvPr>
        </p:nvSpPr>
        <p:spPr/>
        <p:txBody>
          <a:bodyPr/>
          <a:lstStyle/>
          <a:p>
            <a:r>
              <a:rPr lang="en-US"/>
              <a:t>PRESENTATION TITLE</a:t>
            </a:r>
          </a:p>
        </p:txBody>
      </p:sp>
      <p:sp>
        <p:nvSpPr>
          <p:cNvPr id="10" name="Slide Number Placeholder 9"/>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9881" y="1396192"/>
            <a:ext cx="5542713" cy="670270"/>
          </a:xfrm>
        </p:spPr>
        <p:txBody>
          <a:bodyPr anchor="b">
            <a:noAutofit/>
          </a:bodyPr>
          <a:lstStyle>
            <a:lvl1pPr marL="0" indent="0">
              <a:buNone/>
              <a:defRPr sz="2800" b="1"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9881" y="2184400"/>
            <a:ext cx="5542713"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36154" y="1396192"/>
            <a:ext cx="5593458" cy="670270"/>
          </a:xfrm>
        </p:spPr>
        <p:txBody>
          <a:bodyPr anchor="b">
            <a:normAutofit/>
          </a:bodyPr>
          <a:lstStyle>
            <a:lvl1pPr marL="0" indent="0">
              <a:buNone/>
              <a:defRPr sz="28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6154" y="2184400"/>
            <a:ext cx="5593458"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hasCustomPrompt="1"/>
          </p:nvPr>
        </p:nvSpPr>
        <p:spPr>
          <a:xfrm>
            <a:off x="259883" y="434108"/>
            <a:ext cx="11569729" cy="895927"/>
          </a:xfrm>
        </p:spPr>
        <p:txBody>
          <a:bodyPr/>
          <a:lstStyle/>
          <a:p>
            <a:r>
              <a:rPr lang="en-US"/>
              <a:t>CLICK TO EDIT MASTER TITLE STYLE</a:t>
            </a:r>
          </a:p>
        </p:txBody>
      </p:sp>
      <p:sp>
        <p:nvSpPr>
          <p:cNvPr id="2" name="Date Placeholder 1"/>
          <p:cNvSpPr>
            <a:spLocks noGrp="1"/>
          </p:cNvSpPr>
          <p:nvPr>
            <p:ph type="dt" sz="half" idx="10"/>
          </p:nvPr>
        </p:nvSpPr>
        <p:spPr/>
        <p:txBody>
          <a:bodyPr/>
          <a:lstStyle/>
          <a:p>
            <a:fld id="{C17F432B-3FBE-4889-963D-BF97BFBB7D3F}" type="datetime1">
              <a:rPr lang="en-US" smtClean="0"/>
              <a:t>10/28/2025</a:t>
            </a:fld>
            <a:endParaRPr lang="en-US"/>
          </a:p>
        </p:txBody>
      </p:sp>
      <p:sp>
        <p:nvSpPr>
          <p:cNvPr id="11" name="Footer Placeholder 10"/>
          <p:cNvSpPr>
            <a:spLocks noGrp="1"/>
          </p:cNvSpPr>
          <p:nvPr>
            <p:ph type="ftr" sz="quarter" idx="11"/>
          </p:nvPr>
        </p:nvSpPr>
        <p:spPr/>
        <p:txBody>
          <a:bodyPr/>
          <a:lstStyle/>
          <a:p>
            <a:r>
              <a:rPr lang="en-US"/>
              <a:t>PRESENTATION TITLE</a:t>
            </a:r>
          </a:p>
        </p:txBody>
      </p:sp>
      <p:sp>
        <p:nvSpPr>
          <p:cNvPr id="12" name="Slide Number Placeholder 11"/>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fld id="{310CCC04-1E76-41EE-A8AC-75AD85313D09}" type="datetime1">
              <a:rPr lang="en-US" smtClean="0"/>
              <a:t>10/28/2025</a:t>
            </a:fld>
            <a:endParaRPr lang="en-US"/>
          </a:p>
        </p:txBody>
      </p:sp>
      <p:sp>
        <p:nvSpPr>
          <p:cNvPr id="7" name="Footer Placeholder 6"/>
          <p:cNvSpPr>
            <a:spLocks noGrp="1"/>
          </p:cNvSpPr>
          <p:nvPr>
            <p:ph type="ftr" sz="quarter" idx="11"/>
          </p:nvPr>
        </p:nvSpPr>
        <p:spPr/>
        <p:txBody>
          <a:bodyPr/>
          <a:lstStyle/>
          <a:p>
            <a:r>
              <a:rPr lang="en-US"/>
              <a:t>PRESENTATION TITLE</a:t>
            </a:r>
          </a:p>
        </p:txBody>
      </p:sp>
      <p:sp>
        <p:nvSpPr>
          <p:cNvPr id="8" name="Slide Number Placeholder 7"/>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3974A9E-84AC-4661-9381-CC35B09E47F7}" type="datetime1">
              <a:rPr lang="en-US" smtClean="0"/>
              <a:t>10/28/2025</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0751004" y="6335309"/>
            <a:ext cx="1181114" cy="250337"/>
          </a:xfrm>
        </p:spPr>
        <p:txBody>
          <a:bodyPr/>
          <a:lstStyle/>
          <a:p>
            <a:fld id="{1E55829F-8847-4C2A-8DD0-690EAD78E53F}" type="datetime1">
              <a:rPr lang="en-US" smtClean="0"/>
              <a:t>10/28/2025</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8" name="Group 7">
            <a:extLst>
              <a:ext uri="{FF2B5EF4-FFF2-40B4-BE49-F238E27FC236}">
                <a16:creationId xmlns:a16="http://schemas.microsoft.com/office/drawing/2014/main" id="{DD7F9787-DD3A-4646-BB48-620C816C001A}"/>
              </a:ext>
            </a:extLst>
          </p:cNvPr>
          <p:cNvGrpSpPr/>
          <p:nvPr userDrawn="1"/>
        </p:nvGrpSpPr>
        <p:grpSpPr>
          <a:xfrm>
            <a:off x="0" y="0"/>
            <a:ext cx="12192000" cy="397164"/>
            <a:chOff x="421830" y="1342659"/>
            <a:chExt cx="10018760" cy="290558"/>
          </a:xfrm>
        </p:grpSpPr>
        <p:sp>
          <p:nvSpPr>
            <p:cNvPr id="9" name="Rectangle 8">
              <a:extLst>
                <a:ext uri="{FF2B5EF4-FFF2-40B4-BE49-F238E27FC236}">
                  <a16:creationId xmlns:a16="http://schemas.microsoft.com/office/drawing/2014/main" id="{DEE774CE-34EE-2A47-A6A9-4B48522F6F9B}"/>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9E01E9A-F832-2C47-AF13-96DA2A545D41}"/>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87FCA5-98BF-7C4F-A6A8-ABE67A0572D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A2F3CFE-9373-F940-8224-EC432E30E4E7}"/>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861B21-0880-4F42-9446-62738D693F11}"/>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0071" y="1237675"/>
            <a:ext cx="4331855" cy="910202"/>
          </a:xfrm>
        </p:spPr>
        <p:txBody>
          <a:bodyPr anchor="b">
            <a:normAutofit/>
          </a:bodyPr>
          <a:lstStyle>
            <a:lvl1pPr algn="ctr">
              <a:defRPr sz="2800"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10/28/2025</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cxnSp>
        <p:nvCxnSpPr>
          <p:cNvPr id="12" name="Straight Connector 11"/>
          <p:cNvCxnSpPr/>
          <p:nvPr userDrawn="1"/>
        </p:nvCxnSpPr>
        <p:spPr>
          <a:xfrm>
            <a:off x="393007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393007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660400" y="2420360"/>
            <a:ext cx="108712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393007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10" name="Group 9">
            <a:extLst>
              <a:ext uri="{FF2B5EF4-FFF2-40B4-BE49-F238E27FC236}">
                <a16:creationId xmlns:a16="http://schemas.microsoft.com/office/drawing/2014/main" id="{C31A6E2A-9139-B54F-B1FF-E0B2EAF2E0A2}"/>
              </a:ext>
            </a:extLst>
          </p:cNvPr>
          <p:cNvGrpSpPr/>
          <p:nvPr userDrawn="1"/>
        </p:nvGrpSpPr>
        <p:grpSpPr>
          <a:xfrm>
            <a:off x="0" y="0"/>
            <a:ext cx="12192000" cy="397164"/>
            <a:chOff x="421830" y="1342659"/>
            <a:chExt cx="10018760" cy="290558"/>
          </a:xfrm>
        </p:grpSpPr>
        <p:sp>
          <p:nvSpPr>
            <p:cNvPr id="11" name="Rectangle 10">
              <a:extLst>
                <a:ext uri="{FF2B5EF4-FFF2-40B4-BE49-F238E27FC236}">
                  <a16:creationId xmlns:a16="http://schemas.microsoft.com/office/drawing/2014/main" id="{EF94BC15-3F11-B846-AE64-D1C8A8E867F5}"/>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EB6EE1D-AED7-924E-8D18-B9F1399A910E}"/>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81E2A49-C1E0-024C-876B-A61D2B440E03}"/>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64F300-FB37-FE41-9129-DD2824002FB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FCAF651-5F7E-0248-8C8E-3A4B3D0F11BA}"/>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6350285" y="845819"/>
            <a:ext cx="5440648" cy="5407201"/>
          </a:xfrm>
        </p:spPr>
        <p:txBody>
          <a:bodyPr/>
          <a:lstStyle/>
          <a:p>
            <a:r>
              <a:rPr lang="en-US"/>
              <a:t>Click icon to add picture</a:t>
            </a:r>
          </a:p>
        </p:txBody>
      </p:sp>
      <p:sp>
        <p:nvSpPr>
          <p:cNvPr id="2" name="Title 1"/>
          <p:cNvSpPr>
            <a:spLocks noGrp="1"/>
          </p:cNvSpPr>
          <p:nvPr>
            <p:ph type="title" hasCustomPrompt="1"/>
          </p:nvPr>
        </p:nvSpPr>
        <p:spPr>
          <a:xfrm>
            <a:off x="854362" y="1237675"/>
            <a:ext cx="4331855" cy="910202"/>
          </a:xfrm>
        </p:spPr>
        <p:txBody>
          <a:bodyPr anchor="b">
            <a:normAutofit/>
          </a:bodyPr>
          <a:lstStyle>
            <a:lvl1pPr algn="ctr">
              <a:defRPr sz="2800"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10/28/2025</a:t>
            </a:fld>
            <a:endParaRPr lang="en-US"/>
          </a:p>
        </p:txBody>
      </p:sp>
      <p:sp>
        <p:nvSpPr>
          <p:cNvPr id="4" name="Footer Placeholder 3"/>
          <p:cNvSpPr>
            <a:spLocks noGrp="1"/>
          </p:cNvSpPr>
          <p:nvPr>
            <p:ph type="ftr" sz="quarter" idx="11"/>
          </p:nvPr>
        </p:nvSpPr>
        <p:spPr>
          <a:xfrm>
            <a:off x="259882" y="6335309"/>
            <a:ext cx="3887245" cy="250337"/>
          </a:xfrm>
        </p:spPr>
        <p:txBody>
          <a:bodyPr/>
          <a:lstStyle/>
          <a:p>
            <a:r>
              <a:rPr lang="en-US"/>
              <a:t>PRESENTATION TITLE</a:t>
            </a:r>
          </a:p>
        </p:txBody>
      </p:sp>
      <p:sp>
        <p:nvSpPr>
          <p:cNvPr id="5" name="Slide Number Placeholder 4"/>
          <p:cNvSpPr>
            <a:spLocks noGrp="1"/>
          </p:cNvSpPr>
          <p:nvPr>
            <p:ph type="sldNum" sz="quarter" idx="12"/>
          </p:nvPr>
        </p:nvSpPr>
        <p:spPr>
          <a:xfrm>
            <a:off x="5587999" y="6335309"/>
            <a:ext cx="1016000" cy="250337"/>
          </a:xfrm>
        </p:spPr>
        <p:txBody>
          <a:bodyPr/>
          <a:lstStyle/>
          <a:p>
            <a:r>
              <a:rPr lang="en-US"/>
              <a:t>PAGE  </a:t>
            </a:r>
            <a:fld id="{93005692-73BE-493E-93AB-ECD6027A7652}" type="slidenum">
              <a:rPr lang="en-US" smtClean="0"/>
              <a:pPr/>
              <a:t>‹#›</a:t>
            </a:fld>
            <a:endParaRPr lang="en-US"/>
          </a:p>
        </p:txBody>
      </p:sp>
      <p:sp>
        <p:nvSpPr>
          <p:cNvPr id="15" name="Text Placeholder 14"/>
          <p:cNvSpPr>
            <a:spLocks noGrp="1"/>
          </p:cNvSpPr>
          <p:nvPr>
            <p:ph type="body" sz="quarter" idx="13"/>
          </p:nvPr>
        </p:nvSpPr>
        <p:spPr>
          <a:xfrm>
            <a:off x="544943" y="2409026"/>
            <a:ext cx="4950694"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85436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85436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85436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CFE96372-A208-F546-B7FD-C0747128C2DF}"/>
              </a:ext>
            </a:extLst>
          </p:cNvPr>
          <p:cNvGrpSpPr/>
          <p:nvPr userDrawn="1"/>
        </p:nvGrpSpPr>
        <p:grpSpPr>
          <a:xfrm>
            <a:off x="0" y="0"/>
            <a:ext cx="12192000" cy="397164"/>
            <a:chOff x="421830" y="1342659"/>
            <a:chExt cx="10018760" cy="290558"/>
          </a:xfrm>
        </p:grpSpPr>
        <p:sp>
          <p:nvSpPr>
            <p:cNvPr id="13" name="Rectangle 12">
              <a:extLst>
                <a:ext uri="{FF2B5EF4-FFF2-40B4-BE49-F238E27FC236}">
                  <a16:creationId xmlns:a16="http://schemas.microsoft.com/office/drawing/2014/main" id="{BA30D062-4D3C-FB49-BC12-289C4E63859A}"/>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E951BF5-3B10-4647-AE43-6C4FB2FD5AC6}"/>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E7D11F8-300C-DC45-9476-8111932FAB3B}"/>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A48535B-B3BB-5C4C-B115-599D8CDF7D82}"/>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EF38F5-382A-BF49-BD63-C36DDD7A004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10/28/2025</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D72CD653-AD35-5141-A8C6-BF79EBE4AA02}"/>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808B38EE-3C4F-0B4A-9115-527C95121823}"/>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646519-2BAF-9047-B121-BF7E7F710823}"/>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A4D2608-732A-4741-BC48-7812A87E4D8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F9B098-4EE4-474A-8979-CFAB574D8621}"/>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D87E91-D511-9145-BCBD-28DFC726F67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10/28/2025</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220DDFC3-6F0D-5E4C-8D30-C78126C00C6D}"/>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B6CF758B-0EB2-F34B-BE1F-5B7DBD0D91DF}"/>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22C1F90-E5C7-6D46-8B27-E98D1AD0BD1D}"/>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4A86E65-C9CD-3C43-9237-76ACBCE5AEA5}"/>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0010F3-1A9C-9049-8C1B-2C5FACE5795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E0527D8-16AA-B94D-A437-8734019F07E3}"/>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solidFill>
                  <a:schemeClr val="bg1"/>
                </a:solidFill>
              </a:defRPr>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5FDFC970-B950-4395-A833-47227D4A68CA}" type="datetime1">
              <a:rPr lang="en-US" smtClean="0"/>
              <a:pPr/>
              <a:t>10/28/2025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PRESENTATION TITLE</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8740DD73-AC1C-0641-8C33-791A62EF34B7}"/>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60B8DB0B-D7AD-E443-A9FA-6978FE21FA00}"/>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FFEB15A-A8CF-CA4A-BCB9-2DEEC6268E6B}"/>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02309BB-A9D7-E64D-8EF7-0E490151B952}"/>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CB22BAE-45F8-9D49-A3CD-17513F34191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4567BB1-0BFA-DE41-9739-5EC1F580B29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EC484E49-6F81-4F85-9FF8-7112AA0482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9961" y="1195899"/>
            <a:ext cx="5718151" cy="4050792"/>
          </a:xfrm>
          <a:prstGeom prst="rect">
            <a:avLst/>
          </a:prstGeom>
        </p:spPr>
      </p:pic>
      <p:sp>
        <p:nvSpPr>
          <p:cNvPr id="2" name="Title 1"/>
          <p:cNvSpPr>
            <a:spLocks noGrp="1"/>
          </p:cNvSpPr>
          <p:nvPr>
            <p:ph type="title" hasCustomPrompt="1"/>
          </p:nvPr>
        </p:nvSpPr>
        <p:spPr>
          <a:xfrm>
            <a:off x="657225" y="4613510"/>
            <a:ext cx="10877550" cy="1597891"/>
          </a:xfrm>
          <a:noFill/>
        </p:spPr>
        <p:txBody>
          <a:bodyPr wrap="square" rtlCol="0" anchor="ctr" anchorCtr="1">
            <a:noAutofit/>
          </a:bodyPr>
          <a:lstStyle>
            <a:lvl1pPr algn="ctr">
              <a:defRPr lang="en-US" sz="1800" b="0" i="0" cap="none" baseline="0">
                <a:solidFill>
                  <a:schemeClr val="tx1"/>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p>
            <a:fld id="{75D660D7-90CE-4513-A3CE-C070B9421917}" type="datetime1">
              <a:rPr lang="en-US" smtClean="0"/>
              <a:t>10/28/2025</a:t>
            </a:fld>
            <a:endParaRPr lang="en-US"/>
          </a:p>
        </p:txBody>
      </p:sp>
      <p:sp>
        <p:nvSpPr>
          <p:cNvPr id="10" name="Footer Placeholder 9"/>
          <p:cNvSpPr>
            <a:spLocks noGrp="1"/>
          </p:cNvSpPr>
          <p:nvPr>
            <p:ph type="ftr" sz="quarter" idx="11"/>
          </p:nvPr>
        </p:nvSpPr>
        <p:spPr/>
        <p:txBody>
          <a:bodyPr/>
          <a:lstStyle/>
          <a:p>
            <a:r>
              <a:rPr lang="en-US"/>
              <a:t>PRESENTATION TITLE</a:t>
            </a:r>
          </a:p>
        </p:txBody>
      </p:sp>
      <p:sp>
        <p:nvSpPr>
          <p:cNvPr id="11" name="Slide Number Placeholder 10"/>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p:cNvGrpSpPr/>
          <p:nvPr userDrawn="1"/>
        </p:nvGrpSpPr>
        <p:grpSpPr>
          <a:xfrm>
            <a:off x="0" y="0"/>
            <a:ext cx="12192000" cy="397164"/>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_ALT">
    <p:bg>
      <p:bgPr>
        <a:solidFill>
          <a:schemeClr val="tx1"/>
        </a:solidFill>
        <a:effectLst/>
      </p:bgPr>
    </p:bg>
    <p:spTree>
      <p:nvGrpSpPr>
        <p:cNvPr id="1" name=""/>
        <p:cNvGrpSpPr/>
        <p:nvPr/>
      </p:nvGrpSpPr>
      <p:grpSpPr>
        <a:xfrm>
          <a:off x="0" y="0"/>
          <a:ext cx="0" cy="0"/>
          <a:chOff x="0" y="0"/>
          <a:chExt cx="0" cy="0"/>
        </a:xfrm>
      </p:grpSpPr>
      <p:pic>
        <p:nvPicPr>
          <p:cNvPr id="4" name="Picture 3" descr="Logo, company name&#10;&#10;Description automatically generated">
            <a:extLst>
              <a:ext uri="{FF2B5EF4-FFF2-40B4-BE49-F238E27FC236}">
                <a16:creationId xmlns:a16="http://schemas.microsoft.com/office/drawing/2014/main" id="{DBA8B5B0-D10A-42F5-9B8C-22E92B9B50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8435" y="1205135"/>
            <a:ext cx="5718151" cy="4050792"/>
          </a:xfrm>
          <a:prstGeom prst="rect">
            <a:avLst/>
          </a:prstGeom>
        </p:spPr>
      </p:pic>
      <p:sp>
        <p:nvSpPr>
          <p:cNvPr id="2" name="Title 1"/>
          <p:cNvSpPr>
            <a:spLocks noGrp="1"/>
          </p:cNvSpPr>
          <p:nvPr>
            <p:ph type="title" hasCustomPrompt="1"/>
          </p:nvPr>
        </p:nvSpPr>
        <p:spPr>
          <a:xfrm>
            <a:off x="733425" y="4682836"/>
            <a:ext cx="10725150" cy="1559782"/>
          </a:xfrm>
          <a:noFill/>
        </p:spPr>
        <p:txBody>
          <a:bodyPr wrap="square" rtlCol="0" anchor="ctr" anchorCtr="1">
            <a:noAutofit/>
          </a:bodyPr>
          <a:lstStyle>
            <a:lvl1pPr marL="0" algn="ctr">
              <a:lnSpc>
                <a:spcPct val="75000"/>
              </a:lnSpc>
              <a:defRPr lang="en-US" sz="1800" b="0" i="0" cap="none" baseline="0">
                <a:solidFill>
                  <a:schemeClr val="bg1">
                    <a:alpha val="81000"/>
                  </a:schemeClr>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10/28/2025</a:t>
            </a:fld>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PRESENTATION TITLE</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13" name="Group 12">
            <a:extLst>
              <a:ext uri="{FF2B5EF4-FFF2-40B4-BE49-F238E27FC236}">
                <a16:creationId xmlns:a16="http://schemas.microsoft.com/office/drawing/2014/main" id="{A3F1FAFC-408D-0840-BF87-C10DEF00AE57}"/>
              </a:ext>
            </a:extLst>
          </p:cNvPr>
          <p:cNvGrpSpPr/>
          <p:nvPr userDrawn="1"/>
        </p:nvGrpSpPr>
        <p:grpSpPr>
          <a:xfrm>
            <a:off x="0" y="0"/>
            <a:ext cx="12192000" cy="397164"/>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_Y+W">
    <p:spTree>
      <p:nvGrpSpPr>
        <p:cNvPr id="1" name=""/>
        <p:cNvGrpSpPr/>
        <p:nvPr/>
      </p:nvGrpSpPr>
      <p:grpSpPr>
        <a:xfrm>
          <a:off x="0" y="0"/>
          <a:ext cx="0" cy="0"/>
          <a:chOff x="0" y="0"/>
          <a:chExt cx="0" cy="0"/>
        </a:xfrm>
      </p:grpSpPr>
      <p:pic>
        <p:nvPicPr>
          <p:cNvPr id="16" name="Picture 15" descr="Logo&#10;&#10;Description automatically generated">
            <a:extLst>
              <a:ext uri="{FF2B5EF4-FFF2-40B4-BE49-F238E27FC236}">
                <a16:creationId xmlns:a16="http://schemas.microsoft.com/office/drawing/2014/main" id="{4052762B-006C-45EF-97D4-B951109CA0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3006" y="738655"/>
            <a:ext cx="5718150" cy="4050792"/>
          </a:xfrm>
          <a:prstGeom prst="rect">
            <a:avLst/>
          </a:prstGeom>
        </p:spPr>
      </p:pic>
      <p:pic>
        <p:nvPicPr>
          <p:cNvPr id="23" name="Picture 22">
            <a:extLst>
              <a:ext uri="{FF2B5EF4-FFF2-40B4-BE49-F238E27FC236}">
                <a16:creationId xmlns:a16="http://schemas.microsoft.com/office/drawing/2014/main" id="{28F653FE-3A86-E844-A53F-0361E59D706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53660" y="4585014"/>
            <a:ext cx="1884680" cy="533400"/>
          </a:xfrm>
          <a:prstGeom prst="rect">
            <a:avLst/>
          </a:prstGeom>
        </p:spPr>
      </p:pic>
      <p:pic>
        <p:nvPicPr>
          <p:cNvPr id="24" name="Picture 23">
            <a:extLst>
              <a:ext uri="{FF2B5EF4-FFF2-40B4-BE49-F238E27FC236}">
                <a16:creationId xmlns:a16="http://schemas.microsoft.com/office/drawing/2014/main" id="{48ADE716-1136-A547-A8CE-EAC2B309AAB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68648" y="5270227"/>
            <a:ext cx="3854704" cy="252476"/>
          </a:xfrm>
          <a:prstGeom prst="rect">
            <a:avLst/>
          </a:prstGeom>
        </p:spPr>
      </p:pic>
      <p:sp>
        <p:nvSpPr>
          <p:cNvPr id="6" name="Date Placeholder 5"/>
          <p:cNvSpPr>
            <a:spLocks noGrp="1"/>
          </p:cNvSpPr>
          <p:nvPr>
            <p:ph type="dt" sz="half" idx="10"/>
          </p:nvPr>
        </p:nvSpPr>
        <p:spPr>
          <a:xfrm>
            <a:off x="10751004" y="6335309"/>
            <a:ext cx="1181114" cy="250337"/>
          </a:xfrm>
        </p:spPr>
        <p:txBody>
          <a:bodyPr/>
          <a:lstStyle/>
          <a:p>
            <a:fld id="{75D660D7-90CE-4513-A3CE-C070B9421917}" type="datetime1">
              <a:rPr lang="en-US" smtClean="0"/>
              <a:t>10/28/2025</a:t>
            </a:fld>
            <a:endParaRPr lang="en-US"/>
          </a:p>
        </p:txBody>
      </p:sp>
      <p:sp>
        <p:nvSpPr>
          <p:cNvPr id="10" name="Footer Placeholder 9"/>
          <p:cNvSpPr>
            <a:spLocks noGrp="1"/>
          </p:cNvSpPr>
          <p:nvPr>
            <p:ph type="ftr" sz="quarter" idx="11"/>
          </p:nvPr>
        </p:nvSpPr>
        <p:spPr/>
        <p:txBody>
          <a:bodyPr/>
          <a:lstStyle/>
          <a:p>
            <a:r>
              <a:rPr lang="en-US"/>
              <a:t>PRESENTATION TITLE</a:t>
            </a:r>
          </a:p>
        </p:txBody>
      </p:sp>
      <p:sp>
        <p:nvSpPr>
          <p:cNvPr id="11" name="Slide Number Placeholder 10"/>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p:cNvGrpSpPr/>
          <p:nvPr userDrawn="1"/>
        </p:nvGrpSpPr>
        <p:grpSpPr>
          <a:xfrm>
            <a:off x="0" y="0"/>
            <a:ext cx="12192000" cy="397164"/>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08955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losing Slide_Y+W_ALT">
    <p:bg>
      <p:bgPr>
        <a:solidFill>
          <a:schemeClr val="tx1"/>
        </a:solidFill>
        <a:effectLst/>
      </p:bgPr>
    </p:bg>
    <p:spTree>
      <p:nvGrpSpPr>
        <p:cNvPr id="1" name=""/>
        <p:cNvGrpSpPr/>
        <p:nvPr/>
      </p:nvGrpSpPr>
      <p:grpSpPr>
        <a:xfrm>
          <a:off x="0" y="0"/>
          <a:ext cx="0" cy="0"/>
          <a:chOff x="0" y="0"/>
          <a:chExt cx="0" cy="0"/>
        </a:xfrm>
      </p:grpSpPr>
      <p:pic>
        <p:nvPicPr>
          <p:cNvPr id="19" name="Picture 18" descr="Logo, company name&#10;&#10;Description automatically generated">
            <a:extLst>
              <a:ext uri="{FF2B5EF4-FFF2-40B4-BE49-F238E27FC236}">
                <a16:creationId xmlns:a16="http://schemas.microsoft.com/office/drawing/2014/main" id="{DCFCD172-5029-4535-9FB9-3F02C761F7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41490" y="715616"/>
            <a:ext cx="5718151" cy="4050792"/>
          </a:xfrm>
          <a:prstGeom prst="rect">
            <a:avLst/>
          </a:prstGeom>
        </p:spPr>
      </p:pic>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10/28/2025</a:t>
            </a:fld>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PRESENTATION TITLE</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13" name="Group 12">
            <a:extLst>
              <a:ext uri="{FF2B5EF4-FFF2-40B4-BE49-F238E27FC236}">
                <a16:creationId xmlns:a16="http://schemas.microsoft.com/office/drawing/2014/main" id="{A3F1FAFC-408D-0840-BF87-C10DEF00AE57}"/>
              </a:ext>
            </a:extLst>
          </p:cNvPr>
          <p:cNvGrpSpPr/>
          <p:nvPr userDrawn="1"/>
        </p:nvGrpSpPr>
        <p:grpSpPr>
          <a:xfrm>
            <a:off x="0" y="0"/>
            <a:ext cx="12192000" cy="397164"/>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a:extLst>
              <a:ext uri="{FF2B5EF4-FFF2-40B4-BE49-F238E27FC236}">
                <a16:creationId xmlns:a16="http://schemas.microsoft.com/office/drawing/2014/main" id="{61B2F895-74F6-5245-9741-0020E25D8AB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53660" y="4592032"/>
            <a:ext cx="1884680" cy="533400"/>
          </a:xfrm>
          <a:prstGeom prst="rect">
            <a:avLst/>
          </a:prstGeom>
        </p:spPr>
      </p:pic>
      <p:pic>
        <p:nvPicPr>
          <p:cNvPr id="22" name="Picture 21">
            <a:extLst>
              <a:ext uri="{FF2B5EF4-FFF2-40B4-BE49-F238E27FC236}">
                <a16:creationId xmlns:a16="http://schemas.microsoft.com/office/drawing/2014/main" id="{1D46E8A0-B6BB-1D40-8410-044E5B20399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68648" y="5277245"/>
            <a:ext cx="3854704" cy="252476"/>
          </a:xfrm>
          <a:prstGeom prst="rect">
            <a:avLst/>
          </a:prstGeom>
        </p:spPr>
      </p:pic>
      <p:sp>
        <p:nvSpPr>
          <p:cNvPr id="3" name="TextBox 2">
            <a:extLst>
              <a:ext uri="{FF2B5EF4-FFF2-40B4-BE49-F238E27FC236}">
                <a16:creationId xmlns:a16="http://schemas.microsoft.com/office/drawing/2014/main" id="{D4747904-A0FC-F14A-9236-E3A1ADBB8DEF}"/>
              </a:ext>
            </a:extLst>
          </p:cNvPr>
          <p:cNvSpPr txBox="1"/>
          <p:nvPr userDrawn="1"/>
        </p:nvSpPr>
        <p:spPr>
          <a:xfrm>
            <a:off x="4851400" y="7247467"/>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91425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10/28/2025</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0700960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Content-No colou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200"/>
            </a:lvl1pPr>
            <a:lvl2pPr>
              <a:defRPr sz="2000"/>
            </a:lvl2pPr>
            <a:lvl3pPr>
              <a:defRPr sz="1800"/>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itle 3">
            <a:extLst>
              <a:ext uri="{FF2B5EF4-FFF2-40B4-BE49-F238E27FC236}">
                <a16:creationId xmlns:a16="http://schemas.microsoft.com/office/drawing/2014/main" id="{3CF9729D-8ED7-5ABC-C9FB-0C4016E9D63E}"/>
              </a:ext>
            </a:extLst>
          </p:cNvPr>
          <p:cNvSpPr>
            <a:spLocks noGrp="1"/>
          </p:cNvSpPr>
          <p:nvPr>
            <p:ph type="title" hasCustomPrompt="1"/>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00A395E0-A5BF-3F80-07AA-4F51B47EF3C0}"/>
              </a:ext>
            </a:extLst>
          </p:cNvPr>
          <p:cNvSpPr>
            <a:spLocks noGrp="1"/>
          </p:cNvSpPr>
          <p:nvPr>
            <p:ph type="ftr" sz="quarter" idx="11"/>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571D3B32-AEF4-CABD-384D-A459FF1AC904}"/>
              </a:ext>
            </a:extLst>
          </p:cNvPr>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287177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Content-Green">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200"/>
            </a:lvl1pPr>
            <a:lvl2pPr>
              <a:defRPr sz="2000"/>
            </a:lvl2pPr>
            <a:lvl3pPr>
              <a:defRPr sz="1800"/>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itle 3">
            <a:extLst>
              <a:ext uri="{FF2B5EF4-FFF2-40B4-BE49-F238E27FC236}">
                <a16:creationId xmlns:a16="http://schemas.microsoft.com/office/drawing/2014/main" id="{3CF9729D-8ED7-5ABC-C9FB-0C4016E9D63E}"/>
              </a:ext>
            </a:extLst>
          </p:cNvPr>
          <p:cNvSpPr>
            <a:spLocks noGrp="1"/>
          </p:cNvSpPr>
          <p:nvPr>
            <p:ph type="title" hasCustomPrompt="1"/>
          </p:nvPr>
        </p:nvSpPr>
        <p:spPr/>
        <p:txBody>
          <a:bodyPr/>
          <a:lstStyle>
            <a:lvl1pPr>
              <a:defRPr/>
            </a:lvl1pPr>
          </a:lstStyle>
          <a:p>
            <a:r>
              <a:rPr lang="en-US"/>
              <a:t>Click to edit master title style</a:t>
            </a:r>
          </a:p>
        </p:txBody>
      </p:sp>
      <p:sp>
        <p:nvSpPr>
          <p:cNvPr id="6" name="Footer Placeholder 5">
            <a:extLst>
              <a:ext uri="{FF2B5EF4-FFF2-40B4-BE49-F238E27FC236}">
                <a16:creationId xmlns:a16="http://schemas.microsoft.com/office/drawing/2014/main" id="{00A395E0-A5BF-3F80-07AA-4F51B47EF3C0}"/>
              </a:ext>
            </a:extLst>
          </p:cNvPr>
          <p:cNvSpPr>
            <a:spLocks noGrp="1"/>
          </p:cNvSpPr>
          <p:nvPr>
            <p:ph type="ftr" sz="quarter" idx="11"/>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571D3B32-AEF4-CABD-384D-A459FF1AC904}"/>
              </a:ext>
            </a:extLst>
          </p:cNvPr>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409477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and Content-Blue">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200"/>
            </a:lvl1pPr>
            <a:lvl2pPr>
              <a:defRPr sz="2000"/>
            </a:lvl2pPr>
            <a:lvl3pPr>
              <a:defRPr sz="1800"/>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itle 3">
            <a:extLst>
              <a:ext uri="{FF2B5EF4-FFF2-40B4-BE49-F238E27FC236}">
                <a16:creationId xmlns:a16="http://schemas.microsoft.com/office/drawing/2014/main" id="{3CF9729D-8ED7-5ABC-C9FB-0C4016E9D63E}"/>
              </a:ext>
            </a:extLst>
          </p:cNvPr>
          <p:cNvSpPr>
            <a:spLocks noGrp="1"/>
          </p:cNvSpPr>
          <p:nvPr>
            <p:ph type="title" hasCustomPrompt="1"/>
          </p:nvPr>
        </p:nvSpPr>
        <p:spPr/>
        <p:txBody>
          <a:bodyPr/>
          <a:lstStyle>
            <a:lvl1pPr>
              <a:defRPr/>
            </a:lvl1pPr>
          </a:lstStyle>
          <a:p>
            <a:r>
              <a:rPr lang="en-US"/>
              <a:t>Click to edit master title style</a:t>
            </a:r>
          </a:p>
        </p:txBody>
      </p:sp>
      <p:sp>
        <p:nvSpPr>
          <p:cNvPr id="6" name="Footer Placeholder 5">
            <a:extLst>
              <a:ext uri="{FF2B5EF4-FFF2-40B4-BE49-F238E27FC236}">
                <a16:creationId xmlns:a16="http://schemas.microsoft.com/office/drawing/2014/main" id="{00A395E0-A5BF-3F80-07AA-4F51B47EF3C0}"/>
              </a:ext>
            </a:extLst>
          </p:cNvPr>
          <p:cNvSpPr>
            <a:spLocks noGrp="1"/>
          </p:cNvSpPr>
          <p:nvPr>
            <p:ph type="ftr" sz="quarter" idx="11"/>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571D3B32-AEF4-CABD-384D-A459FF1AC904}"/>
              </a:ext>
            </a:extLst>
          </p:cNvPr>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3994675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descr="University of Waterloo Library logo">
            <a:extLst>
              <a:ext uri="{FF2B5EF4-FFF2-40B4-BE49-F238E27FC236}">
                <a16:creationId xmlns:a16="http://schemas.microsoft.com/office/drawing/2014/main" id="{019999FA-34AD-437E-AB1F-C11C2785D83D}"/>
              </a:ext>
            </a:extLst>
          </p:cNvPr>
          <p:cNvPicPr>
            <a:picLocks noChangeAspect="1"/>
          </p:cNvPicPr>
          <p:nvPr userDrawn="1"/>
        </p:nvPicPr>
        <p:blipFill>
          <a:blip r:embed="rId28" cstate="hqprint">
            <a:extLst>
              <a:ext uri="{28A0092B-C50C-407E-A947-70E740481C1C}">
                <a14:useLocalDpi xmlns:a14="http://schemas.microsoft.com/office/drawing/2010/main" val="0"/>
              </a:ext>
            </a:extLst>
          </a:blip>
          <a:stretch>
            <a:fillRect/>
          </a:stretch>
        </p:blipFill>
        <p:spPr>
          <a:xfrm>
            <a:off x="9247638" y="5935441"/>
            <a:ext cx="2938366" cy="914400"/>
          </a:xfrm>
          <a:prstGeom prst="rect">
            <a:avLst/>
          </a:prstGeom>
        </p:spPr>
      </p:pic>
      <p:sp>
        <p:nvSpPr>
          <p:cNvPr id="2" name="Title Placeholder 1"/>
          <p:cNvSpPr>
            <a:spLocks noGrp="1"/>
          </p:cNvSpPr>
          <p:nvPr>
            <p:ph type="title"/>
          </p:nvPr>
        </p:nvSpPr>
        <p:spPr>
          <a:xfrm>
            <a:off x="259883" y="434108"/>
            <a:ext cx="11569729" cy="8959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9882" y="1413163"/>
            <a:ext cx="11569729"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38014" y="6335309"/>
            <a:ext cx="1181114"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5FDFC970-B950-4395-A833-47227D4A68CA}" type="datetime1">
              <a:rPr lang="en-US" smtClean="0"/>
              <a:t>10/28/2025</a:t>
            </a:fld>
            <a:endParaRPr lang="en-US"/>
          </a:p>
        </p:txBody>
      </p:sp>
      <p:sp>
        <p:nvSpPr>
          <p:cNvPr id="5" name="Footer Placeholder 4"/>
          <p:cNvSpPr>
            <a:spLocks noGrp="1"/>
          </p:cNvSpPr>
          <p:nvPr>
            <p:ph type="ftr" sz="quarter" idx="3"/>
          </p:nvPr>
        </p:nvSpPr>
        <p:spPr>
          <a:xfrm>
            <a:off x="259882" y="6335309"/>
            <a:ext cx="5226517" cy="250337"/>
          </a:xfrm>
          <a:prstGeom prst="rect">
            <a:avLst/>
          </a:prstGeom>
        </p:spPr>
        <p:txBody>
          <a:bodyPr vert="horz" lIns="91440" tIns="45720" rIns="91440" bIns="45720" rtlCol="0" anchor="ctr"/>
          <a:lstStyle>
            <a:lvl1pPr algn="l">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PRESENTATION TITLE</a:t>
            </a:r>
          </a:p>
        </p:txBody>
      </p:sp>
      <p:sp>
        <p:nvSpPr>
          <p:cNvPr id="6" name="Slide Number Placeholder 5"/>
          <p:cNvSpPr>
            <a:spLocks noGrp="1"/>
          </p:cNvSpPr>
          <p:nvPr>
            <p:ph type="sldNum" sz="quarter" idx="4"/>
          </p:nvPr>
        </p:nvSpPr>
        <p:spPr>
          <a:xfrm>
            <a:off x="5588000" y="6335309"/>
            <a:ext cx="1016000"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PAGE  </a:t>
            </a:r>
            <a:fld id="{93005692-73BE-493E-93AB-ECD6027A7652}" type="slidenum">
              <a:rPr lang="en-US" smtClean="0"/>
              <a:pPr/>
              <a:t>‹#›</a:t>
            </a:fld>
            <a:endParaRPr lang="en-US"/>
          </a:p>
        </p:txBody>
      </p:sp>
      <p:grpSp>
        <p:nvGrpSpPr>
          <p:cNvPr id="15" name="Group 14"/>
          <p:cNvGrpSpPr/>
          <p:nvPr userDrawn="1"/>
        </p:nvGrpSpPr>
        <p:grpSpPr>
          <a:xfrm>
            <a:off x="0" y="0"/>
            <a:ext cx="12192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3" r:id="rId21"/>
    <p:sldLayoutId id="2147483722" r:id="rId22"/>
    <p:sldLayoutId id="2147483724" r:id="rId23"/>
    <p:sldLayoutId id="2147483725" r:id="rId24"/>
    <p:sldLayoutId id="2147483726" r:id="rId25"/>
    <p:sldLayoutId id="2147483727"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85000"/>
        </a:lnSpc>
        <a:spcBef>
          <a:spcPct val="0"/>
        </a:spcBef>
        <a:buNone/>
        <a:defRPr sz="4000" b="1" kern="1200" spc="50" baseline="0">
          <a:solidFill>
            <a:schemeClr val="tx1"/>
          </a:solidFill>
          <a:latin typeface="+mj-lt"/>
          <a:ea typeface="+mj-ea"/>
          <a:cs typeface="+mj-cs"/>
        </a:defRPr>
      </a:lvl1pPr>
    </p:titleStyle>
    <p:body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eber@uwaterloo.c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aroussy4@uwo.ca"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4.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5.xml"/><Relationship Id="rId5" Type="http://schemas.openxmlformats.org/officeDocument/2006/relationships/image" Target="../media/image36.jpeg"/><Relationship Id="rId4" Type="http://schemas.openxmlformats.org/officeDocument/2006/relationships/image" Target="../media/image35.jpeg"/></Relationships>
</file>

<file path=ppt/slides/_rels/slide15.xml.rels><?xml version="1.0" encoding="UTF-8" standalone="yes"?>
<Relationships xmlns="http://schemas.openxmlformats.org/package/2006/relationships"><Relationship Id="rId3" Type="http://schemas.openxmlformats.org/officeDocument/2006/relationships/hyperlink" Target="https://www.nia.nih.gov/research/dbsr/access-restricted-data" TargetMode="External"/><Relationship Id="rId2" Type="http://schemas.openxmlformats.org/officeDocument/2006/relationships/hyperlink" Target="https://doi.org/10.1139/facets-2023-0102" TargetMode="External"/><Relationship Id="rId1" Type="http://schemas.openxmlformats.org/officeDocument/2006/relationships/slideLayout" Target="../slideLayouts/slideLayout5.xml"/><Relationship Id="rId4" Type="http://schemas.openxmlformats.org/officeDocument/2006/relationships/hyperlink" Target="https://researchdata.se/en/manage-data/describe-share-and-preserve-data/open-possible-restricted-necessary" TargetMode="Externa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38/nature02999" TargetMode="External"/><Relationship Id="rId2" Type="http://schemas.openxmlformats.org/officeDocument/2006/relationships/image" Target="../media/image45.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hyperlink" Target="https://doi.org/10.7554/eLife.19568"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www.cbc.ca/news/science/netherlands-repatriation-indonesia-1.7644998" TargetMode="External"/><Relationship Id="rId2" Type="http://schemas.openxmlformats.org/officeDocument/2006/relationships/image" Target="../media/image48.png"/><Relationship Id="rId1" Type="http://schemas.openxmlformats.org/officeDocument/2006/relationships/slideLayout" Target="../slideLayouts/slideLayout5.xml"/><Relationship Id="rId5" Type="http://schemas.openxmlformats.org/officeDocument/2006/relationships/hyperlink" Target="https://www.nytimes.com/2022/11/09/arts/design/naturalis-museum-java-man-indonesia.html" TargetMode="Externa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hyperlink" Target="https://n2t.net/ark:/87602/m4/M56923" TargetMode="Externa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ecampusontario.pressbooks.pub/canadardm/chapter/fair/#term_102_431"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doi.org/10.1038/533452a" TargetMode="External"/><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jpe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25.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jpeg"/><Relationship Id="rId9" Type="http://schemas.openxmlformats.org/officeDocument/2006/relationships/image" Target="../media/image61.jpeg"/><Relationship Id="rId14"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svg"/><Relationship Id="rId3" Type="http://schemas.openxmlformats.org/officeDocument/2006/relationships/image" Target="../media/image71.svg"/><Relationship Id="rId7" Type="http://schemas.openxmlformats.org/officeDocument/2006/relationships/image" Target="../media/image75.svg"/><Relationship Id="rId12" Type="http://schemas.openxmlformats.org/officeDocument/2006/relationships/image" Target="../media/image80.png"/><Relationship Id="rId2" Type="http://schemas.openxmlformats.org/officeDocument/2006/relationships/image" Target="../media/image70.png"/><Relationship Id="rId1" Type="http://schemas.openxmlformats.org/officeDocument/2006/relationships/slideLayout" Target="../slideLayouts/slideLayout26.xml"/><Relationship Id="rId6" Type="http://schemas.openxmlformats.org/officeDocument/2006/relationships/image" Target="../media/image74.png"/><Relationship Id="rId11" Type="http://schemas.openxmlformats.org/officeDocument/2006/relationships/image" Target="../media/image79.svg"/><Relationship Id="rId5" Type="http://schemas.openxmlformats.org/officeDocument/2006/relationships/image" Target="../media/image73.sv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svg"/></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7.xml.rels><?xml version="1.0" encoding="UTF-8" standalone="yes"?>
<Relationships xmlns="http://schemas.openxmlformats.org/package/2006/relationships"><Relationship Id="rId3" Type="http://schemas.openxmlformats.org/officeDocument/2006/relationships/image" Target="../media/image83.svg"/><Relationship Id="rId7" Type="http://schemas.openxmlformats.org/officeDocument/2006/relationships/image" Target="../media/image87.svg"/><Relationship Id="rId2" Type="http://schemas.openxmlformats.org/officeDocument/2006/relationships/image" Target="../media/image82.png"/><Relationship Id="rId1" Type="http://schemas.openxmlformats.org/officeDocument/2006/relationships/slideLayout" Target="../slideLayouts/slideLayout5.xml"/><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png"/></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xml"/><Relationship Id="rId5" Type="http://schemas.openxmlformats.org/officeDocument/2006/relationships/image" Target="../media/image88.png"/><Relationship Id="rId4" Type="http://schemas.openxmlformats.org/officeDocument/2006/relationships/hyperlink" Target="https://creativecommons.org/about/cclicense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2740" y="445097"/>
            <a:ext cx="9569446" cy="1778535"/>
          </a:xfrm>
        </p:spPr>
        <p:txBody>
          <a:bodyPr>
            <a:normAutofit/>
          </a:bodyPr>
          <a:lstStyle/>
          <a:p>
            <a:r>
              <a:rPr lang="en-US"/>
              <a:t>Restricted but not forgotten: Rethinking restricted data</a:t>
            </a:r>
          </a:p>
        </p:txBody>
      </p:sp>
      <p:sp>
        <p:nvSpPr>
          <p:cNvPr id="3" name="Subtitle 2"/>
          <p:cNvSpPr>
            <a:spLocks noGrp="1"/>
          </p:cNvSpPr>
          <p:nvPr>
            <p:ph type="subTitle" idx="1"/>
          </p:nvPr>
        </p:nvSpPr>
        <p:spPr>
          <a:xfrm>
            <a:off x="452740" y="4127029"/>
            <a:ext cx="5486243" cy="1537999"/>
          </a:xfrm>
        </p:spPr>
        <p:txBody>
          <a:bodyPr>
            <a:normAutofit lnSpcReduction="10000"/>
          </a:bodyPr>
          <a:lstStyle/>
          <a:p>
            <a:pPr>
              <a:spcBef>
                <a:spcPts val="0"/>
              </a:spcBef>
              <a:spcAft>
                <a:spcPts val="0"/>
              </a:spcAft>
            </a:pPr>
            <a:r>
              <a:rPr lang="en-US" b="1">
                <a:solidFill>
                  <a:schemeClr val="tx1"/>
                </a:solidFill>
                <a:ea typeface="Verdana"/>
              </a:rPr>
              <a:t>Anneliese Eber, MSc, MLIS</a:t>
            </a:r>
            <a:br>
              <a:rPr lang="en-US">
                <a:ea typeface="Verdana" panose="020B0604030504040204" pitchFamily="34" charset="0"/>
              </a:rPr>
            </a:br>
            <a:r>
              <a:rPr lang="en-US">
                <a:solidFill>
                  <a:schemeClr val="tx1"/>
                </a:solidFill>
                <a:ea typeface="Verdana"/>
              </a:rPr>
              <a:t>Research Data Management Librarian</a:t>
            </a:r>
          </a:p>
          <a:p>
            <a:pPr>
              <a:spcBef>
                <a:spcPts val="0"/>
              </a:spcBef>
              <a:spcAft>
                <a:spcPts val="0"/>
              </a:spcAft>
            </a:pPr>
            <a:r>
              <a:rPr lang="en-US">
                <a:solidFill>
                  <a:schemeClr val="tx1"/>
                </a:solidFill>
                <a:ea typeface="Verdana"/>
                <a:hlinkClick r:id="rId3">
                  <a:extLst>
                    <a:ext uri="{A12FA001-AC4F-418D-AE19-62706E023703}">
                      <ahyp:hlinkClr xmlns:ahyp="http://schemas.microsoft.com/office/drawing/2018/hyperlinkcolor" val="tx"/>
                    </a:ext>
                  </a:extLst>
                </a:hlinkClick>
              </a:rPr>
              <a:t>aeber@uwaterloo.ca</a:t>
            </a:r>
            <a:r>
              <a:rPr lang="en-US">
                <a:solidFill>
                  <a:schemeClr val="tx1"/>
                </a:solidFill>
                <a:ea typeface="Verdana"/>
              </a:rPr>
              <a:t> </a:t>
            </a:r>
          </a:p>
          <a:p>
            <a:pPr>
              <a:spcBef>
                <a:spcPts val="0"/>
              </a:spcBef>
              <a:spcAft>
                <a:spcPts val="0"/>
              </a:spcAft>
            </a:pPr>
            <a:endParaRPr lang="en-US">
              <a:solidFill>
                <a:schemeClr val="tx1"/>
              </a:solidFill>
              <a:ea typeface="Verdana" panose="020B0604030504040204" pitchFamily="34" charset="0"/>
            </a:endParaRPr>
          </a:p>
          <a:p>
            <a:pPr>
              <a:spcBef>
                <a:spcPts val="0"/>
              </a:spcBef>
              <a:spcAft>
                <a:spcPts val="0"/>
              </a:spcAft>
            </a:pPr>
            <a:r>
              <a:rPr lang="en-US" b="1">
                <a:solidFill>
                  <a:schemeClr val="tx1"/>
                </a:solidFill>
                <a:ea typeface="Verdana"/>
              </a:rPr>
              <a:t>Alyssa Roussy</a:t>
            </a:r>
          </a:p>
          <a:p>
            <a:pPr>
              <a:spcBef>
                <a:spcPts val="0"/>
              </a:spcBef>
              <a:spcAft>
                <a:spcPts val="0"/>
              </a:spcAft>
            </a:pPr>
            <a:r>
              <a:rPr lang="en-US">
                <a:solidFill>
                  <a:schemeClr val="tx1"/>
                </a:solidFill>
                <a:ea typeface="Verdana"/>
              </a:rPr>
              <a:t>MLIS Co-op Student, Research Data Management </a:t>
            </a:r>
          </a:p>
          <a:p>
            <a:pPr>
              <a:spcBef>
                <a:spcPts val="0"/>
              </a:spcBef>
              <a:spcAft>
                <a:spcPts val="0"/>
              </a:spcAft>
            </a:pPr>
            <a:r>
              <a:rPr lang="en-US">
                <a:solidFill>
                  <a:schemeClr val="tx1"/>
                </a:solidFill>
                <a:ea typeface="Verdana"/>
                <a:hlinkClick r:id="rId4"/>
              </a:rPr>
              <a:t>aroussy4@uwo.ca</a:t>
            </a:r>
            <a:r>
              <a:rPr lang="en-US">
                <a:solidFill>
                  <a:schemeClr val="tx1"/>
                </a:solidFill>
                <a:ea typeface="Verdana"/>
              </a:rPr>
              <a:t> </a:t>
            </a:r>
          </a:p>
        </p:txBody>
      </p:sp>
      <p:sp>
        <p:nvSpPr>
          <p:cNvPr id="10" name="Date Placeholder 9"/>
          <p:cNvSpPr>
            <a:spLocks noGrp="1"/>
          </p:cNvSpPr>
          <p:nvPr>
            <p:ph type="dt" sz="half" idx="10"/>
          </p:nvPr>
        </p:nvSpPr>
        <p:spPr>
          <a:xfrm>
            <a:off x="6699632" y="4274161"/>
            <a:ext cx="4345598" cy="1243733"/>
          </a:xfrm>
          <a:noFill/>
        </p:spPr>
        <p:txBody>
          <a:bodyPr/>
          <a:lstStyle/>
          <a:p>
            <a:r>
              <a:rPr lang="en-GB" sz="1500" b="1">
                <a:latin typeface="+mn-lt"/>
              </a:rPr>
              <a:t>Opening Doors To Data </a:t>
            </a:r>
          </a:p>
          <a:p>
            <a:r>
              <a:rPr lang="en-GB" sz="1500">
                <a:latin typeface="+mn-lt"/>
              </a:rPr>
              <a:t>Canadian Research Data Centre Network</a:t>
            </a:r>
          </a:p>
          <a:p>
            <a:r>
              <a:rPr lang="en-GB" sz="1500">
                <a:latin typeface="+mn-lt"/>
              </a:rPr>
              <a:t>Connection 2025</a:t>
            </a:r>
          </a:p>
          <a:p>
            <a:r>
              <a:rPr lang="en-US" sz="1500">
                <a:latin typeface="+mn-lt"/>
              </a:rPr>
              <a:t>Toronto</a:t>
            </a:r>
          </a:p>
        </p:txBody>
      </p:sp>
      <p:sp>
        <p:nvSpPr>
          <p:cNvPr id="11" name="Date Placeholder 9">
            <a:extLst>
              <a:ext uri="{FF2B5EF4-FFF2-40B4-BE49-F238E27FC236}">
                <a16:creationId xmlns:a16="http://schemas.microsoft.com/office/drawing/2014/main" id="{778EEA25-C650-30A1-2D7D-793BC6E793F8}"/>
              </a:ext>
            </a:extLst>
          </p:cNvPr>
          <p:cNvSpPr txBox="1">
            <a:spLocks/>
          </p:cNvSpPr>
          <p:nvPr/>
        </p:nvSpPr>
        <p:spPr>
          <a:xfrm>
            <a:off x="452740" y="2407638"/>
            <a:ext cx="1703494" cy="323333"/>
          </a:xfrm>
          <a:prstGeom prst="rect">
            <a:avLst/>
          </a:prstGeom>
          <a:solidFill>
            <a:schemeClr val="accent1"/>
          </a:solidFill>
        </p:spPr>
        <p:txBody>
          <a:bodyPr vert="horz" lIns="91440" tIns="45720" rIns="91440" bIns="45720" rtlCol="0" anchor="ctr"/>
          <a:lstStyle>
            <a:defPPr>
              <a:defRPr lang="en-US"/>
            </a:defPPr>
            <a:lvl1pPr marL="0" algn="ctr" defTabSz="914400" rtl="0" eaLnBrk="1" latinLnBrk="0" hangingPunct="1">
              <a:defRPr sz="11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latin typeface="+mn-lt"/>
              </a:rPr>
              <a:t>October 28</a:t>
            </a:r>
            <a:r>
              <a:rPr lang="en-US" sz="1400" baseline="30000">
                <a:latin typeface="+mn-lt"/>
              </a:rPr>
              <a:t>th</a:t>
            </a:r>
            <a:r>
              <a:rPr lang="en-US" sz="1400">
                <a:latin typeface="+mn-lt"/>
              </a:rPr>
              <a:t>,</a:t>
            </a:r>
            <a:r>
              <a:rPr lang="en-US" sz="1400" baseline="30000">
                <a:latin typeface="+mn-lt"/>
              </a:rPr>
              <a:t> </a:t>
            </a:r>
            <a:r>
              <a:rPr lang="en-US" sz="1400">
                <a:latin typeface="+mn-lt"/>
              </a:rPr>
              <a:t>2025</a:t>
            </a:r>
          </a:p>
        </p:txBody>
      </p:sp>
      <p:cxnSp>
        <p:nvCxnSpPr>
          <p:cNvPr id="13" name="Straight Connector 12">
            <a:extLst>
              <a:ext uri="{FF2B5EF4-FFF2-40B4-BE49-F238E27FC236}">
                <a16:creationId xmlns:a16="http://schemas.microsoft.com/office/drawing/2014/main" id="{8FFA01E2-DC6F-FE91-823F-F063927400B6}"/>
              </a:ext>
            </a:extLst>
          </p:cNvPr>
          <p:cNvCxnSpPr/>
          <p:nvPr/>
        </p:nvCxnSpPr>
        <p:spPr>
          <a:xfrm>
            <a:off x="6096000" y="4089725"/>
            <a:ext cx="0" cy="15753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48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a:xfrm>
            <a:off x="1395503" y="1535113"/>
            <a:ext cx="5837504" cy="4595117"/>
          </a:xfrm>
        </p:spPr>
        <p:txBody>
          <a:bodyPr>
            <a:normAutofit/>
          </a:bodyPr>
          <a:lstStyle/>
          <a:p>
            <a:pPr marL="0" indent="0">
              <a:buNone/>
            </a:pPr>
            <a:r>
              <a:rPr lang="en-US">
                <a:latin typeface="Verdana" panose="020B0604030504040204" charset="0"/>
                <a:ea typeface="Verdana" panose="020B0604030504040204" charset="0"/>
              </a:rPr>
              <a:t>Research Data Management Librarian</a:t>
            </a:r>
          </a:p>
          <a:p>
            <a:pPr marL="0" indent="0">
              <a:buNone/>
            </a:pPr>
            <a:endParaRPr lang="en-US">
              <a:latin typeface="Verdana" panose="020B0604030504040204" charset="0"/>
              <a:ea typeface="Verdana" panose="020B0604030504040204" charset="0"/>
            </a:endParaRPr>
          </a:p>
          <a:p>
            <a:pPr marL="0" indent="0">
              <a:buNone/>
            </a:pPr>
            <a:r>
              <a:rPr lang="en-US">
                <a:latin typeface="Verdana" panose="020B0604030504040204" charset="0"/>
                <a:ea typeface="Verdana" panose="020B0604030504040204" charset="0"/>
              </a:rPr>
              <a:t>Background in anthropology &amp; archaeology</a:t>
            </a:r>
          </a:p>
          <a:p>
            <a:pPr marL="0" indent="0">
              <a:buNone/>
            </a:pPr>
            <a:endParaRPr lang="en-US">
              <a:latin typeface="Verdana" panose="020B0604030504040204" charset="0"/>
              <a:ea typeface="Verdana" panose="020B0604030504040204" charset="0"/>
            </a:endParaRPr>
          </a:p>
          <a:p>
            <a:pPr marL="0" indent="0">
              <a:buNone/>
            </a:pPr>
            <a:r>
              <a:rPr lang="en-US">
                <a:latin typeface="Verdana" panose="020B0604030504040204" charset="0"/>
                <a:ea typeface="Verdana" panose="020B0604030504040204" charset="0"/>
              </a:rPr>
              <a:t>Research interests in addressing challenges &amp; barriers to managing data in biological anthropology</a:t>
            </a:r>
          </a:p>
          <a:p>
            <a:pPr lvl="1"/>
            <a:endParaRPr lang="en-US">
              <a:latin typeface="Verdana" panose="020B0604030504040204" charset="0"/>
              <a:ea typeface="Verdana" panose="020B0604030504040204" charset="0"/>
            </a:endParaRPr>
          </a:p>
        </p:txBody>
      </p:sp>
      <p:sp>
        <p:nvSpPr>
          <p:cNvPr id="6" name="Footer Placeholder 5"/>
          <p:cNvSpPr>
            <a:spLocks noGrp="1"/>
          </p:cNvSpPr>
          <p:nvPr>
            <p:ph type="ftr" sz="quarter" idx="11"/>
          </p:nvPr>
        </p:nvSpPr>
        <p:spPr/>
        <p:txBody>
          <a:bodyPr/>
          <a:lstStyle/>
          <a:p>
            <a:r>
              <a:rPr lang="en-US"/>
              <a:t>RETHINKING RESTRICTED DATA</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2</a:t>
            </a:fld>
            <a:endParaRPr lang="en-US"/>
          </a:p>
        </p:txBody>
      </p:sp>
      <p:pic>
        <p:nvPicPr>
          <p:cNvPr id="5" name="Picture 4" descr="A person wearing glasses and smiling&#10;&#10;Description automatically generated">
            <a:extLst>
              <a:ext uri="{FF2B5EF4-FFF2-40B4-BE49-F238E27FC236}">
                <a16:creationId xmlns:a16="http://schemas.microsoft.com/office/drawing/2014/main" id="{31B6330F-2304-BA86-7C24-D01B0D10305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842749" y="1902493"/>
            <a:ext cx="3348715" cy="3639826"/>
          </a:xfrm>
          <a:prstGeom prst="rect">
            <a:avLst/>
          </a:prstGeom>
        </p:spPr>
      </p:pic>
      <p:pic>
        <p:nvPicPr>
          <p:cNvPr id="8" name="Graphic 7" descr="Skeleton outline">
            <a:extLst>
              <a:ext uri="{FF2B5EF4-FFF2-40B4-BE49-F238E27FC236}">
                <a16:creationId xmlns:a16="http://schemas.microsoft.com/office/drawing/2014/main" id="{D80E5F93-ED24-CFD6-4985-C0F910E5CD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03" y="4627919"/>
            <a:ext cx="914400" cy="914400"/>
          </a:xfrm>
          <a:prstGeom prst="rect">
            <a:avLst/>
          </a:prstGeom>
        </p:spPr>
      </p:pic>
      <p:pic>
        <p:nvPicPr>
          <p:cNvPr id="12" name="Graphic 11" descr="Bar chart outline">
            <a:extLst>
              <a:ext uri="{FF2B5EF4-FFF2-40B4-BE49-F238E27FC236}">
                <a16:creationId xmlns:a16="http://schemas.microsoft.com/office/drawing/2014/main" id="{C5E04B1F-93AB-A698-5025-0C5C55B6F1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4925" y="1513071"/>
            <a:ext cx="914400" cy="914400"/>
          </a:xfrm>
          <a:prstGeom prst="rect">
            <a:avLst/>
          </a:prstGeom>
        </p:spPr>
      </p:pic>
      <p:pic>
        <p:nvPicPr>
          <p:cNvPr id="14" name="Graphic 13" descr="Rat outline">
            <a:extLst>
              <a:ext uri="{FF2B5EF4-FFF2-40B4-BE49-F238E27FC236}">
                <a16:creationId xmlns:a16="http://schemas.microsoft.com/office/drawing/2014/main" id="{C9370A12-B0DB-0CA1-82F2-B1F85CB501D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4925" y="2920530"/>
            <a:ext cx="914400" cy="914400"/>
          </a:xfrm>
          <a:prstGeom prst="rect">
            <a:avLst/>
          </a:prstGeom>
        </p:spPr>
      </p:pic>
    </p:spTree>
    <p:extLst>
      <p:ext uri="{BB962C8B-B14F-4D97-AF65-F5344CB8AC3E}">
        <p14:creationId xmlns:p14="http://schemas.microsoft.com/office/powerpoint/2010/main" val="443207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A6D8-3B46-B00A-1C96-D5B165ECECCE}"/>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67BC5D35-93A9-2F95-D04D-FE250FD9639C}"/>
              </a:ext>
            </a:extLst>
          </p:cNvPr>
          <p:cNvSpPr>
            <a:spLocks noGrp="1"/>
          </p:cNvSpPr>
          <p:nvPr>
            <p:ph idx="1"/>
          </p:nvPr>
        </p:nvSpPr>
        <p:spPr>
          <a:xfrm>
            <a:off x="259883" y="1413163"/>
            <a:ext cx="5328118" cy="4595117"/>
          </a:xfrm>
        </p:spPr>
        <p:txBody>
          <a:bodyPr>
            <a:normAutofit/>
          </a:bodyPr>
          <a:lstStyle/>
          <a:p>
            <a:r>
              <a:rPr lang="en-US">
                <a:ea typeface="Verdana" panose="020B0604030504040204" charset="0"/>
              </a:rPr>
              <a:t>What’s the point?</a:t>
            </a:r>
          </a:p>
          <a:p>
            <a:r>
              <a:rPr lang="en-US">
                <a:ea typeface="Verdana" panose="020B0604030504040204" charset="0"/>
              </a:rPr>
              <a:t>Rethinking restricted data</a:t>
            </a:r>
          </a:p>
          <a:p>
            <a:pPr lvl="1"/>
            <a:r>
              <a:rPr lang="en-US" sz="2200">
                <a:ea typeface="Verdana" panose="020B0604030504040204" charset="0"/>
              </a:rPr>
              <a:t>What is it? </a:t>
            </a:r>
          </a:p>
          <a:p>
            <a:pPr lvl="1"/>
            <a:r>
              <a:rPr lang="en-US" sz="2200">
                <a:ea typeface="Verdana" panose="020B0604030504040204" charset="0"/>
              </a:rPr>
              <a:t>How does it become restricted? </a:t>
            </a:r>
          </a:p>
          <a:p>
            <a:pPr lvl="1"/>
            <a:r>
              <a:rPr lang="en-US" sz="2200">
                <a:ea typeface="Verdana" panose="020B0604030504040204" charset="0"/>
              </a:rPr>
              <a:t>Case study</a:t>
            </a:r>
          </a:p>
          <a:p>
            <a:r>
              <a:rPr lang="en-US" sz="2600">
                <a:ea typeface="Verdana" panose="020B0604030504040204" charset="0"/>
              </a:rPr>
              <a:t>Working with restricted data</a:t>
            </a:r>
          </a:p>
          <a:p>
            <a:r>
              <a:rPr lang="en-US" sz="2600">
                <a:ea typeface="Verdana" panose="020B0604030504040204" charset="0"/>
              </a:rPr>
              <a:t>Where do we go from here: Changing the narrative</a:t>
            </a:r>
          </a:p>
        </p:txBody>
      </p:sp>
      <p:sp>
        <p:nvSpPr>
          <p:cNvPr id="4" name="Footer Placeholder 3">
            <a:extLst>
              <a:ext uri="{FF2B5EF4-FFF2-40B4-BE49-F238E27FC236}">
                <a16:creationId xmlns:a16="http://schemas.microsoft.com/office/drawing/2014/main" id="{23483142-6EBC-8D3B-7852-39EF7BC0BE58}"/>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4C8EEF44-9557-4681-45BC-8225F645A550}"/>
              </a:ext>
            </a:extLst>
          </p:cNvPr>
          <p:cNvSpPr>
            <a:spLocks noGrp="1"/>
          </p:cNvSpPr>
          <p:nvPr>
            <p:ph type="sldNum" sz="quarter" idx="12"/>
          </p:nvPr>
        </p:nvSpPr>
        <p:spPr/>
        <p:txBody>
          <a:bodyPr/>
          <a:lstStyle/>
          <a:p>
            <a:r>
              <a:rPr lang="en-US"/>
              <a:t>PAGE  </a:t>
            </a:r>
            <a:fld id="{93005692-73BE-493E-93AB-ECD6027A7652}" type="slidenum">
              <a:rPr lang="en-US" smtClean="0"/>
              <a:pPr/>
              <a:t>3</a:t>
            </a:fld>
            <a:endParaRPr lang="en-US"/>
          </a:p>
        </p:txBody>
      </p:sp>
      <p:grpSp>
        <p:nvGrpSpPr>
          <p:cNvPr id="6" name="Group 5">
            <a:extLst>
              <a:ext uri="{FF2B5EF4-FFF2-40B4-BE49-F238E27FC236}">
                <a16:creationId xmlns:a16="http://schemas.microsoft.com/office/drawing/2014/main" id="{6B997216-6C86-C5D8-A29C-194B4BCF2B24}"/>
              </a:ext>
            </a:extLst>
          </p:cNvPr>
          <p:cNvGrpSpPr/>
          <p:nvPr/>
        </p:nvGrpSpPr>
        <p:grpSpPr>
          <a:xfrm>
            <a:off x="6495144" y="757635"/>
            <a:ext cx="4917830" cy="5342729"/>
            <a:chOff x="6495144" y="757635"/>
            <a:chExt cx="4917830" cy="5342729"/>
          </a:xfrm>
        </p:grpSpPr>
        <p:pic>
          <p:nvPicPr>
            <p:cNvPr id="7" name="Picture 6" descr="A group of black spots&#10;&#10;AI-generated content may be incorrect.">
              <a:extLst>
                <a:ext uri="{FF2B5EF4-FFF2-40B4-BE49-F238E27FC236}">
                  <a16:creationId xmlns:a16="http://schemas.microsoft.com/office/drawing/2014/main" id="{AE25D46E-20DF-B69A-E033-8E3EFFCB5D4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953312" y="757635"/>
              <a:ext cx="2459662" cy="5342729"/>
            </a:xfrm>
            <a:prstGeom prst="rect">
              <a:avLst/>
            </a:prstGeom>
          </p:spPr>
        </p:pic>
        <p:pic>
          <p:nvPicPr>
            <p:cNvPr id="9" name="Picture 8" descr="A black dots on a white background&#10;&#10;AI-generated content may be incorrect.">
              <a:extLst>
                <a:ext uri="{FF2B5EF4-FFF2-40B4-BE49-F238E27FC236}">
                  <a16:creationId xmlns:a16="http://schemas.microsoft.com/office/drawing/2014/main" id="{4032335F-739B-29B3-AB83-C14872D09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5144" y="760268"/>
              <a:ext cx="2218683" cy="5340096"/>
            </a:xfrm>
            <a:prstGeom prst="rect">
              <a:avLst/>
            </a:prstGeom>
          </p:spPr>
        </p:pic>
      </p:grpSp>
    </p:spTree>
    <p:extLst>
      <p:ext uri="{BB962C8B-B14F-4D97-AF65-F5344CB8AC3E}">
        <p14:creationId xmlns:p14="http://schemas.microsoft.com/office/powerpoint/2010/main" val="1967769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34AD6B-8A6B-72F3-980D-6B7A6E789C10}"/>
              </a:ext>
            </a:extLst>
          </p:cNvPr>
          <p:cNvSpPr>
            <a:spLocks noGrp="1"/>
          </p:cNvSpPr>
          <p:nvPr>
            <p:ph type="title"/>
          </p:nvPr>
        </p:nvSpPr>
        <p:spPr/>
        <p:txBody>
          <a:bodyPr/>
          <a:lstStyle/>
          <a:p>
            <a:r>
              <a:rPr lang="en-US"/>
              <a:t>What’s the point?</a:t>
            </a:r>
          </a:p>
        </p:txBody>
      </p:sp>
      <p:sp>
        <p:nvSpPr>
          <p:cNvPr id="4" name="Footer Placeholder 3">
            <a:extLst>
              <a:ext uri="{FF2B5EF4-FFF2-40B4-BE49-F238E27FC236}">
                <a16:creationId xmlns:a16="http://schemas.microsoft.com/office/drawing/2014/main" id="{D5DC337D-8F07-B019-486F-3E9368E68D6C}"/>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D7D9BE9F-7EF4-EE8D-7BB3-DE9EA4CD4271}"/>
              </a:ext>
            </a:extLst>
          </p:cNvPr>
          <p:cNvSpPr>
            <a:spLocks noGrp="1"/>
          </p:cNvSpPr>
          <p:nvPr>
            <p:ph type="sldNum" sz="quarter" idx="12"/>
          </p:nvPr>
        </p:nvSpPr>
        <p:spPr/>
        <p:txBody>
          <a:bodyPr/>
          <a:lstStyle/>
          <a:p>
            <a:r>
              <a:rPr lang="en-US"/>
              <a:t>PAGE  </a:t>
            </a:r>
            <a:fld id="{93005692-73BE-493E-93AB-ECD6027A7652}" type="slidenum">
              <a:rPr lang="en-US" smtClean="0"/>
              <a:pPr/>
              <a:t>4</a:t>
            </a:fld>
            <a:endParaRPr lang="en-US"/>
          </a:p>
        </p:txBody>
      </p:sp>
    </p:spTree>
    <p:extLst>
      <p:ext uri="{BB962C8B-B14F-4D97-AF65-F5344CB8AC3E}">
        <p14:creationId xmlns:p14="http://schemas.microsoft.com/office/powerpoint/2010/main" val="165920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CFE7F-F2C9-5768-DFD8-7E4FD1344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D894A-D648-9184-F1AE-E950D2A63C41}"/>
              </a:ext>
            </a:extLst>
          </p:cNvPr>
          <p:cNvSpPr>
            <a:spLocks noGrp="1"/>
          </p:cNvSpPr>
          <p:nvPr>
            <p:ph type="title"/>
          </p:nvPr>
        </p:nvSpPr>
        <p:spPr/>
        <p:txBody>
          <a:bodyPr/>
          <a:lstStyle/>
          <a:p>
            <a:r>
              <a:rPr lang="en-US"/>
              <a:t>What’s the point? Why do we share data?</a:t>
            </a:r>
          </a:p>
        </p:txBody>
      </p:sp>
      <p:sp>
        <p:nvSpPr>
          <p:cNvPr id="4" name="Footer Placeholder 3">
            <a:extLst>
              <a:ext uri="{FF2B5EF4-FFF2-40B4-BE49-F238E27FC236}">
                <a16:creationId xmlns:a16="http://schemas.microsoft.com/office/drawing/2014/main" id="{30CE5FF7-1ADE-1951-0804-B132EEA3B76A}"/>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DB58C15D-5167-9DBD-9890-02F14E1968C9}"/>
              </a:ext>
            </a:extLst>
          </p:cNvPr>
          <p:cNvSpPr>
            <a:spLocks noGrp="1"/>
          </p:cNvSpPr>
          <p:nvPr>
            <p:ph type="sldNum" sz="quarter" idx="12"/>
          </p:nvPr>
        </p:nvSpPr>
        <p:spPr/>
        <p:txBody>
          <a:bodyPr/>
          <a:lstStyle/>
          <a:p>
            <a:r>
              <a:rPr lang="en-US"/>
              <a:t>PAGE  </a:t>
            </a:r>
            <a:fld id="{93005692-73BE-493E-93AB-ECD6027A7652}" type="slidenum">
              <a:rPr lang="en-US" smtClean="0"/>
              <a:pPr/>
              <a:t>5</a:t>
            </a:fld>
            <a:endParaRPr lang="en-US"/>
          </a:p>
        </p:txBody>
      </p:sp>
      <p:graphicFrame>
        <p:nvGraphicFramePr>
          <p:cNvPr id="8" name="Content Placeholder 7">
            <a:extLst>
              <a:ext uri="{FF2B5EF4-FFF2-40B4-BE49-F238E27FC236}">
                <a16:creationId xmlns:a16="http://schemas.microsoft.com/office/drawing/2014/main" id="{7F9B324F-9F8B-D46C-B0B5-B3C857F1D8F9}"/>
              </a:ext>
            </a:extLst>
          </p:cNvPr>
          <p:cNvGraphicFramePr>
            <a:graphicFrameLocks noGrp="1"/>
          </p:cNvGraphicFramePr>
          <p:nvPr>
            <p:ph idx="1"/>
            <p:extLst>
              <p:ext uri="{D42A27DB-BD31-4B8C-83A1-F6EECF244321}">
                <p14:modId xmlns:p14="http://schemas.microsoft.com/office/powerpoint/2010/main" val="3238827940"/>
              </p:ext>
            </p:extLst>
          </p:nvPr>
        </p:nvGraphicFramePr>
        <p:xfrm>
          <a:off x="260350" y="1412875"/>
          <a:ext cx="11569700" cy="4595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9175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RETHINKING RESTRICTED DATA</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6</a:t>
            </a:fld>
            <a:endParaRPr lang="en-US"/>
          </a:p>
        </p:txBody>
      </p:sp>
      <p:pic>
        <p:nvPicPr>
          <p:cNvPr id="9" name="Picture 8">
            <a:extLst>
              <a:ext uri="{FF2B5EF4-FFF2-40B4-BE49-F238E27FC236}">
                <a16:creationId xmlns:a16="http://schemas.microsoft.com/office/drawing/2014/main" id="{F184C04A-72D7-6645-94ED-79DAB481885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796353" y="4003665"/>
            <a:ext cx="5259300" cy="1313088"/>
          </a:xfrm>
          <a:prstGeom prst="rect">
            <a:avLst/>
          </a:prstGeom>
          <a:ln>
            <a:solidFill>
              <a:schemeClr val="tx1"/>
            </a:solidFill>
          </a:ln>
        </p:spPr>
      </p:pic>
      <p:pic>
        <p:nvPicPr>
          <p:cNvPr id="11" name="Picture 10">
            <a:extLst>
              <a:ext uri="{FF2B5EF4-FFF2-40B4-BE49-F238E27FC236}">
                <a16:creationId xmlns:a16="http://schemas.microsoft.com/office/drawing/2014/main" id="{02560B48-AA0D-53A5-3E82-62ED1A6BB447}"/>
              </a:ext>
            </a:extLst>
          </p:cNvPr>
          <p:cNvPicPr>
            <a:picLocks noChangeAspect="1"/>
          </p:cNvPicPr>
          <p:nvPr/>
        </p:nvPicPr>
        <p:blipFill>
          <a:blip r:embed="rId3"/>
          <a:stretch>
            <a:fillRect/>
          </a:stretch>
        </p:blipFill>
        <p:spPr>
          <a:xfrm>
            <a:off x="6377961" y="1386406"/>
            <a:ext cx="5677692" cy="552527"/>
          </a:xfrm>
          <a:prstGeom prst="rect">
            <a:avLst/>
          </a:prstGeom>
          <a:ln>
            <a:solidFill>
              <a:schemeClr val="tx1"/>
            </a:solidFill>
          </a:ln>
        </p:spPr>
      </p:pic>
      <p:pic>
        <p:nvPicPr>
          <p:cNvPr id="12" name="Picture 11">
            <a:extLst>
              <a:ext uri="{FF2B5EF4-FFF2-40B4-BE49-F238E27FC236}">
                <a16:creationId xmlns:a16="http://schemas.microsoft.com/office/drawing/2014/main" id="{C3414234-9C80-32C5-8CD6-C3E25A085369}"/>
              </a:ext>
            </a:extLst>
          </p:cNvPr>
          <p:cNvPicPr>
            <a:picLocks noChangeAspect="1"/>
          </p:cNvPicPr>
          <p:nvPr/>
        </p:nvPicPr>
        <p:blipFill>
          <a:blip r:embed="rId4"/>
          <a:stretch>
            <a:fillRect/>
          </a:stretch>
        </p:blipFill>
        <p:spPr>
          <a:xfrm>
            <a:off x="7879665" y="1784464"/>
            <a:ext cx="4041817" cy="1306553"/>
          </a:xfrm>
          <a:prstGeom prst="rect">
            <a:avLst/>
          </a:prstGeom>
          <a:ln>
            <a:solidFill>
              <a:schemeClr val="tx1"/>
            </a:solidFill>
          </a:ln>
        </p:spPr>
      </p:pic>
      <p:pic>
        <p:nvPicPr>
          <p:cNvPr id="4" name="Picture 3">
            <a:extLst>
              <a:ext uri="{FF2B5EF4-FFF2-40B4-BE49-F238E27FC236}">
                <a16:creationId xmlns:a16="http://schemas.microsoft.com/office/drawing/2014/main" id="{6940316D-3667-92DC-B0BD-B18F46053B92}"/>
              </a:ext>
            </a:extLst>
          </p:cNvPr>
          <p:cNvPicPr>
            <a:picLocks noChangeAspect="1"/>
          </p:cNvPicPr>
          <p:nvPr/>
        </p:nvPicPr>
        <p:blipFill>
          <a:blip r:embed="rId5"/>
          <a:stretch>
            <a:fillRect/>
          </a:stretch>
        </p:blipFill>
        <p:spPr>
          <a:xfrm>
            <a:off x="270518" y="2623575"/>
            <a:ext cx="4128005" cy="1433939"/>
          </a:xfrm>
          <a:prstGeom prst="rect">
            <a:avLst/>
          </a:prstGeom>
          <a:ln>
            <a:solidFill>
              <a:schemeClr val="tx1"/>
            </a:solidFill>
          </a:ln>
        </p:spPr>
      </p:pic>
      <p:pic>
        <p:nvPicPr>
          <p:cNvPr id="18" name="Picture 17">
            <a:extLst>
              <a:ext uri="{FF2B5EF4-FFF2-40B4-BE49-F238E27FC236}">
                <a16:creationId xmlns:a16="http://schemas.microsoft.com/office/drawing/2014/main" id="{B6F81BBE-80B4-C516-77F8-6449687E9902}"/>
              </a:ext>
            </a:extLst>
          </p:cNvPr>
          <p:cNvPicPr>
            <a:picLocks noChangeAspect="1"/>
          </p:cNvPicPr>
          <p:nvPr/>
        </p:nvPicPr>
        <p:blipFill>
          <a:blip r:embed="rId6"/>
          <a:stretch>
            <a:fillRect/>
          </a:stretch>
        </p:blipFill>
        <p:spPr>
          <a:xfrm>
            <a:off x="4312336" y="3054881"/>
            <a:ext cx="6842430" cy="512133"/>
          </a:xfrm>
          <a:prstGeom prst="rect">
            <a:avLst/>
          </a:prstGeom>
          <a:ln>
            <a:solidFill>
              <a:schemeClr val="tx1"/>
            </a:solidFill>
          </a:ln>
        </p:spPr>
      </p:pic>
      <p:pic>
        <p:nvPicPr>
          <p:cNvPr id="13" name="Picture 12">
            <a:extLst>
              <a:ext uri="{FF2B5EF4-FFF2-40B4-BE49-F238E27FC236}">
                <a16:creationId xmlns:a16="http://schemas.microsoft.com/office/drawing/2014/main" id="{B2127FA9-C4B2-F0D7-B76A-FDF157A437F7}"/>
              </a:ext>
            </a:extLst>
          </p:cNvPr>
          <p:cNvPicPr>
            <a:picLocks noChangeAspect="1"/>
          </p:cNvPicPr>
          <p:nvPr/>
        </p:nvPicPr>
        <p:blipFill>
          <a:blip r:embed="rId7"/>
          <a:stretch>
            <a:fillRect/>
          </a:stretch>
        </p:blipFill>
        <p:spPr>
          <a:xfrm>
            <a:off x="444843" y="4057514"/>
            <a:ext cx="4201680" cy="554570"/>
          </a:xfrm>
          <a:prstGeom prst="rect">
            <a:avLst/>
          </a:prstGeom>
          <a:ln>
            <a:solidFill>
              <a:schemeClr val="tx1"/>
            </a:solidFill>
          </a:ln>
        </p:spPr>
      </p:pic>
      <p:pic>
        <p:nvPicPr>
          <p:cNvPr id="22" name="Picture 21">
            <a:extLst>
              <a:ext uri="{FF2B5EF4-FFF2-40B4-BE49-F238E27FC236}">
                <a16:creationId xmlns:a16="http://schemas.microsoft.com/office/drawing/2014/main" id="{E151F354-CF2F-FD51-0F37-B309CF4369C8}"/>
              </a:ext>
            </a:extLst>
          </p:cNvPr>
          <p:cNvPicPr>
            <a:picLocks noChangeAspect="1"/>
          </p:cNvPicPr>
          <p:nvPr/>
        </p:nvPicPr>
        <p:blipFill>
          <a:blip r:embed="rId8"/>
          <a:stretch>
            <a:fillRect/>
          </a:stretch>
        </p:blipFill>
        <p:spPr>
          <a:xfrm>
            <a:off x="90684" y="4598081"/>
            <a:ext cx="3841708" cy="1440641"/>
          </a:xfrm>
          <a:prstGeom prst="rect">
            <a:avLst/>
          </a:prstGeom>
          <a:ln>
            <a:solidFill>
              <a:schemeClr val="tx1"/>
            </a:solidFill>
          </a:ln>
        </p:spPr>
      </p:pic>
      <p:pic>
        <p:nvPicPr>
          <p:cNvPr id="24" name="Picture 23">
            <a:extLst>
              <a:ext uri="{FF2B5EF4-FFF2-40B4-BE49-F238E27FC236}">
                <a16:creationId xmlns:a16="http://schemas.microsoft.com/office/drawing/2014/main" id="{29D458D3-EBA6-FE8B-E9FD-E57180BCC0B8}"/>
              </a:ext>
            </a:extLst>
          </p:cNvPr>
          <p:cNvPicPr>
            <a:picLocks noChangeAspect="1"/>
          </p:cNvPicPr>
          <p:nvPr/>
        </p:nvPicPr>
        <p:blipFill>
          <a:blip r:embed="rId9"/>
          <a:stretch>
            <a:fillRect/>
          </a:stretch>
        </p:blipFill>
        <p:spPr>
          <a:xfrm>
            <a:off x="4280598" y="5578891"/>
            <a:ext cx="3630803" cy="647532"/>
          </a:xfrm>
          <a:prstGeom prst="rect">
            <a:avLst/>
          </a:prstGeom>
          <a:ln>
            <a:solidFill>
              <a:schemeClr val="tx1"/>
            </a:solidFill>
          </a:ln>
        </p:spPr>
      </p:pic>
      <p:pic>
        <p:nvPicPr>
          <p:cNvPr id="10" name="Picture 9">
            <a:extLst>
              <a:ext uri="{FF2B5EF4-FFF2-40B4-BE49-F238E27FC236}">
                <a16:creationId xmlns:a16="http://schemas.microsoft.com/office/drawing/2014/main" id="{D754DEE7-6B3E-F948-5142-5FD0996189E7}"/>
              </a:ext>
            </a:extLst>
          </p:cNvPr>
          <p:cNvPicPr>
            <a:picLocks noChangeAspect="1"/>
          </p:cNvPicPr>
          <p:nvPr/>
        </p:nvPicPr>
        <p:blipFill>
          <a:blip r:embed="rId10"/>
          <a:stretch>
            <a:fillRect/>
          </a:stretch>
        </p:blipFill>
        <p:spPr>
          <a:xfrm>
            <a:off x="8233410" y="5280978"/>
            <a:ext cx="3814021" cy="478512"/>
          </a:xfrm>
          <a:prstGeom prst="rect">
            <a:avLst/>
          </a:prstGeom>
          <a:ln>
            <a:solidFill>
              <a:schemeClr val="tx1"/>
            </a:solidFill>
          </a:ln>
        </p:spPr>
      </p:pic>
      <p:pic>
        <p:nvPicPr>
          <p:cNvPr id="26" name="Picture 25">
            <a:extLst>
              <a:ext uri="{FF2B5EF4-FFF2-40B4-BE49-F238E27FC236}">
                <a16:creationId xmlns:a16="http://schemas.microsoft.com/office/drawing/2014/main" id="{17FF2D2F-EA70-904C-16DE-5E4320C4BF65}"/>
              </a:ext>
            </a:extLst>
          </p:cNvPr>
          <p:cNvPicPr>
            <a:picLocks noChangeAspect="1"/>
          </p:cNvPicPr>
          <p:nvPr/>
        </p:nvPicPr>
        <p:blipFill>
          <a:blip r:embed="rId11"/>
          <a:stretch>
            <a:fillRect/>
          </a:stretch>
        </p:blipFill>
        <p:spPr>
          <a:xfrm>
            <a:off x="305222" y="1427130"/>
            <a:ext cx="5611008" cy="781159"/>
          </a:xfrm>
          <a:prstGeom prst="rect">
            <a:avLst/>
          </a:prstGeom>
          <a:ln>
            <a:solidFill>
              <a:schemeClr val="tx1"/>
            </a:solidFill>
          </a:ln>
        </p:spPr>
      </p:pic>
      <p:pic>
        <p:nvPicPr>
          <p:cNvPr id="20" name="Picture 19">
            <a:extLst>
              <a:ext uri="{FF2B5EF4-FFF2-40B4-BE49-F238E27FC236}">
                <a16:creationId xmlns:a16="http://schemas.microsoft.com/office/drawing/2014/main" id="{70AC0B34-0238-B349-FEFF-D5F3DB1A0DDA}"/>
              </a:ext>
            </a:extLst>
          </p:cNvPr>
          <p:cNvPicPr>
            <a:picLocks noChangeAspect="1"/>
          </p:cNvPicPr>
          <p:nvPr/>
        </p:nvPicPr>
        <p:blipFill>
          <a:blip r:embed="rId12"/>
          <a:stretch>
            <a:fillRect/>
          </a:stretch>
        </p:blipFill>
        <p:spPr>
          <a:xfrm>
            <a:off x="3750058" y="4314405"/>
            <a:ext cx="3170261" cy="987249"/>
          </a:xfrm>
          <a:prstGeom prst="rect">
            <a:avLst/>
          </a:prstGeom>
          <a:ln>
            <a:solidFill>
              <a:schemeClr val="tx1"/>
            </a:solidFill>
          </a:ln>
        </p:spPr>
      </p:pic>
      <p:pic>
        <p:nvPicPr>
          <p:cNvPr id="8" name="Picture 7">
            <a:extLst>
              <a:ext uri="{FF2B5EF4-FFF2-40B4-BE49-F238E27FC236}">
                <a16:creationId xmlns:a16="http://schemas.microsoft.com/office/drawing/2014/main" id="{7797BA86-1261-78D6-7761-AEC3029405E5}"/>
              </a:ext>
            </a:extLst>
          </p:cNvPr>
          <p:cNvPicPr>
            <a:picLocks noChangeAspect="1"/>
          </p:cNvPicPr>
          <p:nvPr/>
        </p:nvPicPr>
        <p:blipFill>
          <a:blip r:embed="rId13"/>
          <a:stretch>
            <a:fillRect/>
          </a:stretch>
        </p:blipFill>
        <p:spPr>
          <a:xfrm>
            <a:off x="6234348" y="3363007"/>
            <a:ext cx="3998123" cy="654811"/>
          </a:xfrm>
          <a:prstGeom prst="rect">
            <a:avLst/>
          </a:prstGeom>
          <a:ln>
            <a:solidFill>
              <a:schemeClr val="tx1"/>
            </a:solidFill>
          </a:ln>
        </p:spPr>
      </p:pic>
      <p:pic>
        <p:nvPicPr>
          <p:cNvPr id="14" name="Picture 13">
            <a:extLst>
              <a:ext uri="{FF2B5EF4-FFF2-40B4-BE49-F238E27FC236}">
                <a16:creationId xmlns:a16="http://schemas.microsoft.com/office/drawing/2014/main" id="{00EFAE61-69F9-664B-FF97-754CC419D057}"/>
              </a:ext>
            </a:extLst>
          </p:cNvPr>
          <p:cNvPicPr>
            <a:picLocks noChangeAspect="1"/>
          </p:cNvPicPr>
          <p:nvPr/>
        </p:nvPicPr>
        <p:blipFill>
          <a:blip r:embed="rId14"/>
          <a:stretch>
            <a:fillRect/>
          </a:stretch>
        </p:blipFill>
        <p:spPr>
          <a:xfrm>
            <a:off x="4280425" y="2080742"/>
            <a:ext cx="3239603" cy="741698"/>
          </a:xfrm>
          <a:prstGeom prst="rect">
            <a:avLst/>
          </a:prstGeom>
          <a:ln>
            <a:solidFill>
              <a:schemeClr val="tx1"/>
            </a:solidFill>
          </a:ln>
        </p:spPr>
      </p:pic>
      <p:sp>
        <p:nvSpPr>
          <p:cNvPr id="5" name="Title 4">
            <a:extLst>
              <a:ext uri="{FF2B5EF4-FFF2-40B4-BE49-F238E27FC236}">
                <a16:creationId xmlns:a16="http://schemas.microsoft.com/office/drawing/2014/main" id="{C948EA47-8D02-4DA8-B274-AE5EBC65A786}"/>
              </a:ext>
            </a:extLst>
          </p:cNvPr>
          <p:cNvSpPr>
            <a:spLocks noGrp="1"/>
          </p:cNvSpPr>
          <p:nvPr>
            <p:ph type="title"/>
          </p:nvPr>
        </p:nvSpPr>
        <p:spPr/>
        <p:txBody>
          <a:bodyPr/>
          <a:lstStyle/>
          <a:p>
            <a:r>
              <a:rPr lang="en-US"/>
              <a:t>When we don’t share data</a:t>
            </a:r>
          </a:p>
        </p:txBody>
      </p:sp>
    </p:spTree>
    <p:extLst>
      <p:ext uri="{BB962C8B-B14F-4D97-AF65-F5344CB8AC3E}">
        <p14:creationId xmlns:p14="http://schemas.microsoft.com/office/powerpoint/2010/main" val="273627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B8F0F-8B60-2690-9020-92CAE62CB120}"/>
              </a:ext>
            </a:extLst>
          </p:cNvPr>
          <p:cNvSpPr>
            <a:spLocks noGrp="1"/>
          </p:cNvSpPr>
          <p:nvPr>
            <p:ph type="title"/>
          </p:nvPr>
        </p:nvSpPr>
        <p:spPr/>
        <p:txBody>
          <a:bodyPr/>
          <a:lstStyle/>
          <a:p>
            <a:r>
              <a:rPr lang="en-US"/>
              <a:t>Big picture problems</a:t>
            </a:r>
          </a:p>
        </p:txBody>
      </p:sp>
      <p:sp>
        <p:nvSpPr>
          <p:cNvPr id="4" name="Footer Placeholder 3">
            <a:extLst>
              <a:ext uri="{FF2B5EF4-FFF2-40B4-BE49-F238E27FC236}">
                <a16:creationId xmlns:a16="http://schemas.microsoft.com/office/drawing/2014/main" id="{2789D66E-4A12-35AF-D209-C7773C160998}"/>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8BDF65CF-C713-60C0-88C8-C2C7F716A992}"/>
              </a:ext>
            </a:extLst>
          </p:cNvPr>
          <p:cNvSpPr>
            <a:spLocks noGrp="1"/>
          </p:cNvSpPr>
          <p:nvPr>
            <p:ph type="sldNum" sz="quarter" idx="12"/>
          </p:nvPr>
        </p:nvSpPr>
        <p:spPr/>
        <p:txBody>
          <a:bodyPr/>
          <a:lstStyle/>
          <a:p>
            <a:r>
              <a:rPr lang="en-US"/>
              <a:t>PAGE  </a:t>
            </a:r>
            <a:fld id="{93005692-73BE-493E-93AB-ECD6027A7652}" type="slidenum">
              <a:rPr lang="en-US" smtClean="0"/>
              <a:pPr/>
              <a:t>7</a:t>
            </a:fld>
            <a:endParaRPr lang="en-US"/>
          </a:p>
        </p:txBody>
      </p:sp>
      <p:sp>
        <p:nvSpPr>
          <p:cNvPr id="6" name="Rectangle: Rounded Corners 5">
            <a:extLst>
              <a:ext uri="{FF2B5EF4-FFF2-40B4-BE49-F238E27FC236}">
                <a16:creationId xmlns:a16="http://schemas.microsoft.com/office/drawing/2014/main" id="{ABE166F7-6D28-B33A-A589-3ACB1DF96EEB}"/>
              </a:ext>
            </a:extLst>
          </p:cNvPr>
          <p:cNvSpPr/>
          <p:nvPr/>
        </p:nvSpPr>
        <p:spPr>
          <a:xfrm>
            <a:off x="1162453" y="1654939"/>
            <a:ext cx="9867094" cy="754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ea typeface="Verdana" panose="020B0604030504040204" pitchFamily="34" charset="0"/>
              </a:rPr>
              <a:t>Leads to questionable credibility</a:t>
            </a:r>
          </a:p>
        </p:txBody>
      </p:sp>
      <p:sp>
        <p:nvSpPr>
          <p:cNvPr id="7" name="Rectangle: Rounded Corners 6">
            <a:extLst>
              <a:ext uri="{FF2B5EF4-FFF2-40B4-BE49-F238E27FC236}">
                <a16:creationId xmlns:a16="http://schemas.microsoft.com/office/drawing/2014/main" id="{3E3B3718-2DF3-B365-2A6D-17D7A03AEDA5}"/>
              </a:ext>
            </a:extLst>
          </p:cNvPr>
          <p:cNvSpPr/>
          <p:nvPr/>
        </p:nvSpPr>
        <p:spPr>
          <a:xfrm>
            <a:off x="1162453" y="2788534"/>
            <a:ext cx="9867094" cy="754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ea typeface="Verdana" panose="020B0604030504040204" pitchFamily="34" charset="0"/>
              </a:rPr>
              <a:t>All estimations of replicability are sub-optimal</a:t>
            </a:r>
          </a:p>
        </p:txBody>
      </p:sp>
      <p:sp>
        <p:nvSpPr>
          <p:cNvPr id="8" name="Rectangle: Rounded Corners 7">
            <a:extLst>
              <a:ext uri="{FF2B5EF4-FFF2-40B4-BE49-F238E27FC236}">
                <a16:creationId xmlns:a16="http://schemas.microsoft.com/office/drawing/2014/main" id="{6CA09DB2-AC60-D9D7-DBB6-33FCF0CAF97E}"/>
              </a:ext>
            </a:extLst>
          </p:cNvPr>
          <p:cNvSpPr/>
          <p:nvPr/>
        </p:nvSpPr>
        <p:spPr>
          <a:xfrm>
            <a:off x="1162453" y="3901372"/>
            <a:ext cx="9867094" cy="754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ea typeface="Verdana" panose="020B0604030504040204" pitchFamily="34" charset="0"/>
              </a:rPr>
              <a:t>Negative impact on health outcomes &amp; public health</a:t>
            </a:r>
          </a:p>
        </p:txBody>
      </p:sp>
      <p:sp>
        <p:nvSpPr>
          <p:cNvPr id="9" name="Rectangle: Rounded Corners 8">
            <a:extLst>
              <a:ext uri="{FF2B5EF4-FFF2-40B4-BE49-F238E27FC236}">
                <a16:creationId xmlns:a16="http://schemas.microsoft.com/office/drawing/2014/main" id="{09ADBC77-DFAB-402A-78DB-D6F4301D1EC7}"/>
              </a:ext>
            </a:extLst>
          </p:cNvPr>
          <p:cNvSpPr/>
          <p:nvPr/>
        </p:nvSpPr>
        <p:spPr>
          <a:xfrm>
            <a:off x="1162453" y="4952564"/>
            <a:ext cx="9867094" cy="754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ea typeface="Verdana" panose="020B0604030504040204" pitchFamily="34" charset="0"/>
              </a:rPr>
              <a:t>Erodes trust in science &amp; research</a:t>
            </a:r>
          </a:p>
        </p:txBody>
      </p:sp>
    </p:spTree>
    <p:extLst>
      <p:ext uri="{BB962C8B-B14F-4D97-AF65-F5344CB8AC3E}">
        <p14:creationId xmlns:p14="http://schemas.microsoft.com/office/powerpoint/2010/main" val="2831900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ABA49A-F48B-BEC8-F7FA-DBB6BA829144}"/>
              </a:ext>
            </a:extLst>
          </p:cNvPr>
          <p:cNvSpPr/>
          <p:nvPr/>
        </p:nvSpPr>
        <p:spPr>
          <a:xfrm>
            <a:off x="6910797" y="2422132"/>
            <a:ext cx="4695290" cy="2013734"/>
          </a:xfrm>
          <a:prstGeom prst="rect">
            <a:avLst/>
          </a:prstGeom>
          <a:solidFill>
            <a:srgbClr val="FFD54F">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215CFE-92F0-EC48-CD09-C28877840A46}"/>
              </a:ext>
            </a:extLst>
          </p:cNvPr>
          <p:cNvSpPr>
            <a:spLocks noGrp="1"/>
          </p:cNvSpPr>
          <p:nvPr>
            <p:ph type="title"/>
          </p:nvPr>
        </p:nvSpPr>
        <p:spPr/>
        <p:txBody>
          <a:bodyPr/>
          <a:lstStyle/>
          <a:p>
            <a:r>
              <a:rPr lang="en-US"/>
              <a:t>Responsible(?) research in 2025</a:t>
            </a:r>
          </a:p>
        </p:txBody>
      </p:sp>
      <p:sp>
        <p:nvSpPr>
          <p:cNvPr id="3" name="Content Placeholder 2">
            <a:extLst>
              <a:ext uri="{FF2B5EF4-FFF2-40B4-BE49-F238E27FC236}">
                <a16:creationId xmlns:a16="http://schemas.microsoft.com/office/drawing/2014/main" id="{F2660A3E-BEF5-B8E8-EDF5-E90E03ECEB45}"/>
              </a:ext>
            </a:extLst>
          </p:cNvPr>
          <p:cNvSpPr>
            <a:spLocks noGrp="1"/>
          </p:cNvSpPr>
          <p:nvPr>
            <p:ph idx="1"/>
          </p:nvPr>
        </p:nvSpPr>
        <p:spPr>
          <a:xfrm>
            <a:off x="259882" y="1413163"/>
            <a:ext cx="5925161" cy="4595117"/>
          </a:xfrm>
        </p:spPr>
        <p:txBody>
          <a:bodyPr>
            <a:normAutofit/>
          </a:bodyPr>
          <a:lstStyle/>
          <a:p>
            <a:r>
              <a:rPr lang="en-US"/>
              <a:t>Responsible &amp; transparent research is more important than ever and </a:t>
            </a:r>
            <a:r>
              <a:rPr lang="en-US" i="1"/>
              <a:t>must</a:t>
            </a:r>
            <a:r>
              <a:rPr lang="en-US"/>
              <a:t> be:</a:t>
            </a:r>
          </a:p>
          <a:p>
            <a:pPr lvl="1"/>
            <a:r>
              <a:rPr lang="en-US"/>
              <a:t>Data-driven </a:t>
            </a:r>
            <a:r>
              <a:rPr lang="en-US" b="1" i="1"/>
              <a:t>not</a:t>
            </a:r>
            <a:r>
              <a:rPr lang="en-US"/>
              <a:t> belief-driven</a:t>
            </a:r>
          </a:p>
          <a:p>
            <a:pPr lvl="1"/>
            <a:r>
              <a:rPr lang="en-US"/>
              <a:t>Evidence-based</a:t>
            </a:r>
          </a:p>
          <a:p>
            <a:pPr lvl="1"/>
            <a:r>
              <a:rPr lang="en-US"/>
              <a:t>Transparent</a:t>
            </a:r>
          </a:p>
          <a:p>
            <a:pPr lvl="1"/>
            <a:r>
              <a:rPr lang="en-US"/>
              <a:t>Reproducible</a:t>
            </a:r>
          </a:p>
          <a:p>
            <a:r>
              <a:rPr lang="en-US"/>
              <a:t>Correlation ≠ causation</a:t>
            </a:r>
          </a:p>
          <a:p>
            <a:r>
              <a:rPr lang="en-US"/>
              <a:t>Data –&gt; claims </a:t>
            </a:r>
            <a:r>
              <a:rPr lang="en-US" b="1" i="1"/>
              <a:t>not </a:t>
            </a:r>
            <a:r>
              <a:rPr lang="en-US"/>
              <a:t>claims –&gt; data</a:t>
            </a:r>
            <a:endParaRPr lang="en-US" b="1"/>
          </a:p>
          <a:p>
            <a:pPr marL="457200" lvl="1" indent="0">
              <a:buNone/>
            </a:pPr>
            <a:endParaRPr lang="en-US"/>
          </a:p>
          <a:p>
            <a:endParaRPr lang="en-US"/>
          </a:p>
        </p:txBody>
      </p:sp>
      <p:sp>
        <p:nvSpPr>
          <p:cNvPr id="4" name="Footer Placeholder 3">
            <a:extLst>
              <a:ext uri="{FF2B5EF4-FFF2-40B4-BE49-F238E27FC236}">
                <a16:creationId xmlns:a16="http://schemas.microsoft.com/office/drawing/2014/main" id="{48D96156-DA76-D228-BB4B-BBA4F2D0F3A2}"/>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36C34D03-7B7A-8768-E7C9-F1FEDD877A8C}"/>
              </a:ext>
            </a:extLst>
          </p:cNvPr>
          <p:cNvSpPr>
            <a:spLocks noGrp="1"/>
          </p:cNvSpPr>
          <p:nvPr>
            <p:ph type="sldNum" sz="quarter" idx="12"/>
          </p:nvPr>
        </p:nvSpPr>
        <p:spPr/>
        <p:txBody>
          <a:bodyPr/>
          <a:lstStyle/>
          <a:p>
            <a:r>
              <a:rPr lang="en-US"/>
              <a:t>PAGE  </a:t>
            </a:r>
            <a:fld id="{93005692-73BE-493E-93AB-ECD6027A7652}" type="slidenum">
              <a:rPr lang="en-US" smtClean="0"/>
              <a:pPr/>
              <a:t>8</a:t>
            </a:fld>
            <a:endParaRPr lang="en-US"/>
          </a:p>
        </p:txBody>
      </p:sp>
      <p:sp>
        <p:nvSpPr>
          <p:cNvPr id="6" name="Text Placeholder 4">
            <a:extLst>
              <a:ext uri="{FF2B5EF4-FFF2-40B4-BE49-F238E27FC236}">
                <a16:creationId xmlns:a16="http://schemas.microsoft.com/office/drawing/2014/main" id="{074A4898-6AC7-BA01-73B9-DC225BA35FF2}"/>
              </a:ext>
            </a:extLst>
          </p:cNvPr>
          <p:cNvSpPr txBox="1">
            <a:spLocks/>
          </p:cNvSpPr>
          <p:nvPr/>
        </p:nvSpPr>
        <p:spPr>
          <a:xfrm>
            <a:off x="7205038" y="2574074"/>
            <a:ext cx="4106809" cy="1709851"/>
          </a:xfrm>
          <a:custGeom>
            <a:avLst/>
            <a:gdLst>
              <a:gd name="csX0" fmla="*/ 0 w 4106809"/>
              <a:gd name="csY0" fmla="*/ 0 h 1709851"/>
              <a:gd name="csX1" fmla="*/ 4106809 w 4106809"/>
              <a:gd name="csY1" fmla="*/ 0 h 1709851"/>
              <a:gd name="csX2" fmla="*/ 4106809 w 4106809"/>
              <a:gd name="csY2" fmla="*/ 1709851 h 1709851"/>
              <a:gd name="csX3" fmla="*/ 0 w 4106809"/>
              <a:gd name="csY3" fmla="*/ 1709851 h 1709851"/>
              <a:gd name="csX4" fmla="*/ 0 w 4106809"/>
              <a:gd name="csY4" fmla="*/ 0 h 1709851"/>
            </a:gdLst>
            <a:ahLst/>
            <a:cxnLst>
              <a:cxn ang="0">
                <a:pos x="csX0" y="csY0"/>
              </a:cxn>
              <a:cxn ang="0">
                <a:pos x="csX1" y="csY1"/>
              </a:cxn>
              <a:cxn ang="0">
                <a:pos x="csX2" y="csY2"/>
              </a:cxn>
              <a:cxn ang="0">
                <a:pos x="csX3" y="csY3"/>
              </a:cxn>
              <a:cxn ang="0">
                <a:pos x="csX4" y="csY4"/>
              </a:cxn>
            </a:cxnLst>
            <a:rect l="l" t="t" r="r" b="b"/>
            <a:pathLst>
              <a:path w="4106809" h="1709851" fill="none" extrusionOk="0">
                <a:moveTo>
                  <a:pt x="0" y="0"/>
                </a:moveTo>
                <a:cubicBezTo>
                  <a:pt x="1504281" y="-149792"/>
                  <a:pt x="2372641" y="-141965"/>
                  <a:pt x="4106809" y="0"/>
                </a:cubicBezTo>
                <a:cubicBezTo>
                  <a:pt x="4176202" y="560113"/>
                  <a:pt x="4191917" y="998828"/>
                  <a:pt x="4106809" y="1709851"/>
                </a:cubicBezTo>
                <a:cubicBezTo>
                  <a:pt x="3266059" y="1597369"/>
                  <a:pt x="1954539" y="1689098"/>
                  <a:pt x="0" y="1709851"/>
                </a:cubicBezTo>
                <a:cubicBezTo>
                  <a:pt x="-59548" y="991008"/>
                  <a:pt x="14703" y="405519"/>
                  <a:pt x="0" y="0"/>
                </a:cubicBezTo>
                <a:close/>
              </a:path>
              <a:path w="4106809" h="1709851" stroke="0" extrusionOk="0">
                <a:moveTo>
                  <a:pt x="0" y="0"/>
                </a:moveTo>
                <a:cubicBezTo>
                  <a:pt x="1376191" y="-110303"/>
                  <a:pt x="3372439" y="151655"/>
                  <a:pt x="4106809" y="0"/>
                </a:cubicBezTo>
                <a:cubicBezTo>
                  <a:pt x="4197737" y="332521"/>
                  <a:pt x="4012260" y="1515946"/>
                  <a:pt x="4106809" y="1709851"/>
                </a:cubicBezTo>
                <a:cubicBezTo>
                  <a:pt x="2864146" y="1707487"/>
                  <a:pt x="1368770" y="1877998"/>
                  <a:pt x="0" y="1709851"/>
                </a:cubicBezTo>
                <a:cubicBezTo>
                  <a:pt x="92764" y="1011900"/>
                  <a:pt x="54386" y="710891"/>
                  <a:pt x="0" y="0"/>
                </a:cubicBezTo>
                <a:close/>
              </a:path>
            </a:pathLst>
          </a:custGeom>
          <a:ln>
            <a:noFill/>
            <a:extLst>
              <a:ext uri="{C807C97D-BFC1-408E-A445-0C87EB9F89A2}">
                <ask:lineSketchStyleProps xmlns:ask="http://schemas.microsoft.com/office/drawing/2018/sketchyshapes" sd="747266162">
                  <a:prstGeom prst="rect">
                    <a:avLst/>
                  </a:prstGeom>
                  <ask:type>
                    <ask:lineSketchCurved/>
                  </ask:type>
                </ask:lineSketchStyleProps>
              </a:ext>
            </a:extLst>
          </a:ln>
        </p:spPr>
        <p:txBody>
          <a:bodyPr/>
          <a:lst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“It is not proof. We’re doing the studies to make the proof.”</a:t>
            </a:r>
          </a:p>
          <a:p>
            <a:pPr marL="0" indent="0" algn="r">
              <a:spcBef>
                <a:spcPts val="0"/>
              </a:spcBef>
              <a:spcAft>
                <a:spcPts val="0"/>
              </a:spcAft>
              <a:buNone/>
            </a:pPr>
            <a:r>
              <a:rPr lang="en-US" sz="1100" i="1"/>
              <a:t>RFK Jr. </a:t>
            </a:r>
          </a:p>
          <a:p>
            <a:pPr marL="0" indent="0" algn="r">
              <a:spcBef>
                <a:spcPts val="0"/>
              </a:spcBef>
              <a:spcAft>
                <a:spcPts val="0"/>
              </a:spcAft>
              <a:buNone/>
            </a:pPr>
            <a:r>
              <a:rPr lang="en-US" sz="1100" i="1"/>
              <a:t>October 9</a:t>
            </a:r>
            <a:r>
              <a:rPr lang="en-US" sz="1100" i="1" baseline="30000"/>
              <a:t>th</a:t>
            </a:r>
            <a:r>
              <a:rPr lang="en-US" sz="1100" i="1"/>
              <a:t>, 2025</a:t>
            </a:r>
          </a:p>
          <a:p>
            <a:pPr marL="0" indent="0" algn="ctr">
              <a:buNone/>
            </a:pPr>
            <a:endParaRPr lang="en-US"/>
          </a:p>
        </p:txBody>
      </p:sp>
    </p:spTree>
    <p:extLst>
      <p:ext uri="{BB962C8B-B14F-4D97-AF65-F5344CB8AC3E}">
        <p14:creationId xmlns:p14="http://schemas.microsoft.com/office/powerpoint/2010/main" val="1753224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A177-00BA-A57F-3304-BE63B8B7C948}"/>
              </a:ext>
            </a:extLst>
          </p:cNvPr>
          <p:cNvSpPr>
            <a:spLocks noGrp="1"/>
          </p:cNvSpPr>
          <p:nvPr>
            <p:ph type="title"/>
          </p:nvPr>
        </p:nvSpPr>
        <p:spPr/>
        <p:txBody>
          <a:bodyPr/>
          <a:lstStyle/>
          <a:p>
            <a:r>
              <a:rPr lang="en-US"/>
              <a:t>Responsible research</a:t>
            </a:r>
          </a:p>
        </p:txBody>
      </p:sp>
      <p:sp>
        <p:nvSpPr>
          <p:cNvPr id="3" name="Content Placeholder 2">
            <a:extLst>
              <a:ext uri="{FF2B5EF4-FFF2-40B4-BE49-F238E27FC236}">
                <a16:creationId xmlns:a16="http://schemas.microsoft.com/office/drawing/2014/main" id="{9D7AA8B4-EA3F-B240-059F-20A443A1A538}"/>
              </a:ext>
            </a:extLst>
          </p:cNvPr>
          <p:cNvSpPr>
            <a:spLocks noGrp="1"/>
          </p:cNvSpPr>
          <p:nvPr>
            <p:ph idx="1"/>
          </p:nvPr>
        </p:nvSpPr>
        <p:spPr>
          <a:xfrm>
            <a:off x="259882" y="1413163"/>
            <a:ext cx="7281349" cy="4922146"/>
          </a:xfrm>
        </p:spPr>
        <p:txBody>
          <a:bodyPr>
            <a:normAutofit fontScale="92500" lnSpcReduction="10000"/>
          </a:bodyPr>
          <a:lstStyle/>
          <a:p>
            <a:r>
              <a:rPr lang="en-US">
                <a:ea typeface="Verdana" panose="020B0604030504040204" charset="0"/>
              </a:rPr>
              <a:t>Upholds ethical standards</a:t>
            </a:r>
          </a:p>
          <a:p>
            <a:r>
              <a:rPr lang="en-US">
                <a:ea typeface="Verdana" panose="020B0604030504040204" charset="0"/>
              </a:rPr>
              <a:t>Minimizes potential harm(s)</a:t>
            </a:r>
          </a:p>
          <a:p>
            <a:r>
              <a:rPr lang="en-US">
                <a:ea typeface="Verdana" panose="020B0604030504040204" charset="0"/>
              </a:rPr>
              <a:t>Considers wider impact of work on: </a:t>
            </a:r>
          </a:p>
          <a:p>
            <a:pPr lvl="1"/>
            <a:r>
              <a:rPr lang="en-US" sz="2200">
                <a:ea typeface="Verdana" panose="020B0604030504040204" charset="0"/>
              </a:rPr>
              <a:t>Society</a:t>
            </a:r>
          </a:p>
          <a:p>
            <a:pPr lvl="1"/>
            <a:r>
              <a:rPr lang="en-US" sz="2200">
                <a:ea typeface="Verdana" panose="020B0604030504040204" charset="0"/>
              </a:rPr>
              <a:t>Environment</a:t>
            </a:r>
          </a:p>
          <a:p>
            <a:pPr lvl="1"/>
            <a:r>
              <a:rPr lang="en-US" sz="2200">
                <a:ea typeface="Verdana" panose="020B0604030504040204" charset="0"/>
              </a:rPr>
              <a:t>Community</a:t>
            </a:r>
          </a:p>
          <a:p>
            <a:r>
              <a:rPr lang="en-US">
                <a:ea typeface="Verdana" panose="020B0604030504040204" charset="0"/>
              </a:rPr>
              <a:t>Is transparent &amp; reproducible</a:t>
            </a:r>
          </a:p>
          <a:p>
            <a:r>
              <a:rPr lang="en-US">
                <a:ea typeface="Verdana" panose="020B0604030504040204" charset="0"/>
              </a:rPr>
              <a:t>Policy compliance </a:t>
            </a:r>
          </a:p>
          <a:p>
            <a:r>
              <a:rPr lang="en-US">
                <a:ea typeface="Verdana" panose="020B0604030504040204" charset="0"/>
              </a:rPr>
              <a:t>Responsible data collection, analysis, storage, and sharing (where possible)</a:t>
            </a:r>
          </a:p>
          <a:p>
            <a:endParaRPr lang="en-US"/>
          </a:p>
        </p:txBody>
      </p:sp>
      <p:sp>
        <p:nvSpPr>
          <p:cNvPr id="4" name="Footer Placeholder 3">
            <a:extLst>
              <a:ext uri="{FF2B5EF4-FFF2-40B4-BE49-F238E27FC236}">
                <a16:creationId xmlns:a16="http://schemas.microsoft.com/office/drawing/2014/main" id="{67218AF9-3CF2-E8D8-B41B-19A1B4409F40}"/>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2BEC5B82-D9F9-4DAD-F728-505482F2044D}"/>
              </a:ext>
            </a:extLst>
          </p:cNvPr>
          <p:cNvSpPr>
            <a:spLocks noGrp="1"/>
          </p:cNvSpPr>
          <p:nvPr>
            <p:ph type="sldNum" sz="quarter" idx="12"/>
          </p:nvPr>
        </p:nvSpPr>
        <p:spPr/>
        <p:txBody>
          <a:bodyPr/>
          <a:lstStyle/>
          <a:p>
            <a:r>
              <a:rPr lang="en-US"/>
              <a:t>PAGE  </a:t>
            </a:r>
            <a:fld id="{93005692-73BE-493E-93AB-ECD6027A7652}" type="slidenum">
              <a:rPr lang="en-US" smtClean="0"/>
              <a:pPr/>
              <a:t>9</a:t>
            </a:fld>
            <a:endParaRPr lang="en-US"/>
          </a:p>
        </p:txBody>
      </p:sp>
      <p:pic>
        <p:nvPicPr>
          <p:cNvPr id="6" name="Picture 2" descr="Research Ethics – Funky Fresh">
            <a:extLst>
              <a:ext uri="{FF2B5EF4-FFF2-40B4-BE49-F238E27FC236}">
                <a16:creationId xmlns:a16="http://schemas.microsoft.com/office/drawing/2014/main" id="{7B7DA018-338C-E994-8B20-79A12EC11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9212" y="1800545"/>
            <a:ext cx="4880400" cy="3098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89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1917-E6C7-9722-AE5F-1250E3E4BB73}"/>
              </a:ext>
            </a:extLst>
          </p:cNvPr>
          <p:cNvSpPr>
            <a:spLocks noGrp="1"/>
          </p:cNvSpPr>
          <p:nvPr>
            <p:ph type="title"/>
          </p:nvPr>
        </p:nvSpPr>
        <p:spPr/>
        <p:txBody>
          <a:bodyPr>
            <a:normAutofit/>
          </a:bodyPr>
          <a:lstStyle/>
          <a:p>
            <a:r>
              <a:rPr lang="en-US"/>
              <a:t>How did we get here? </a:t>
            </a:r>
          </a:p>
        </p:txBody>
      </p:sp>
      <p:sp>
        <p:nvSpPr>
          <p:cNvPr id="3" name="Content Placeholder 2">
            <a:extLst>
              <a:ext uri="{FF2B5EF4-FFF2-40B4-BE49-F238E27FC236}">
                <a16:creationId xmlns:a16="http://schemas.microsoft.com/office/drawing/2014/main" id="{9F82114D-FF64-AC46-684D-4B5703362A9F}"/>
              </a:ext>
            </a:extLst>
          </p:cNvPr>
          <p:cNvSpPr>
            <a:spLocks noGrp="1"/>
          </p:cNvSpPr>
          <p:nvPr>
            <p:ph sz="half" idx="1"/>
          </p:nvPr>
        </p:nvSpPr>
        <p:spPr>
          <a:xfrm>
            <a:off x="259882" y="1413164"/>
            <a:ext cx="7147026" cy="4922146"/>
          </a:xfrm>
        </p:spPr>
        <p:txBody>
          <a:bodyPr>
            <a:normAutofit/>
          </a:bodyPr>
          <a:lstStyle/>
          <a:p>
            <a:pPr marL="0" indent="0">
              <a:buNone/>
            </a:pPr>
            <a:r>
              <a:rPr lang="en-US" b="1">
                <a:ea typeface="Verdana" panose="020B0604030504040204" pitchFamily="34" charset="0"/>
              </a:rPr>
              <a:t>Individual level</a:t>
            </a:r>
          </a:p>
          <a:p>
            <a:r>
              <a:rPr lang="en-US">
                <a:ea typeface="Verdana" panose="020B0604030504040204" pitchFamily="34" charset="0"/>
              </a:rPr>
              <a:t>Questionable research practices</a:t>
            </a:r>
          </a:p>
          <a:p>
            <a:pPr lvl="1"/>
            <a:r>
              <a:rPr lang="en-US" sz="2200">
                <a:ea typeface="Verdana" panose="020B0604030504040204" pitchFamily="34" charset="0"/>
              </a:rPr>
              <a:t>Excluding outliers</a:t>
            </a:r>
          </a:p>
          <a:p>
            <a:pPr lvl="1"/>
            <a:r>
              <a:rPr lang="en-US" sz="2200">
                <a:ea typeface="Verdana" panose="020B0604030504040204" pitchFamily="34" charset="0"/>
              </a:rPr>
              <a:t>Not reporting unsatisfactory results</a:t>
            </a:r>
          </a:p>
          <a:p>
            <a:pPr lvl="1"/>
            <a:r>
              <a:rPr lang="en-US" sz="2200">
                <a:ea typeface="Verdana" panose="020B0604030504040204" pitchFamily="34" charset="0"/>
              </a:rPr>
              <a:t>Not reporting negative results</a:t>
            </a:r>
          </a:p>
          <a:p>
            <a:r>
              <a:rPr lang="en-US">
                <a:ea typeface="Verdana" panose="020B0604030504040204" pitchFamily="34" charset="0"/>
              </a:rPr>
              <a:t>Lack of access to methodological information &amp; research data</a:t>
            </a:r>
          </a:p>
          <a:p>
            <a:r>
              <a:rPr lang="en-US">
                <a:ea typeface="Verdana" panose="020B0604030504040204" pitchFamily="34" charset="0"/>
              </a:rPr>
              <a:t>Mismanagement of data[sets]</a:t>
            </a:r>
          </a:p>
          <a:p>
            <a:r>
              <a:rPr lang="en-US">
                <a:ea typeface="Verdana" panose="020B0604030504040204" pitchFamily="34" charset="0"/>
              </a:rPr>
              <a:t>Cognitive bias</a:t>
            </a:r>
          </a:p>
          <a:p>
            <a:pPr lvl="2"/>
            <a:endParaRPr lang="en-US">
              <a:latin typeface="Verdana" panose="020B0604030504040204" pitchFamily="34" charset="0"/>
              <a:ea typeface="Verdana" panose="020B0604030504040204" pitchFamily="34" charset="0"/>
            </a:endParaRPr>
          </a:p>
          <a:p>
            <a:endParaRPr lang="en-US">
              <a:latin typeface="Verdana" panose="020B0604030504040204" pitchFamily="34" charset="0"/>
              <a:ea typeface="Verdana" panose="020B0604030504040204" pitchFamily="34" charset="0"/>
            </a:endParaRPr>
          </a:p>
        </p:txBody>
      </p:sp>
      <p:sp>
        <p:nvSpPr>
          <p:cNvPr id="5" name="Footer Placeholder 4">
            <a:extLst>
              <a:ext uri="{FF2B5EF4-FFF2-40B4-BE49-F238E27FC236}">
                <a16:creationId xmlns:a16="http://schemas.microsoft.com/office/drawing/2014/main" id="{1E3A9856-74EB-AD79-E11B-A374FEA15F16}"/>
              </a:ext>
            </a:extLst>
          </p:cNvPr>
          <p:cNvSpPr>
            <a:spLocks noGrp="1"/>
          </p:cNvSpPr>
          <p:nvPr>
            <p:ph type="ftr" sz="quarter" idx="11"/>
          </p:nvPr>
        </p:nvSpPr>
        <p:spPr/>
        <p:txBody>
          <a:bodyPr/>
          <a:lstStyle/>
          <a:p>
            <a:r>
              <a:rPr lang="en-US"/>
              <a:t>RETHINKING RESTRICTED DATA</a:t>
            </a:r>
          </a:p>
        </p:txBody>
      </p:sp>
      <p:sp>
        <p:nvSpPr>
          <p:cNvPr id="6" name="Slide Number Placeholder 5">
            <a:extLst>
              <a:ext uri="{FF2B5EF4-FFF2-40B4-BE49-F238E27FC236}">
                <a16:creationId xmlns:a16="http://schemas.microsoft.com/office/drawing/2014/main" id="{0230AEFB-1CD7-EDB3-479F-BEAB49515C99}"/>
              </a:ext>
            </a:extLst>
          </p:cNvPr>
          <p:cNvSpPr>
            <a:spLocks noGrp="1"/>
          </p:cNvSpPr>
          <p:nvPr>
            <p:ph type="sldNum" sz="quarter" idx="12"/>
          </p:nvPr>
        </p:nvSpPr>
        <p:spPr/>
        <p:txBody>
          <a:bodyPr/>
          <a:lstStyle/>
          <a:p>
            <a:r>
              <a:rPr lang="en-US"/>
              <a:t>PAGE  </a:t>
            </a:r>
            <a:fld id="{93005692-73BE-493E-93AB-ECD6027A7652}" type="slidenum">
              <a:rPr lang="en-US" smtClean="0"/>
              <a:pPr/>
              <a:t>10</a:t>
            </a:fld>
            <a:endParaRPr lang="en-US"/>
          </a:p>
        </p:txBody>
      </p:sp>
      <p:sp>
        <p:nvSpPr>
          <p:cNvPr id="7" name="TextBox 6">
            <a:extLst>
              <a:ext uri="{FF2B5EF4-FFF2-40B4-BE49-F238E27FC236}">
                <a16:creationId xmlns:a16="http://schemas.microsoft.com/office/drawing/2014/main" id="{BB44C340-439B-2E60-1E61-1C32D9163DA1}"/>
              </a:ext>
            </a:extLst>
          </p:cNvPr>
          <p:cNvSpPr txBox="1"/>
          <p:nvPr/>
        </p:nvSpPr>
        <p:spPr>
          <a:xfrm>
            <a:off x="11182351" y="5846176"/>
            <a:ext cx="883919" cy="230832"/>
          </a:xfrm>
          <a:prstGeom prst="rect">
            <a:avLst/>
          </a:prstGeom>
          <a:noFill/>
        </p:spPr>
        <p:txBody>
          <a:bodyPr wrap="square" rtlCol="0">
            <a:spAutoFit/>
          </a:bodyPr>
          <a:lstStyle/>
          <a:p>
            <a:r>
              <a:rPr lang="en-US" sz="900"/>
              <a:t>Baker, 2016</a:t>
            </a:r>
          </a:p>
        </p:txBody>
      </p:sp>
      <p:pic>
        <p:nvPicPr>
          <p:cNvPr id="4" name="Picture 3">
            <a:extLst>
              <a:ext uri="{FF2B5EF4-FFF2-40B4-BE49-F238E27FC236}">
                <a16:creationId xmlns:a16="http://schemas.microsoft.com/office/drawing/2014/main" id="{C0C22A09-693A-9886-EF5A-66F06D4EBD90}"/>
              </a:ext>
            </a:extLst>
          </p:cNvPr>
          <p:cNvPicPr>
            <a:picLocks noChangeAspect="1"/>
          </p:cNvPicPr>
          <p:nvPr/>
        </p:nvPicPr>
        <p:blipFill>
          <a:blip r:embed="rId3"/>
          <a:srcRect r="49316"/>
          <a:stretch/>
        </p:blipFill>
        <p:spPr>
          <a:xfrm>
            <a:off x="7150489" y="1163175"/>
            <a:ext cx="4781628" cy="4655532"/>
          </a:xfrm>
          <a:prstGeom prst="rect">
            <a:avLst/>
          </a:prstGeom>
        </p:spPr>
      </p:pic>
    </p:spTree>
    <p:extLst>
      <p:ext uri="{BB962C8B-B14F-4D97-AF65-F5344CB8AC3E}">
        <p14:creationId xmlns:p14="http://schemas.microsoft.com/office/powerpoint/2010/main" val="2841329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1917-E6C7-9722-AE5F-1250E3E4BB73}"/>
              </a:ext>
            </a:extLst>
          </p:cNvPr>
          <p:cNvSpPr>
            <a:spLocks noGrp="1"/>
          </p:cNvSpPr>
          <p:nvPr>
            <p:ph type="title"/>
          </p:nvPr>
        </p:nvSpPr>
        <p:spPr/>
        <p:txBody>
          <a:bodyPr>
            <a:normAutofit/>
          </a:bodyPr>
          <a:lstStyle/>
          <a:p>
            <a:r>
              <a:rPr lang="en-US"/>
              <a:t>How did we get here? </a:t>
            </a:r>
          </a:p>
        </p:txBody>
      </p:sp>
      <p:sp>
        <p:nvSpPr>
          <p:cNvPr id="3" name="Content Placeholder 2">
            <a:extLst>
              <a:ext uri="{FF2B5EF4-FFF2-40B4-BE49-F238E27FC236}">
                <a16:creationId xmlns:a16="http://schemas.microsoft.com/office/drawing/2014/main" id="{9F82114D-FF64-AC46-684D-4B5703362A9F}"/>
              </a:ext>
            </a:extLst>
          </p:cNvPr>
          <p:cNvSpPr>
            <a:spLocks noGrp="1"/>
          </p:cNvSpPr>
          <p:nvPr>
            <p:ph sz="half" idx="1"/>
          </p:nvPr>
        </p:nvSpPr>
        <p:spPr/>
        <p:txBody>
          <a:bodyPr>
            <a:normAutofit/>
          </a:bodyPr>
          <a:lstStyle/>
          <a:p>
            <a:pPr marL="0" indent="0">
              <a:buNone/>
            </a:pPr>
            <a:r>
              <a:rPr lang="en-US" b="1">
                <a:ea typeface="Verdana" panose="020B0604030504040204" pitchFamily="34" charset="0"/>
              </a:rPr>
              <a:t>Structural level</a:t>
            </a:r>
          </a:p>
          <a:p>
            <a:r>
              <a:rPr lang="en-US">
                <a:ea typeface="Verdana" panose="020B0604030504040204" pitchFamily="34" charset="0"/>
              </a:rPr>
              <a:t>Misaligned incentives</a:t>
            </a:r>
          </a:p>
          <a:p>
            <a:pPr lvl="1"/>
            <a:r>
              <a:rPr lang="en-US" sz="2200">
                <a:ea typeface="Verdana" panose="020B0604030504040204" pitchFamily="34" charset="0"/>
              </a:rPr>
              <a:t>Tenure &amp; promotion programs</a:t>
            </a:r>
          </a:p>
          <a:p>
            <a:r>
              <a:rPr lang="en-US">
                <a:ea typeface="Verdana" panose="020B0604030504040204" pitchFamily="34" charset="0"/>
              </a:rPr>
              <a:t>Publish or perish</a:t>
            </a:r>
          </a:p>
          <a:p>
            <a:r>
              <a:rPr lang="en-US">
                <a:ea typeface="Verdana" panose="020B0604030504040204" pitchFamily="34" charset="0"/>
              </a:rPr>
              <a:t>Publication metrics</a:t>
            </a:r>
          </a:p>
          <a:p>
            <a:r>
              <a:rPr lang="en-US">
                <a:ea typeface="Verdana" panose="020B0604030504040204" pitchFamily="34" charset="0"/>
              </a:rPr>
              <a:t>Prioritization of quantity over quality</a:t>
            </a:r>
          </a:p>
          <a:p>
            <a:endParaRPr lang="en-US" sz="2800">
              <a:latin typeface="Verdana" panose="020B0604030504040204" pitchFamily="34" charset="0"/>
              <a:ea typeface="Verdana" panose="020B0604030504040204" pitchFamily="34" charset="0"/>
            </a:endParaRPr>
          </a:p>
        </p:txBody>
      </p:sp>
      <p:sp>
        <p:nvSpPr>
          <p:cNvPr id="4" name="Content Placeholder 3">
            <a:extLst>
              <a:ext uri="{FF2B5EF4-FFF2-40B4-BE49-F238E27FC236}">
                <a16:creationId xmlns:a16="http://schemas.microsoft.com/office/drawing/2014/main" id="{EE006109-DCC2-5513-8D2E-EC7601D2042F}"/>
              </a:ext>
            </a:extLst>
          </p:cNvPr>
          <p:cNvSpPr>
            <a:spLocks noGrp="1"/>
          </p:cNvSpPr>
          <p:nvPr>
            <p:ph sz="half" idx="2"/>
          </p:nvPr>
        </p:nvSpPr>
        <p:spPr>
          <a:xfrm>
            <a:off x="6170992" y="1413163"/>
            <a:ext cx="5658620" cy="4922145"/>
          </a:xfrm>
        </p:spPr>
        <p:txBody>
          <a:bodyPr>
            <a:normAutofit/>
          </a:bodyPr>
          <a:lstStyle/>
          <a:p>
            <a:r>
              <a:rPr lang="en-US">
                <a:ea typeface="Verdana" panose="020B0604030504040204" pitchFamily="34" charset="0"/>
              </a:rPr>
              <a:t>Better reception of hypothesis-supporting research</a:t>
            </a:r>
          </a:p>
          <a:p>
            <a:pPr lvl="1"/>
            <a:r>
              <a:rPr lang="en-US" sz="2200">
                <a:ea typeface="Verdana" panose="020B0604030504040204" pitchFamily="34" charset="0"/>
              </a:rPr>
              <a:t>Less likely to report negative results</a:t>
            </a:r>
          </a:p>
          <a:p>
            <a:pPr lvl="1"/>
            <a:r>
              <a:rPr lang="en-US" sz="2200">
                <a:ea typeface="Verdana" panose="020B0604030504040204" pitchFamily="34" charset="0"/>
              </a:rPr>
              <a:t>Journals resist publishing null results or replication studies</a:t>
            </a:r>
          </a:p>
          <a:p>
            <a:pPr lvl="2"/>
            <a:r>
              <a:rPr lang="en-US" sz="2000">
                <a:ea typeface="Verdana" panose="020B0604030504040204" pitchFamily="34" charset="0"/>
              </a:rPr>
              <a:t>Rewards for novel research (nature pubs, etc.)</a:t>
            </a:r>
          </a:p>
          <a:p>
            <a:r>
              <a:rPr lang="en-US">
                <a:ea typeface="Verdana" panose="020B0604030504040204" pitchFamily="34" charset="0"/>
              </a:rPr>
              <a:t>Publishers</a:t>
            </a:r>
          </a:p>
          <a:p>
            <a:pPr lvl="1"/>
            <a:r>
              <a:rPr lang="en-US" sz="2200">
                <a:ea typeface="Verdana" panose="020B0604030504040204" pitchFamily="34" charset="0"/>
              </a:rPr>
              <a:t>“lack of contribution”</a:t>
            </a:r>
          </a:p>
          <a:p>
            <a:pPr lvl="1"/>
            <a:r>
              <a:rPr lang="en-US" sz="2200">
                <a:ea typeface="Verdana" panose="020B0604030504040204" pitchFamily="34" charset="0"/>
              </a:rPr>
              <a:t>Leads to publication bias</a:t>
            </a:r>
          </a:p>
          <a:p>
            <a:endParaRPr lang="en-US">
              <a:latin typeface="Verdana" panose="020B0604030504040204" pitchFamily="34" charset="0"/>
              <a:ea typeface="Verdana" panose="020B0604030504040204" pitchFamily="34" charset="0"/>
            </a:endParaRPr>
          </a:p>
        </p:txBody>
      </p:sp>
      <p:sp>
        <p:nvSpPr>
          <p:cNvPr id="5" name="Footer Placeholder 4">
            <a:extLst>
              <a:ext uri="{FF2B5EF4-FFF2-40B4-BE49-F238E27FC236}">
                <a16:creationId xmlns:a16="http://schemas.microsoft.com/office/drawing/2014/main" id="{1E3A9856-74EB-AD79-E11B-A374FEA15F16}"/>
              </a:ext>
            </a:extLst>
          </p:cNvPr>
          <p:cNvSpPr>
            <a:spLocks noGrp="1"/>
          </p:cNvSpPr>
          <p:nvPr>
            <p:ph type="ftr" sz="quarter" idx="11"/>
          </p:nvPr>
        </p:nvSpPr>
        <p:spPr/>
        <p:txBody>
          <a:bodyPr/>
          <a:lstStyle/>
          <a:p>
            <a:r>
              <a:rPr lang="en-US"/>
              <a:t>RETHINKING RESTRICTED DATA</a:t>
            </a:r>
          </a:p>
        </p:txBody>
      </p:sp>
      <p:sp>
        <p:nvSpPr>
          <p:cNvPr id="6" name="Slide Number Placeholder 5">
            <a:extLst>
              <a:ext uri="{FF2B5EF4-FFF2-40B4-BE49-F238E27FC236}">
                <a16:creationId xmlns:a16="http://schemas.microsoft.com/office/drawing/2014/main" id="{0230AEFB-1CD7-EDB3-479F-BEAB49515C99}"/>
              </a:ext>
            </a:extLst>
          </p:cNvPr>
          <p:cNvSpPr>
            <a:spLocks noGrp="1"/>
          </p:cNvSpPr>
          <p:nvPr>
            <p:ph type="sldNum" sz="quarter" idx="12"/>
          </p:nvPr>
        </p:nvSpPr>
        <p:spPr/>
        <p:txBody>
          <a:bodyPr/>
          <a:lstStyle/>
          <a:p>
            <a:r>
              <a:rPr lang="en-US"/>
              <a:t>PAGE  </a:t>
            </a:r>
            <a:fld id="{93005692-73BE-493E-93AB-ECD6027A7652}" type="slidenum">
              <a:rPr lang="en-US" smtClean="0"/>
              <a:pPr/>
              <a:t>11</a:t>
            </a:fld>
            <a:endParaRPr lang="en-US"/>
          </a:p>
        </p:txBody>
      </p:sp>
    </p:spTree>
    <p:extLst>
      <p:ext uri="{BB962C8B-B14F-4D97-AF65-F5344CB8AC3E}">
        <p14:creationId xmlns:p14="http://schemas.microsoft.com/office/powerpoint/2010/main" val="414711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22B4D-7EBA-3061-3B91-8117335837CB}"/>
              </a:ext>
            </a:extLst>
          </p:cNvPr>
          <p:cNvSpPr>
            <a:spLocks noGrp="1"/>
          </p:cNvSpPr>
          <p:nvPr>
            <p:ph type="title"/>
          </p:nvPr>
        </p:nvSpPr>
        <p:spPr/>
        <p:txBody>
          <a:bodyPr/>
          <a:lstStyle/>
          <a:p>
            <a:r>
              <a:rPr lang="en-US"/>
              <a:t>Challenges to sharing data</a:t>
            </a:r>
          </a:p>
        </p:txBody>
      </p:sp>
      <p:sp>
        <p:nvSpPr>
          <p:cNvPr id="6" name="Footer Placeholder 5">
            <a:extLst>
              <a:ext uri="{FF2B5EF4-FFF2-40B4-BE49-F238E27FC236}">
                <a16:creationId xmlns:a16="http://schemas.microsoft.com/office/drawing/2014/main" id="{B1A93596-9C0B-4513-FD28-C2EF65B63F35}"/>
              </a:ext>
            </a:extLst>
          </p:cNvPr>
          <p:cNvSpPr>
            <a:spLocks noGrp="1"/>
          </p:cNvSpPr>
          <p:nvPr>
            <p:ph type="ftr" sz="quarter" idx="11"/>
          </p:nvPr>
        </p:nvSpPr>
        <p:spPr/>
        <p:txBody>
          <a:bodyPr/>
          <a:lstStyle/>
          <a:p>
            <a:r>
              <a:rPr lang="en-US"/>
              <a:t>RETHINKING RESTRICTED DATA</a:t>
            </a:r>
          </a:p>
        </p:txBody>
      </p:sp>
      <p:sp>
        <p:nvSpPr>
          <p:cNvPr id="7" name="Slide Number Placeholder 6">
            <a:extLst>
              <a:ext uri="{FF2B5EF4-FFF2-40B4-BE49-F238E27FC236}">
                <a16:creationId xmlns:a16="http://schemas.microsoft.com/office/drawing/2014/main" id="{DACE8F85-F7CA-76B3-F36E-1364BC0ACFCA}"/>
              </a:ext>
            </a:extLst>
          </p:cNvPr>
          <p:cNvSpPr>
            <a:spLocks noGrp="1"/>
          </p:cNvSpPr>
          <p:nvPr>
            <p:ph type="sldNum" sz="quarter" idx="12"/>
          </p:nvPr>
        </p:nvSpPr>
        <p:spPr/>
        <p:txBody>
          <a:bodyPr/>
          <a:lstStyle/>
          <a:p>
            <a:fld id="{A7A60E88-6AAD-46D7-83C2-8A096883AB79}" type="slidenum">
              <a:rPr lang="en-US" smtClean="0"/>
              <a:t>12</a:t>
            </a:fld>
            <a:endParaRPr lang="en-US"/>
          </a:p>
        </p:txBody>
      </p:sp>
      <p:sp>
        <p:nvSpPr>
          <p:cNvPr id="9" name="Rectangle: Rounded Corners 8">
            <a:extLst>
              <a:ext uri="{FF2B5EF4-FFF2-40B4-BE49-F238E27FC236}">
                <a16:creationId xmlns:a16="http://schemas.microsoft.com/office/drawing/2014/main" id="{0AD25371-92BD-E00D-ED24-68339986C1C3}"/>
              </a:ext>
            </a:extLst>
          </p:cNvPr>
          <p:cNvSpPr/>
          <p:nvPr/>
        </p:nvSpPr>
        <p:spPr>
          <a:xfrm>
            <a:off x="1093076" y="1784071"/>
            <a:ext cx="9866376" cy="758952"/>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Data sovereignty &amp; ownership</a:t>
            </a:r>
          </a:p>
        </p:txBody>
      </p:sp>
      <p:sp>
        <p:nvSpPr>
          <p:cNvPr id="10" name="Rectangle: Rounded Corners 9">
            <a:extLst>
              <a:ext uri="{FF2B5EF4-FFF2-40B4-BE49-F238E27FC236}">
                <a16:creationId xmlns:a16="http://schemas.microsoft.com/office/drawing/2014/main" id="{A66A78FF-8482-5FA9-6CD2-A025F7A2C6C9}"/>
              </a:ext>
            </a:extLst>
          </p:cNvPr>
          <p:cNvSpPr/>
          <p:nvPr/>
        </p:nvSpPr>
        <p:spPr>
          <a:xfrm>
            <a:off x="1093076" y="2822957"/>
            <a:ext cx="9866376" cy="758952"/>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Ethical considerations</a:t>
            </a:r>
          </a:p>
        </p:txBody>
      </p:sp>
      <p:sp>
        <p:nvSpPr>
          <p:cNvPr id="11" name="Rectangle: Rounded Corners 10">
            <a:extLst>
              <a:ext uri="{FF2B5EF4-FFF2-40B4-BE49-F238E27FC236}">
                <a16:creationId xmlns:a16="http://schemas.microsoft.com/office/drawing/2014/main" id="{56AFCAAC-B133-AC98-23C4-D1F06265781D}"/>
              </a:ext>
            </a:extLst>
          </p:cNvPr>
          <p:cNvSpPr/>
          <p:nvPr/>
        </p:nvSpPr>
        <p:spPr>
          <a:xfrm>
            <a:off x="1093076" y="3861843"/>
            <a:ext cx="9866376" cy="758952"/>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Legal obligations</a:t>
            </a:r>
          </a:p>
        </p:txBody>
      </p:sp>
      <p:sp>
        <p:nvSpPr>
          <p:cNvPr id="3" name="Rectangle: Rounded Corners 2">
            <a:extLst>
              <a:ext uri="{FF2B5EF4-FFF2-40B4-BE49-F238E27FC236}">
                <a16:creationId xmlns:a16="http://schemas.microsoft.com/office/drawing/2014/main" id="{C6C8B3DE-0AD1-7390-07C9-487272D08DEB}"/>
              </a:ext>
            </a:extLst>
          </p:cNvPr>
          <p:cNvSpPr/>
          <p:nvPr/>
        </p:nvSpPr>
        <p:spPr>
          <a:xfrm>
            <a:off x="1093076" y="4900729"/>
            <a:ext cx="9866376" cy="758952"/>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Commercial reasons</a:t>
            </a:r>
          </a:p>
        </p:txBody>
      </p:sp>
    </p:spTree>
    <p:extLst>
      <p:ext uri="{BB962C8B-B14F-4D97-AF65-F5344CB8AC3E}">
        <p14:creationId xmlns:p14="http://schemas.microsoft.com/office/powerpoint/2010/main" val="326066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2C5E7D-C7FB-09CC-426C-D6267B138556}"/>
              </a:ext>
            </a:extLst>
          </p:cNvPr>
          <p:cNvSpPr>
            <a:spLocks noGrp="1"/>
          </p:cNvSpPr>
          <p:nvPr>
            <p:ph type="title"/>
          </p:nvPr>
        </p:nvSpPr>
        <p:spPr/>
        <p:txBody>
          <a:bodyPr/>
          <a:lstStyle/>
          <a:p>
            <a:r>
              <a:rPr lang="en-US"/>
              <a:t>rethinking restricted data</a:t>
            </a:r>
          </a:p>
        </p:txBody>
      </p:sp>
      <p:sp>
        <p:nvSpPr>
          <p:cNvPr id="4" name="Footer Placeholder 3">
            <a:extLst>
              <a:ext uri="{FF2B5EF4-FFF2-40B4-BE49-F238E27FC236}">
                <a16:creationId xmlns:a16="http://schemas.microsoft.com/office/drawing/2014/main" id="{B0DD2E65-609F-D7D7-B6FD-D92066DF63BB}"/>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0F87F7DB-A531-EE81-6DB3-610E1E052A55}"/>
              </a:ext>
            </a:extLst>
          </p:cNvPr>
          <p:cNvSpPr>
            <a:spLocks noGrp="1"/>
          </p:cNvSpPr>
          <p:nvPr>
            <p:ph type="sldNum" sz="quarter" idx="12"/>
          </p:nvPr>
        </p:nvSpPr>
        <p:spPr/>
        <p:txBody>
          <a:bodyPr/>
          <a:lstStyle/>
          <a:p>
            <a:r>
              <a:rPr lang="en-US"/>
              <a:t>PAGE  </a:t>
            </a:r>
            <a:fld id="{93005692-73BE-493E-93AB-ECD6027A7652}" type="slidenum">
              <a:rPr lang="en-US" smtClean="0"/>
              <a:pPr/>
              <a:t>13</a:t>
            </a:fld>
            <a:endParaRPr lang="en-US"/>
          </a:p>
        </p:txBody>
      </p:sp>
    </p:spTree>
    <p:extLst>
      <p:ext uri="{BB962C8B-B14F-4D97-AF65-F5344CB8AC3E}">
        <p14:creationId xmlns:p14="http://schemas.microsoft.com/office/powerpoint/2010/main" val="168419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A35D4-928C-320C-1BF2-5F571F37E363}"/>
              </a:ext>
            </a:extLst>
          </p:cNvPr>
          <p:cNvSpPr>
            <a:spLocks noGrp="1"/>
          </p:cNvSpPr>
          <p:nvPr>
            <p:ph type="title"/>
          </p:nvPr>
        </p:nvSpPr>
        <p:spPr/>
        <p:txBody>
          <a:bodyPr/>
          <a:lstStyle/>
          <a:p>
            <a:r>
              <a:rPr lang="en-US"/>
              <a:t>What are restricted data?</a:t>
            </a:r>
          </a:p>
        </p:txBody>
      </p:sp>
      <p:sp>
        <p:nvSpPr>
          <p:cNvPr id="4" name="Footer Placeholder 3">
            <a:extLst>
              <a:ext uri="{FF2B5EF4-FFF2-40B4-BE49-F238E27FC236}">
                <a16:creationId xmlns:a16="http://schemas.microsoft.com/office/drawing/2014/main" id="{7FEECB1D-74D1-849A-71E5-9C72AB39DC97}"/>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97825657-9266-9861-25A1-6708C35F3B79}"/>
              </a:ext>
            </a:extLst>
          </p:cNvPr>
          <p:cNvSpPr>
            <a:spLocks noGrp="1"/>
          </p:cNvSpPr>
          <p:nvPr>
            <p:ph type="sldNum" sz="quarter" idx="12"/>
          </p:nvPr>
        </p:nvSpPr>
        <p:spPr/>
        <p:txBody>
          <a:bodyPr/>
          <a:lstStyle/>
          <a:p>
            <a:r>
              <a:rPr lang="en-US"/>
              <a:t>PAGE  </a:t>
            </a:r>
            <a:fld id="{93005692-73BE-493E-93AB-ECD6027A7652}" type="slidenum">
              <a:rPr lang="en-US" smtClean="0"/>
              <a:pPr/>
              <a:t>14</a:t>
            </a:fld>
            <a:endParaRPr lang="en-US"/>
          </a:p>
        </p:txBody>
      </p:sp>
      <p:pic>
        <p:nvPicPr>
          <p:cNvPr id="11" name="Picture 10">
            <a:extLst>
              <a:ext uri="{FF2B5EF4-FFF2-40B4-BE49-F238E27FC236}">
                <a16:creationId xmlns:a16="http://schemas.microsoft.com/office/drawing/2014/main" id="{2483D6C3-8A43-0801-ABA9-89D6C5882FE4}"/>
              </a:ext>
            </a:extLst>
          </p:cNvPr>
          <p:cNvPicPr>
            <a:picLocks noChangeAspect="1"/>
          </p:cNvPicPr>
          <p:nvPr/>
        </p:nvPicPr>
        <p:blipFill>
          <a:blip r:embed="rId2"/>
          <a:stretch>
            <a:fillRect/>
          </a:stretch>
        </p:blipFill>
        <p:spPr>
          <a:xfrm>
            <a:off x="7167132" y="1475252"/>
            <a:ext cx="4662480" cy="3277817"/>
          </a:xfrm>
          <a:prstGeom prst="rect">
            <a:avLst/>
          </a:prstGeom>
        </p:spPr>
      </p:pic>
      <p:pic>
        <p:nvPicPr>
          <p:cNvPr id="1036" name="Picture 12">
            <a:extLst>
              <a:ext uri="{FF2B5EF4-FFF2-40B4-BE49-F238E27FC236}">
                <a16:creationId xmlns:a16="http://schemas.microsoft.com/office/drawing/2014/main" id="{42E50F8C-C2CC-8868-695E-D9A1808A7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883" y="1647731"/>
            <a:ext cx="3170746" cy="383660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BE9094D0-1E75-8492-BE76-B8B53832E1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3424" y="1510214"/>
            <a:ext cx="3170912" cy="211238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25B7858F-BE6D-7815-C2D5-99CD999ACD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7433" y="3739229"/>
            <a:ext cx="4776112" cy="2318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32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FF402-D123-267F-0C95-238ED91FC732}"/>
              </a:ext>
            </a:extLst>
          </p:cNvPr>
          <p:cNvSpPr>
            <a:spLocks noGrp="1"/>
          </p:cNvSpPr>
          <p:nvPr>
            <p:ph type="title"/>
          </p:nvPr>
        </p:nvSpPr>
        <p:spPr/>
        <p:txBody>
          <a:bodyPr/>
          <a:lstStyle/>
          <a:p>
            <a:r>
              <a:rPr lang="en-US"/>
              <a:t>Defining the unknown</a:t>
            </a:r>
          </a:p>
        </p:txBody>
      </p:sp>
      <p:sp>
        <p:nvSpPr>
          <p:cNvPr id="3" name="Content Placeholder 2">
            <a:extLst>
              <a:ext uri="{FF2B5EF4-FFF2-40B4-BE49-F238E27FC236}">
                <a16:creationId xmlns:a16="http://schemas.microsoft.com/office/drawing/2014/main" id="{06450B1A-662B-B088-8D1E-0745D7070B35}"/>
              </a:ext>
            </a:extLst>
          </p:cNvPr>
          <p:cNvSpPr>
            <a:spLocks noGrp="1"/>
          </p:cNvSpPr>
          <p:nvPr>
            <p:ph idx="1"/>
          </p:nvPr>
        </p:nvSpPr>
        <p:spPr>
          <a:xfrm>
            <a:off x="362388" y="1330035"/>
            <a:ext cx="11569729" cy="5005274"/>
          </a:xfrm>
        </p:spPr>
        <p:txBody>
          <a:bodyPr>
            <a:normAutofit/>
          </a:bodyPr>
          <a:lstStyle/>
          <a:p>
            <a:pPr marL="0" indent="0" algn="ctr">
              <a:buNone/>
            </a:pPr>
            <a:r>
              <a:rPr lang="en-US"/>
              <a:t>“data that are not immediately accessible because they are restricted due to commercial, ethical, or legal reasons, or they are only available upon request” </a:t>
            </a:r>
            <a:r>
              <a:rPr lang="en-US" sz="1600"/>
              <a:t>(</a:t>
            </a:r>
            <a:r>
              <a:rPr lang="en-US" sz="1600">
                <a:hlinkClick r:id="rId2"/>
              </a:rPr>
              <a:t>Read et al., 2024</a:t>
            </a:r>
            <a:r>
              <a:rPr lang="en-US" sz="1600"/>
              <a:t>)</a:t>
            </a:r>
          </a:p>
          <a:p>
            <a:pPr marL="0" indent="0" algn="ctr">
              <a:buNone/>
            </a:pPr>
            <a:endParaRPr lang="en-US"/>
          </a:p>
          <a:p>
            <a:pPr marL="0" indent="0" algn="ctr">
              <a:buNone/>
            </a:pPr>
            <a:r>
              <a:rPr lang="en-US"/>
              <a:t>“data that cannot be released directly to the public research community due to possible risk(s) to study participants as well as the confidentiality promised to them” </a:t>
            </a:r>
            <a:r>
              <a:rPr lang="en-US" sz="1600"/>
              <a:t>(</a:t>
            </a:r>
            <a:r>
              <a:rPr lang="en-US" sz="1600">
                <a:hlinkClick r:id="rId3"/>
              </a:rPr>
              <a:t>National Institutes of Health</a:t>
            </a:r>
            <a:r>
              <a:rPr lang="en-US" sz="1600"/>
              <a:t>)</a:t>
            </a:r>
          </a:p>
          <a:p>
            <a:pPr marL="0" indent="0" algn="ctr">
              <a:buNone/>
            </a:pPr>
            <a:endParaRPr lang="en-US"/>
          </a:p>
          <a:p>
            <a:pPr marL="0" indent="0" algn="ctr">
              <a:buNone/>
            </a:pPr>
            <a:r>
              <a:rPr lang="en-US"/>
              <a:t>“Restricted access means that there is openly accessible information on how to obtain the data, but that the data are sensitive in some way, so access to them must be requested” </a:t>
            </a:r>
            <a:r>
              <a:rPr lang="en-US" sz="1600"/>
              <a:t>(</a:t>
            </a:r>
            <a:r>
              <a:rPr lang="en-US" sz="1600">
                <a:hlinkClick r:id="rId4"/>
              </a:rPr>
              <a:t>Swedish National Data Service</a:t>
            </a:r>
            <a:r>
              <a:rPr lang="en-US" sz="1600"/>
              <a:t>)</a:t>
            </a:r>
          </a:p>
          <a:p>
            <a:endParaRPr lang="en-US"/>
          </a:p>
          <a:p>
            <a:endParaRPr lang="en-US"/>
          </a:p>
          <a:p>
            <a:endParaRPr lang="en-US"/>
          </a:p>
        </p:txBody>
      </p:sp>
      <p:sp>
        <p:nvSpPr>
          <p:cNvPr id="4" name="Footer Placeholder 3">
            <a:extLst>
              <a:ext uri="{FF2B5EF4-FFF2-40B4-BE49-F238E27FC236}">
                <a16:creationId xmlns:a16="http://schemas.microsoft.com/office/drawing/2014/main" id="{CB8D693B-7B3D-B00D-425B-7F2B245ADFF7}"/>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0F35D405-DC31-4B3D-D483-9ECBBEE2C31C}"/>
              </a:ext>
            </a:extLst>
          </p:cNvPr>
          <p:cNvSpPr>
            <a:spLocks noGrp="1"/>
          </p:cNvSpPr>
          <p:nvPr>
            <p:ph type="sldNum" sz="quarter" idx="12"/>
          </p:nvPr>
        </p:nvSpPr>
        <p:spPr/>
        <p:txBody>
          <a:bodyPr/>
          <a:lstStyle/>
          <a:p>
            <a:r>
              <a:rPr lang="en-US"/>
              <a:t>PAGE  </a:t>
            </a:r>
            <a:fld id="{93005692-73BE-493E-93AB-ECD6027A7652}" type="slidenum">
              <a:rPr lang="en-US" smtClean="0"/>
              <a:pPr/>
              <a:t>15</a:t>
            </a:fld>
            <a:endParaRPr lang="en-US"/>
          </a:p>
        </p:txBody>
      </p:sp>
    </p:spTree>
    <p:extLst>
      <p:ext uri="{BB962C8B-B14F-4D97-AF65-F5344CB8AC3E}">
        <p14:creationId xmlns:p14="http://schemas.microsoft.com/office/powerpoint/2010/main" val="1790975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5C987-60A3-5DB9-E1CD-595A60C4955F}"/>
              </a:ext>
            </a:extLst>
          </p:cNvPr>
          <p:cNvSpPr>
            <a:spLocks noGrp="1"/>
          </p:cNvSpPr>
          <p:nvPr>
            <p:ph type="title"/>
          </p:nvPr>
        </p:nvSpPr>
        <p:spPr>
          <a:xfrm>
            <a:off x="259883" y="434108"/>
            <a:ext cx="11569729" cy="895927"/>
          </a:xfrm>
        </p:spPr>
        <p:txBody>
          <a:bodyPr anchor="ctr">
            <a:normAutofit/>
          </a:bodyPr>
          <a:lstStyle/>
          <a:p>
            <a:r>
              <a:rPr lang="en-US"/>
              <a:t>Restricted what? What’s the difference? </a:t>
            </a:r>
          </a:p>
        </p:txBody>
      </p:sp>
      <p:sp>
        <p:nvSpPr>
          <p:cNvPr id="4" name="Footer Placeholder 3">
            <a:extLst>
              <a:ext uri="{FF2B5EF4-FFF2-40B4-BE49-F238E27FC236}">
                <a16:creationId xmlns:a16="http://schemas.microsoft.com/office/drawing/2014/main" id="{BB79DD32-A4D8-6969-3A83-374FC83188E2}"/>
              </a:ext>
            </a:extLst>
          </p:cNvPr>
          <p:cNvSpPr>
            <a:spLocks noGrp="1"/>
          </p:cNvSpPr>
          <p:nvPr>
            <p:ph type="ftr" sz="quarter" idx="11"/>
          </p:nvPr>
        </p:nvSpPr>
        <p:spPr>
          <a:xfrm>
            <a:off x="259882" y="6335309"/>
            <a:ext cx="5226517" cy="250337"/>
          </a:xfrm>
        </p:spPr>
        <p:txBody>
          <a:bodyPr anchor="ctr">
            <a:normAutofit/>
          </a:bodyPr>
          <a:lstStyle/>
          <a:p>
            <a:r>
              <a:rPr lang="en-US"/>
              <a:t>RETHINKING RESTRICTED DATA</a:t>
            </a:r>
          </a:p>
        </p:txBody>
      </p:sp>
      <p:sp>
        <p:nvSpPr>
          <p:cNvPr id="5" name="Slide Number Placeholder 4">
            <a:extLst>
              <a:ext uri="{FF2B5EF4-FFF2-40B4-BE49-F238E27FC236}">
                <a16:creationId xmlns:a16="http://schemas.microsoft.com/office/drawing/2014/main" id="{09206CFB-79AC-3A1A-A806-391E1E76815B}"/>
              </a:ext>
            </a:extLst>
          </p:cNvPr>
          <p:cNvSpPr>
            <a:spLocks noGrp="1"/>
          </p:cNvSpPr>
          <p:nvPr>
            <p:ph type="sldNum" sz="quarter" idx="12"/>
          </p:nvPr>
        </p:nvSpPr>
        <p:spPr>
          <a:xfrm>
            <a:off x="5588000" y="6335309"/>
            <a:ext cx="1016000" cy="250337"/>
          </a:xfrm>
        </p:spPr>
        <p:txBody>
          <a:bodyPr anchor="ctr">
            <a:normAutofit/>
          </a:bodyPr>
          <a:lstStyle/>
          <a:p>
            <a:pPr>
              <a:spcAft>
                <a:spcPts val="600"/>
              </a:spcAft>
            </a:pPr>
            <a:r>
              <a:rPr lang="en-US"/>
              <a:t>PAGE  </a:t>
            </a:r>
            <a:fld id="{93005692-73BE-493E-93AB-ECD6027A7652}" type="slidenum">
              <a:rPr lang="en-US" smtClean="0"/>
              <a:pPr>
                <a:spcAft>
                  <a:spcPts val="600"/>
                </a:spcAft>
              </a:pPr>
              <a:t>16</a:t>
            </a:fld>
            <a:endParaRPr lang="en-US"/>
          </a:p>
        </p:txBody>
      </p:sp>
      <p:graphicFrame>
        <p:nvGraphicFramePr>
          <p:cNvPr id="7" name="Content Placeholder 2">
            <a:extLst>
              <a:ext uri="{FF2B5EF4-FFF2-40B4-BE49-F238E27FC236}">
                <a16:creationId xmlns:a16="http://schemas.microsoft.com/office/drawing/2014/main" id="{67802BDC-8711-A16C-D326-64CDE2E48349}"/>
              </a:ext>
            </a:extLst>
          </p:cNvPr>
          <p:cNvGraphicFramePr>
            <a:graphicFrameLocks noGrp="1"/>
          </p:cNvGraphicFramePr>
          <p:nvPr>
            <p:ph idx="1"/>
            <p:extLst>
              <p:ext uri="{D42A27DB-BD31-4B8C-83A1-F6EECF244321}">
                <p14:modId xmlns:p14="http://schemas.microsoft.com/office/powerpoint/2010/main" val="960997443"/>
              </p:ext>
            </p:extLst>
          </p:nvPr>
        </p:nvGraphicFramePr>
        <p:xfrm>
          <a:off x="259882" y="1413163"/>
          <a:ext cx="11569729" cy="45951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028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32A41-37C5-635E-30DF-7CF5A40BA2D7}"/>
              </a:ext>
            </a:extLst>
          </p:cNvPr>
          <p:cNvSpPr>
            <a:spLocks noGrp="1"/>
          </p:cNvSpPr>
          <p:nvPr>
            <p:ph type="title"/>
          </p:nvPr>
        </p:nvSpPr>
        <p:spPr/>
        <p:txBody>
          <a:bodyPr/>
          <a:lstStyle/>
          <a:p>
            <a:r>
              <a:rPr lang="en-US"/>
              <a:t>Why are things restricted? </a:t>
            </a:r>
          </a:p>
        </p:txBody>
      </p:sp>
      <p:graphicFrame>
        <p:nvGraphicFramePr>
          <p:cNvPr id="6" name="Content Placeholder 5">
            <a:extLst>
              <a:ext uri="{FF2B5EF4-FFF2-40B4-BE49-F238E27FC236}">
                <a16:creationId xmlns:a16="http://schemas.microsoft.com/office/drawing/2014/main" id="{28E75275-3C5D-45FD-4718-070877606ADF}"/>
              </a:ext>
            </a:extLst>
          </p:cNvPr>
          <p:cNvGraphicFramePr>
            <a:graphicFrameLocks noGrp="1"/>
          </p:cNvGraphicFramePr>
          <p:nvPr>
            <p:ph idx="1"/>
            <p:extLst>
              <p:ext uri="{D42A27DB-BD31-4B8C-83A1-F6EECF244321}">
                <p14:modId xmlns:p14="http://schemas.microsoft.com/office/powerpoint/2010/main" val="2282919918"/>
              </p:ext>
            </p:extLst>
          </p:nvPr>
        </p:nvGraphicFramePr>
        <p:xfrm>
          <a:off x="6537612" y="1330035"/>
          <a:ext cx="5292000" cy="45951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BEACD8DE-7DE2-790A-A0EA-2ABDBC2720D6}"/>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4FD11DBC-A110-4284-0F1F-0224F69324DE}"/>
              </a:ext>
            </a:extLst>
          </p:cNvPr>
          <p:cNvSpPr>
            <a:spLocks noGrp="1"/>
          </p:cNvSpPr>
          <p:nvPr>
            <p:ph type="sldNum" sz="quarter" idx="12"/>
          </p:nvPr>
        </p:nvSpPr>
        <p:spPr/>
        <p:txBody>
          <a:bodyPr/>
          <a:lstStyle/>
          <a:p>
            <a:r>
              <a:rPr lang="en-US"/>
              <a:t>PAGE  </a:t>
            </a:r>
            <a:fld id="{93005692-73BE-493E-93AB-ECD6027A7652}" type="slidenum">
              <a:rPr lang="en-US" smtClean="0"/>
              <a:pPr/>
              <a:t>17</a:t>
            </a:fld>
            <a:endParaRPr lang="en-US"/>
          </a:p>
        </p:txBody>
      </p:sp>
      <p:graphicFrame>
        <p:nvGraphicFramePr>
          <p:cNvPr id="3" name="Content Placeholder 5">
            <a:extLst>
              <a:ext uri="{FF2B5EF4-FFF2-40B4-BE49-F238E27FC236}">
                <a16:creationId xmlns:a16="http://schemas.microsoft.com/office/drawing/2014/main" id="{4C7596EA-E94C-9B56-463D-CFEF0CF6F68A}"/>
              </a:ext>
            </a:extLst>
          </p:cNvPr>
          <p:cNvGraphicFramePr>
            <a:graphicFrameLocks/>
          </p:cNvGraphicFramePr>
          <p:nvPr>
            <p:extLst>
              <p:ext uri="{D42A27DB-BD31-4B8C-83A1-F6EECF244321}">
                <p14:modId xmlns:p14="http://schemas.microsoft.com/office/powerpoint/2010/main" val="2385510233"/>
              </p:ext>
            </p:extLst>
          </p:nvPr>
        </p:nvGraphicFramePr>
        <p:xfrm>
          <a:off x="362989" y="1320157"/>
          <a:ext cx="5291400" cy="45951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752053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6461-8480-6C03-DF43-CE171FC1F005}"/>
              </a:ext>
            </a:extLst>
          </p:cNvPr>
          <p:cNvSpPr>
            <a:spLocks noGrp="1"/>
          </p:cNvSpPr>
          <p:nvPr>
            <p:ph type="title"/>
          </p:nvPr>
        </p:nvSpPr>
        <p:spPr/>
        <p:txBody>
          <a:bodyPr/>
          <a:lstStyle/>
          <a:p>
            <a:r>
              <a:rPr lang="en-CA"/>
              <a:t>Unique challenges</a:t>
            </a:r>
          </a:p>
        </p:txBody>
      </p:sp>
      <p:sp>
        <p:nvSpPr>
          <p:cNvPr id="3" name="Content Placeholder 2">
            <a:extLst>
              <a:ext uri="{FF2B5EF4-FFF2-40B4-BE49-F238E27FC236}">
                <a16:creationId xmlns:a16="http://schemas.microsoft.com/office/drawing/2014/main" id="{9634302A-D56D-A944-4D41-0224643DBFE6}"/>
              </a:ext>
            </a:extLst>
          </p:cNvPr>
          <p:cNvSpPr>
            <a:spLocks noGrp="1"/>
          </p:cNvSpPr>
          <p:nvPr>
            <p:ph idx="1"/>
          </p:nvPr>
        </p:nvSpPr>
        <p:spPr>
          <a:xfrm>
            <a:off x="259882" y="1413163"/>
            <a:ext cx="7091531" cy="5172483"/>
          </a:xfrm>
        </p:spPr>
        <p:txBody>
          <a:bodyPr/>
          <a:lstStyle/>
          <a:p>
            <a:r>
              <a:rPr lang="en-CA"/>
              <a:t>Complex &amp; time-consuming approvals</a:t>
            </a:r>
          </a:p>
          <a:p>
            <a:pPr lvl="1"/>
            <a:r>
              <a:rPr lang="en-CA"/>
              <a:t>Difficult to navigate request processes </a:t>
            </a:r>
          </a:p>
          <a:p>
            <a:r>
              <a:rPr lang="en-CA"/>
              <a:t>Resource intensive to access</a:t>
            </a:r>
          </a:p>
          <a:p>
            <a:r>
              <a:rPr lang="en-CA"/>
              <a:t>Lack sufficient documentation (more than usual)</a:t>
            </a:r>
          </a:p>
          <a:p>
            <a:r>
              <a:rPr lang="en-CA"/>
              <a:t>Often poor quality</a:t>
            </a:r>
          </a:p>
          <a:p>
            <a:r>
              <a:rPr lang="en-CA"/>
              <a:t>Sparse or non-existent metadata limit discovery</a:t>
            </a:r>
          </a:p>
          <a:p>
            <a:r>
              <a:rPr lang="en-CA"/>
              <a:t>Inadequate infrastructure for data sharing</a:t>
            </a:r>
          </a:p>
          <a:p>
            <a:r>
              <a:rPr lang="en-CA"/>
              <a:t>Can’t use what you don’t know is there</a:t>
            </a:r>
          </a:p>
        </p:txBody>
      </p:sp>
      <p:sp>
        <p:nvSpPr>
          <p:cNvPr id="4" name="Footer Placeholder 3">
            <a:extLst>
              <a:ext uri="{FF2B5EF4-FFF2-40B4-BE49-F238E27FC236}">
                <a16:creationId xmlns:a16="http://schemas.microsoft.com/office/drawing/2014/main" id="{9D001523-E45C-F65C-7855-4373E3127302}"/>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21A2DBE0-CCFB-F70E-B667-B53C5573C75C}"/>
              </a:ext>
            </a:extLst>
          </p:cNvPr>
          <p:cNvSpPr>
            <a:spLocks noGrp="1"/>
          </p:cNvSpPr>
          <p:nvPr>
            <p:ph type="sldNum" sz="quarter" idx="12"/>
          </p:nvPr>
        </p:nvSpPr>
        <p:spPr/>
        <p:txBody>
          <a:bodyPr/>
          <a:lstStyle/>
          <a:p>
            <a:r>
              <a:rPr lang="en-US"/>
              <a:t>PAGE  </a:t>
            </a:r>
            <a:fld id="{93005692-73BE-493E-93AB-ECD6027A7652}" type="slidenum">
              <a:rPr lang="en-US" smtClean="0"/>
              <a:pPr/>
              <a:t>18</a:t>
            </a:fld>
            <a:endParaRPr lang="en-US"/>
          </a:p>
        </p:txBody>
      </p:sp>
      <p:pic>
        <p:nvPicPr>
          <p:cNvPr id="2050" name="Picture 2">
            <a:extLst>
              <a:ext uri="{FF2B5EF4-FFF2-40B4-BE49-F238E27FC236}">
                <a16:creationId xmlns:a16="http://schemas.microsoft.com/office/drawing/2014/main" id="{E823C11D-5E95-7BBC-DE62-21B6573D85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1414" y="1547335"/>
            <a:ext cx="4478197" cy="3763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272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EA8A-DF1B-D3E9-34F5-EB1B1339B298}"/>
              </a:ext>
            </a:extLst>
          </p:cNvPr>
          <p:cNvSpPr>
            <a:spLocks noGrp="1"/>
          </p:cNvSpPr>
          <p:nvPr>
            <p:ph type="title"/>
          </p:nvPr>
        </p:nvSpPr>
        <p:spPr/>
        <p:txBody>
          <a:bodyPr/>
          <a:lstStyle/>
          <a:p>
            <a:r>
              <a:rPr lang="en-CA"/>
              <a:t>Restricted data: Limited to health contexts?</a:t>
            </a:r>
          </a:p>
        </p:txBody>
      </p:sp>
      <p:sp>
        <p:nvSpPr>
          <p:cNvPr id="3" name="Content Placeholder 2">
            <a:extLst>
              <a:ext uri="{FF2B5EF4-FFF2-40B4-BE49-F238E27FC236}">
                <a16:creationId xmlns:a16="http://schemas.microsoft.com/office/drawing/2014/main" id="{C053E5CB-AFCF-E8C4-8DC4-E12A05566DCF}"/>
              </a:ext>
            </a:extLst>
          </p:cNvPr>
          <p:cNvSpPr>
            <a:spLocks noGrp="1"/>
          </p:cNvSpPr>
          <p:nvPr>
            <p:ph idx="1"/>
          </p:nvPr>
        </p:nvSpPr>
        <p:spPr>
          <a:xfrm>
            <a:off x="259883" y="1413163"/>
            <a:ext cx="7052704" cy="4595117"/>
          </a:xfrm>
        </p:spPr>
        <p:txBody>
          <a:bodyPr/>
          <a:lstStyle/>
          <a:p>
            <a:r>
              <a:rPr lang="en-CA"/>
              <a:t>Restricted data appears across many disciplines </a:t>
            </a:r>
          </a:p>
          <a:p>
            <a:r>
              <a:rPr lang="en-CA"/>
              <a:t>Disciplines may have different reasons for restricting data</a:t>
            </a:r>
          </a:p>
          <a:p>
            <a:r>
              <a:rPr lang="en-CA"/>
              <a:t>Inter-disciplinary research may add additional challenges</a:t>
            </a:r>
          </a:p>
          <a:p>
            <a:r>
              <a:rPr lang="en-CA"/>
              <a:t>Extractive research appears in many disciplines</a:t>
            </a:r>
          </a:p>
          <a:p>
            <a:r>
              <a:rPr lang="en-CA"/>
              <a:t>Historically extractive disciplines may have additional considerations</a:t>
            </a:r>
          </a:p>
        </p:txBody>
      </p:sp>
      <p:sp>
        <p:nvSpPr>
          <p:cNvPr id="4" name="Footer Placeholder 3">
            <a:extLst>
              <a:ext uri="{FF2B5EF4-FFF2-40B4-BE49-F238E27FC236}">
                <a16:creationId xmlns:a16="http://schemas.microsoft.com/office/drawing/2014/main" id="{D970FDC9-A0DA-AD38-3989-B4AF1DCEF2A6}"/>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60C63900-380E-0EBF-EF66-AC5D44DE4DE9}"/>
              </a:ext>
            </a:extLst>
          </p:cNvPr>
          <p:cNvSpPr>
            <a:spLocks noGrp="1"/>
          </p:cNvSpPr>
          <p:nvPr>
            <p:ph type="sldNum" sz="quarter" idx="12"/>
          </p:nvPr>
        </p:nvSpPr>
        <p:spPr/>
        <p:txBody>
          <a:bodyPr/>
          <a:lstStyle/>
          <a:p>
            <a:r>
              <a:rPr lang="en-US"/>
              <a:t>PAGE  </a:t>
            </a:r>
            <a:fld id="{93005692-73BE-493E-93AB-ECD6027A7652}" type="slidenum">
              <a:rPr lang="en-US" smtClean="0"/>
              <a:pPr/>
              <a:t>19</a:t>
            </a:fld>
            <a:endParaRPr lang="en-US"/>
          </a:p>
        </p:txBody>
      </p:sp>
      <p:pic>
        <p:nvPicPr>
          <p:cNvPr id="7" name="Picture 6">
            <a:extLst>
              <a:ext uri="{FF2B5EF4-FFF2-40B4-BE49-F238E27FC236}">
                <a16:creationId xmlns:a16="http://schemas.microsoft.com/office/drawing/2014/main" id="{6160F320-DD42-8014-FF03-4885515240C5}"/>
              </a:ext>
            </a:extLst>
          </p:cNvPr>
          <p:cNvPicPr>
            <a:picLocks noChangeAspect="1"/>
          </p:cNvPicPr>
          <p:nvPr/>
        </p:nvPicPr>
        <p:blipFill>
          <a:blip r:embed="rId2"/>
          <a:stretch>
            <a:fillRect/>
          </a:stretch>
        </p:blipFill>
        <p:spPr>
          <a:xfrm>
            <a:off x="7312587" y="1828799"/>
            <a:ext cx="4517025" cy="3354309"/>
          </a:xfrm>
          <a:prstGeom prst="rect">
            <a:avLst/>
          </a:prstGeom>
        </p:spPr>
      </p:pic>
    </p:spTree>
    <p:extLst>
      <p:ext uri="{BB962C8B-B14F-4D97-AF65-F5344CB8AC3E}">
        <p14:creationId xmlns:p14="http://schemas.microsoft.com/office/powerpoint/2010/main" val="3842394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AD80-8438-8085-AA30-11E3EF66155D}"/>
              </a:ext>
            </a:extLst>
          </p:cNvPr>
          <p:cNvSpPr>
            <a:spLocks noGrp="1"/>
          </p:cNvSpPr>
          <p:nvPr>
            <p:ph type="title"/>
          </p:nvPr>
        </p:nvSpPr>
        <p:spPr/>
        <p:txBody>
          <a:bodyPr/>
          <a:lstStyle/>
          <a:p>
            <a:r>
              <a:rPr lang="en-CA"/>
              <a:t>Sharing fossil data: A case study</a:t>
            </a:r>
          </a:p>
        </p:txBody>
      </p:sp>
      <p:sp>
        <p:nvSpPr>
          <p:cNvPr id="3" name="Content Placeholder 2">
            <a:extLst>
              <a:ext uri="{FF2B5EF4-FFF2-40B4-BE49-F238E27FC236}">
                <a16:creationId xmlns:a16="http://schemas.microsoft.com/office/drawing/2014/main" id="{7F6CF263-4D03-D791-EFFA-B119D6378234}"/>
              </a:ext>
            </a:extLst>
          </p:cNvPr>
          <p:cNvSpPr>
            <a:spLocks noGrp="1"/>
          </p:cNvSpPr>
          <p:nvPr>
            <p:ph idx="1"/>
          </p:nvPr>
        </p:nvSpPr>
        <p:spPr>
          <a:xfrm>
            <a:off x="259883" y="1413163"/>
            <a:ext cx="7118692" cy="5010729"/>
          </a:xfrm>
        </p:spPr>
        <p:txBody>
          <a:bodyPr>
            <a:normAutofit/>
          </a:bodyPr>
          <a:lstStyle/>
          <a:p>
            <a:r>
              <a:rPr lang="en-CA"/>
              <a:t>Fossils are unique—literally one of a kind</a:t>
            </a:r>
          </a:p>
          <a:p>
            <a:r>
              <a:rPr lang="en-CA"/>
              <a:t>Often considered cultural heritage</a:t>
            </a:r>
          </a:p>
          <a:p>
            <a:r>
              <a:rPr lang="en-CA"/>
              <a:t>Subject to modern geopolitics based on modern borders</a:t>
            </a:r>
          </a:p>
          <a:p>
            <a:r>
              <a:rPr lang="en-CA"/>
              <a:t>Extremely fragile to work with</a:t>
            </a:r>
          </a:p>
          <a:p>
            <a:r>
              <a:rPr lang="en-CA"/>
              <a:t>Researchers often build their careers on a small set of data</a:t>
            </a:r>
          </a:p>
          <a:p>
            <a:pPr lvl="1"/>
            <a:r>
              <a:rPr lang="en-CA" sz="2200"/>
              <a:t>Single site</a:t>
            </a:r>
          </a:p>
          <a:p>
            <a:pPr lvl="1"/>
            <a:r>
              <a:rPr lang="en-CA" sz="2200"/>
              <a:t>Single fossil or set of fossils</a:t>
            </a:r>
            <a:endParaRPr lang="en-CA"/>
          </a:p>
        </p:txBody>
      </p:sp>
      <p:sp>
        <p:nvSpPr>
          <p:cNvPr id="4" name="Footer Placeholder 3">
            <a:extLst>
              <a:ext uri="{FF2B5EF4-FFF2-40B4-BE49-F238E27FC236}">
                <a16:creationId xmlns:a16="http://schemas.microsoft.com/office/drawing/2014/main" id="{1318306C-9CFB-DA0B-1291-AED7CFD459ED}"/>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DE4602FC-129C-F3DB-8CCF-4DE176336112}"/>
              </a:ext>
            </a:extLst>
          </p:cNvPr>
          <p:cNvSpPr>
            <a:spLocks noGrp="1"/>
          </p:cNvSpPr>
          <p:nvPr>
            <p:ph type="sldNum" sz="quarter" idx="12"/>
          </p:nvPr>
        </p:nvSpPr>
        <p:spPr/>
        <p:txBody>
          <a:bodyPr/>
          <a:lstStyle/>
          <a:p>
            <a:r>
              <a:rPr lang="en-US"/>
              <a:t>PAGE  </a:t>
            </a:r>
            <a:fld id="{93005692-73BE-493E-93AB-ECD6027A7652}" type="slidenum">
              <a:rPr lang="en-US" smtClean="0"/>
              <a:pPr/>
              <a:t>20</a:t>
            </a:fld>
            <a:endParaRPr lang="en-US"/>
          </a:p>
        </p:txBody>
      </p:sp>
      <p:pic>
        <p:nvPicPr>
          <p:cNvPr id="1028" name="Picture 4" descr="A new small-bodied hominin from the Late Pleistocene of Flores, Indonesia |  Nature">
            <a:extLst>
              <a:ext uri="{FF2B5EF4-FFF2-40B4-BE49-F238E27FC236}">
                <a16:creationId xmlns:a16="http://schemas.microsoft.com/office/drawing/2014/main" id="{EC6575F6-F96B-7DF4-47C8-8471D78085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5658" y="882071"/>
            <a:ext cx="3171126" cy="4788278"/>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370;p43">
            <a:extLst>
              <a:ext uri="{FF2B5EF4-FFF2-40B4-BE49-F238E27FC236}">
                <a16:creationId xmlns:a16="http://schemas.microsoft.com/office/drawing/2014/main" id="{D92EE020-7DDD-A594-1D71-F27905360ADD}"/>
              </a:ext>
            </a:extLst>
          </p:cNvPr>
          <p:cNvSpPr txBox="1"/>
          <p:nvPr/>
        </p:nvSpPr>
        <p:spPr>
          <a:xfrm>
            <a:off x="10329424" y="5670349"/>
            <a:ext cx="1115014" cy="20771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b="0" i="0" u="none" strike="noStrike" cap="none">
                <a:solidFill>
                  <a:schemeClr val="dk1"/>
                </a:solidFill>
                <a:ea typeface="Verdana"/>
                <a:cs typeface="Verdana"/>
                <a:sym typeface="Verdana"/>
                <a:hlinkClick r:id="rId3"/>
              </a:rPr>
              <a:t>Brown et al., 2004</a:t>
            </a:r>
            <a:endParaRPr sz="1200"/>
          </a:p>
        </p:txBody>
      </p:sp>
    </p:spTree>
    <p:extLst>
      <p:ext uri="{BB962C8B-B14F-4D97-AF65-F5344CB8AC3E}">
        <p14:creationId xmlns:p14="http://schemas.microsoft.com/office/powerpoint/2010/main" val="49722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609C-5EDD-5EF8-16CA-5A386DEB2B54}"/>
              </a:ext>
            </a:extLst>
          </p:cNvPr>
          <p:cNvSpPr>
            <a:spLocks noGrp="1"/>
          </p:cNvSpPr>
          <p:nvPr>
            <p:ph type="title"/>
          </p:nvPr>
        </p:nvSpPr>
        <p:spPr/>
        <p:txBody>
          <a:bodyPr/>
          <a:lstStyle/>
          <a:p>
            <a:r>
              <a:rPr lang="en-CA"/>
              <a:t>Sharing fossil data: Sociocultural challenges</a:t>
            </a:r>
          </a:p>
        </p:txBody>
      </p:sp>
      <p:sp>
        <p:nvSpPr>
          <p:cNvPr id="3" name="Content Placeholder 2">
            <a:extLst>
              <a:ext uri="{FF2B5EF4-FFF2-40B4-BE49-F238E27FC236}">
                <a16:creationId xmlns:a16="http://schemas.microsoft.com/office/drawing/2014/main" id="{008347B9-2B82-A055-B233-6B7BD66590B6}"/>
              </a:ext>
            </a:extLst>
          </p:cNvPr>
          <p:cNvSpPr>
            <a:spLocks noGrp="1"/>
          </p:cNvSpPr>
          <p:nvPr>
            <p:ph idx="1"/>
          </p:nvPr>
        </p:nvSpPr>
        <p:spPr>
          <a:xfrm>
            <a:off x="259883" y="1413163"/>
            <a:ext cx="6684126" cy="4595117"/>
          </a:xfrm>
        </p:spPr>
        <p:txBody>
          <a:bodyPr/>
          <a:lstStyle/>
          <a:p>
            <a:r>
              <a:rPr lang="en-CA"/>
              <a:t>Anthropology &amp; archaeology have a deeply colonial history</a:t>
            </a:r>
          </a:p>
          <a:p>
            <a:pPr lvl="1"/>
            <a:r>
              <a:rPr lang="en-CA" sz="2200"/>
              <a:t>Historically extractive research &amp; well-known for it</a:t>
            </a:r>
          </a:p>
          <a:p>
            <a:r>
              <a:rPr lang="en-CA" sz="2600"/>
              <a:t>Research often done by Western researchers and excludes local communities and researchers</a:t>
            </a:r>
          </a:p>
          <a:p>
            <a:r>
              <a:rPr lang="en-CA" sz="2600"/>
              <a:t>Artifacts &amp; fossil remains often leave their country of origin </a:t>
            </a:r>
          </a:p>
        </p:txBody>
      </p:sp>
      <p:sp>
        <p:nvSpPr>
          <p:cNvPr id="4" name="Footer Placeholder 3">
            <a:extLst>
              <a:ext uri="{FF2B5EF4-FFF2-40B4-BE49-F238E27FC236}">
                <a16:creationId xmlns:a16="http://schemas.microsoft.com/office/drawing/2014/main" id="{A17A37A8-514B-2660-9724-6D4B8F72EB3D}"/>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D7C7BE96-F662-B633-440E-1C2FD9494845}"/>
              </a:ext>
            </a:extLst>
          </p:cNvPr>
          <p:cNvSpPr>
            <a:spLocks noGrp="1"/>
          </p:cNvSpPr>
          <p:nvPr>
            <p:ph type="sldNum" sz="quarter" idx="12"/>
          </p:nvPr>
        </p:nvSpPr>
        <p:spPr/>
        <p:txBody>
          <a:bodyPr/>
          <a:lstStyle/>
          <a:p>
            <a:r>
              <a:rPr lang="en-US"/>
              <a:t>PAGE  </a:t>
            </a:r>
            <a:fld id="{93005692-73BE-493E-93AB-ECD6027A7652}" type="slidenum">
              <a:rPr lang="en-US" smtClean="0"/>
              <a:pPr/>
              <a:t>21</a:t>
            </a:fld>
            <a:endParaRPr lang="en-US"/>
          </a:p>
        </p:txBody>
      </p:sp>
      <p:pic>
        <p:nvPicPr>
          <p:cNvPr id="7" name="Picture 6">
            <a:extLst>
              <a:ext uri="{FF2B5EF4-FFF2-40B4-BE49-F238E27FC236}">
                <a16:creationId xmlns:a16="http://schemas.microsoft.com/office/drawing/2014/main" id="{ADDB0D24-5D56-66ED-7B5F-64AE3FB0486D}"/>
              </a:ext>
            </a:extLst>
          </p:cNvPr>
          <p:cNvPicPr>
            <a:picLocks noChangeAspect="1"/>
          </p:cNvPicPr>
          <p:nvPr/>
        </p:nvPicPr>
        <p:blipFill>
          <a:blip r:embed="rId2"/>
          <a:stretch>
            <a:fillRect/>
          </a:stretch>
        </p:blipFill>
        <p:spPr>
          <a:xfrm>
            <a:off x="7152732" y="1651785"/>
            <a:ext cx="4676880" cy="3554429"/>
          </a:xfrm>
          <a:prstGeom prst="rect">
            <a:avLst/>
          </a:prstGeom>
          <a:ln>
            <a:solidFill>
              <a:schemeClr val="tx1"/>
            </a:solidFill>
          </a:ln>
        </p:spPr>
      </p:pic>
    </p:spTree>
    <p:extLst>
      <p:ext uri="{BB962C8B-B14F-4D97-AF65-F5344CB8AC3E}">
        <p14:creationId xmlns:p14="http://schemas.microsoft.com/office/powerpoint/2010/main" val="3944732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6236-7EBA-24B0-22DD-309D85A8D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9E50F-DB06-427D-4767-9C039A7671A5}"/>
              </a:ext>
            </a:extLst>
          </p:cNvPr>
          <p:cNvSpPr>
            <a:spLocks noGrp="1"/>
          </p:cNvSpPr>
          <p:nvPr>
            <p:ph type="title"/>
          </p:nvPr>
        </p:nvSpPr>
        <p:spPr/>
        <p:txBody>
          <a:bodyPr/>
          <a:lstStyle/>
          <a:p>
            <a:r>
              <a:rPr lang="en-CA"/>
              <a:t>Sharing fossil data: Physical challenges</a:t>
            </a:r>
          </a:p>
        </p:txBody>
      </p:sp>
      <p:sp>
        <p:nvSpPr>
          <p:cNvPr id="3" name="Content Placeholder 2">
            <a:extLst>
              <a:ext uri="{FF2B5EF4-FFF2-40B4-BE49-F238E27FC236}">
                <a16:creationId xmlns:a16="http://schemas.microsoft.com/office/drawing/2014/main" id="{9A340235-54DA-E65D-D6DC-B777C16EB665}"/>
              </a:ext>
            </a:extLst>
          </p:cNvPr>
          <p:cNvSpPr>
            <a:spLocks noGrp="1"/>
          </p:cNvSpPr>
          <p:nvPr>
            <p:ph idx="1"/>
          </p:nvPr>
        </p:nvSpPr>
        <p:spPr/>
        <p:txBody>
          <a:bodyPr/>
          <a:lstStyle/>
          <a:p>
            <a:r>
              <a:rPr lang="en-CA"/>
              <a:t>Fossils don’t travel well, if at all</a:t>
            </a:r>
          </a:p>
          <a:p>
            <a:r>
              <a:rPr lang="en-CA"/>
              <a:t>Extremely expensive to transport fossils</a:t>
            </a:r>
          </a:p>
          <a:p>
            <a:pPr lvl="1"/>
            <a:r>
              <a:rPr lang="en-CA"/>
              <a:t>Securely packing &amp; air travel</a:t>
            </a:r>
          </a:p>
          <a:p>
            <a:pPr lvl="1"/>
            <a:r>
              <a:rPr lang="en-CA"/>
              <a:t>Research &amp; import permits</a:t>
            </a:r>
          </a:p>
          <a:p>
            <a:pPr lvl="1"/>
            <a:r>
              <a:rPr lang="en-CA"/>
              <a:t>Storage</a:t>
            </a:r>
          </a:p>
          <a:p>
            <a:r>
              <a:rPr lang="en-CA"/>
              <a:t>Extremely expensive to travel to fossils</a:t>
            </a:r>
          </a:p>
          <a:p>
            <a:pPr lvl="1"/>
            <a:r>
              <a:rPr lang="en-CA"/>
              <a:t>Research permits</a:t>
            </a:r>
          </a:p>
          <a:p>
            <a:pPr lvl="1"/>
            <a:r>
              <a:rPr lang="en-CA"/>
              <a:t>Travelling with [expensive] equipment </a:t>
            </a:r>
          </a:p>
        </p:txBody>
      </p:sp>
      <p:sp>
        <p:nvSpPr>
          <p:cNvPr id="4" name="Footer Placeholder 3">
            <a:extLst>
              <a:ext uri="{FF2B5EF4-FFF2-40B4-BE49-F238E27FC236}">
                <a16:creationId xmlns:a16="http://schemas.microsoft.com/office/drawing/2014/main" id="{8074A126-DA61-66AA-BB92-58D6FDC17A33}"/>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1055020A-909E-F95D-A948-473F9243C970}"/>
              </a:ext>
            </a:extLst>
          </p:cNvPr>
          <p:cNvSpPr>
            <a:spLocks noGrp="1"/>
          </p:cNvSpPr>
          <p:nvPr>
            <p:ph type="sldNum" sz="quarter" idx="12"/>
          </p:nvPr>
        </p:nvSpPr>
        <p:spPr/>
        <p:txBody>
          <a:bodyPr/>
          <a:lstStyle/>
          <a:p>
            <a:r>
              <a:rPr lang="en-US"/>
              <a:t>PAGE  </a:t>
            </a:r>
            <a:fld id="{93005692-73BE-493E-93AB-ECD6027A7652}" type="slidenum">
              <a:rPr lang="en-US" smtClean="0"/>
              <a:pPr/>
              <a:t>22</a:t>
            </a:fld>
            <a:endParaRPr lang="en-US"/>
          </a:p>
        </p:txBody>
      </p:sp>
      <p:sp>
        <p:nvSpPr>
          <p:cNvPr id="6" name="Google Shape;370;p43">
            <a:extLst>
              <a:ext uri="{FF2B5EF4-FFF2-40B4-BE49-F238E27FC236}">
                <a16:creationId xmlns:a16="http://schemas.microsoft.com/office/drawing/2014/main" id="{E8EFED67-6BF0-4614-926D-FC1F5BCEB93D}"/>
              </a:ext>
            </a:extLst>
          </p:cNvPr>
          <p:cNvSpPr txBox="1"/>
          <p:nvPr/>
        </p:nvSpPr>
        <p:spPr>
          <a:xfrm>
            <a:off x="10714597" y="4976787"/>
            <a:ext cx="1115014" cy="20771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b="0" i="0" u="none" strike="noStrike" cap="none">
                <a:solidFill>
                  <a:schemeClr val="dk1"/>
                </a:solidFill>
                <a:ea typeface="Verdana"/>
                <a:cs typeface="Verdana"/>
                <a:sym typeface="Verdana"/>
                <a:hlinkClick r:id="rId2"/>
              </a:rPr>
              <a:t>Masao et al., 2016</a:t>
            </a:r>
            <a:endParaRPr sz="1200"/>
          </a:p>
        </p:txBody>
      </p:sp>
      <p:pic>
        <p:nvPicPr>
          <p:cNvPr id="3076" name="Picture 4">
            <a:extLst>
              <a:ext uri="{FF2B5EF4-FFF2-40B4-BE49-F238E27FC236}">
                <a16:creationId xmlns:a16="http://schemas.microsoft.com/office/drawing/2014/main" id="{51A3E69B-E052-FB12-833A-88BEAA7BB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9054" y="1881212"/>
            <a:ext cx="4647128" cy="30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30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1537-A128-8FF4-7A10-77DF83893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2D225-911D-F596-4A07-1C83ADE1A84B}"/>
              </a:ext>
            </a:extLst>
          </p:cNvPr>
          <p:cNvSpPr>
            <a:spLocks noGrp="1"/>
          </p:cNvSpPr>
          <p:nvPr>
            <p:ph type="title"/>
          </p:nvPr>
        </p:nvSpPr>
        <p:spPr/>
        <p:txBody>
          <a:bodyPr/>
          <a:lstStyle/>
          <a:p>
            <a:r>
              <a:rPr lang="en-CA"/>
              <a:t>Sharing fossil data: Questions of ownership</a:t>
            </a:r>
          </a:p>
        </p:txBody>
      </p:sp>
      <p:sp>
        <p:nvSpPr>
          <p:cNvPr id="3" name="Content Placeholder 2">
            <a:extLst>
              <a:ext uri="{FF2B5EF4-FFF2-40B4-BE49-F238E27FC236}">
                <a16:creationId xmlns:a16="http://schemas.microsoft.com/office/drawing/2014/main" id="{B33CB7DF-62E1-BD2B-5C38-9AD7671E8776}"/>
              </a:ext>
            </a:extLst>
          </p:cNvPr>
          <p:cNvSpPr>
            <a:spLocks noGrp="1"/>
          </p:cNvSpPr>
          <p:nvPr>
            <p:ph idx="1"/>
          </p:nvPr>
        </p:nvSpPr>
        <p:spPr>
          <a:xfrm>
            <a:off x="259883" y="1413163"/>
            <a:ext cx="5816376" cy="5010729"/>
          </a:xfrm>
        </p:spPr>
        <p:txBody>
          <a:bodyPr>
            <a:normAutofit/>
          </a:bodyPr>
          <a:lstStyle/>
          <a:p>
            <a:r>
              <a:rPr lang="en-CA"/>
              <a:t>Found within a country (e.g., Kenya)</a:t>
            </a:r>
          </a:p>
          <a:p>
            <a:r>
              <a:rPr lang="en-CA"/>
              <a:t>Found by a researcher (likely not from the same country)</a:t>
            </a:r>
          </a:p>
          <a:p>
            <a:pPr lvl="1"/>
            <a:r>
              <a:rPr lang="en-CA" sz="2200"/>
              <a:t>Finders keepers this is not</a:t>
            </a:r>
          </a:p>
          <a:p>
            <a:r>
              <a:rPr lang="en-CA"/>
              <a:t>May represent human history &amp; lineage</a:t>
            </a:r>
          </a:p>
        </p:txBody>
      </p:sp>
      <p:sp>
        <p:nvSpPr>
          <p:cNvPr id="4" name="Footer Placeholder 3">
            <a:extLst>
              <a:ext uri="{FF2B5EF4-FFF2-40B4-BE49-F238E27FC236}">
                <a16:creationId xmlns:a16="http://schemas.microsoft.com/office/drawing/2014/main" id="{E2351734-3B83-1E2E-4A05-0C55AE61D524}"/>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FD86F879-3A81-0B9C-1993-A943F0E241FB}"/>
              </a:ext>
            </a:extLst>
          </p:cNvPr>
          <p:cNvSpPr>
            <a:spLocks noGrp="1"/>
          </p:cNvSpPr>
          <p:nvPr>
            <p:ph type="sldNum" sz="quarter" idx="12"/>
          </p:nvPr>
        </p:nvSpPr>
        <p:spPr/>
        <p:txBody>
          <a:bodyPr/>
          <a:lstStyle/>
          <a:p>
            <a:r>
              <a:rPr lang="en-US"/>
              <a:t>PAGE  </a:t>
            </a:r>
            <a:fld id="{93005692-73BE-493E-93AB-ECD6027A7652}" type="slidenum">
              <a:rPr lang="en-US" smtClean="0"/>
              <a:pPr/>
              <a:t>23</a:t>
            </a:fld>
            <a:endParaRPr lang="en-US"/>
          </a:p>
        </p:txBody>
      </p:sp>
      <p:pic>
        <p:nvPicPr>
          <p:cNvPr id="8" name="Picture 7">
            <a:extLst>
              <a:ext uri="{FF2B5EF4-FFF2-40B4-BE49-F238E27FC236}">
                <a16:creationId xmlns:a16="http://schemas.microsoft.com/office/drawing/2014/main" id="{99CC94CF-7B7E-6EBA-FFA6-C156C73DF834}"/>
              </a:ext>
            </a:extLst>
          </p:cNvPr>
          <p:cNvPicPr>
            <a:picLocks noChangeAspect="1"/>
          </p:cNvPicPr>
          <p:nvPr/>
        </p:nvPicPr>
        <p:blipFill>
          <a:blip r:embed="rId2"/>
          <a:stretch>
            <a:fillRect/>
          </a:stretch>
        </p:blipFill>
        <p:spPr>
          <a:xfrm>
            <a:off x="6257328" y="4066079"/>
            <a:ext cx="5655224" cy="1748400"/>
          </a:xfrm>
          <a:prstGeom prst="rect">
            <a:avLst/>
          </a:prstGeom>
          <a:ln>
            <a:solidFill>
              <a:schemeClr val="tx1"/>
            </a:solidFill>
          </a:ln>
        </p:spPr>
      </p:pic>
      <p:sp>
        <p:nvSpPr>
          <p:cNvPr id="9" name="Content Placeholder 2">
            <a:extLst>
              <a:ext uri="{FF2B5EF4-FFF2-40B4-BE49-F238E27FC236}">
                <a16:creationId xmlns:a16="http://schemas.microsoft.com/office/drawing/2014/main" id="{C7EC34B3-00E4-DD94-365C-81CB39BC1604}"/>
              </a:ext>
            </a:extLst>
          </p:cNvPr>
          <p:cNvSpPr txBox="1">
            <a:spLocks/>
          </p:cNvSpPr>
          <p:nvPr/>
        </p:nvSpPr>
        <p:spPr>
          <a:xfrm>
            <a:off x="6029608" y="1413162"/>
            <a:ext cx="5901605" cy="5010729"/>
          </a:xfrm>
          <a:prstGeom prst="rect">
            <a:avLst/>
          </a:prstGeom>
        </p:spPr>
        <p:txBody>
          <a:bodyPr vert="horz" lIns="91440" tIns="45720" rIns="91440" bIns="45720" rtlCol="0">
            <a:normAutofit/>
          </a:bodyPr>
          <a:lst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t>Who ‘owns’ history? Can someone ‘own’ something that old? </a:t>
            </a:r>
          </a:p>
          <a:p>
            <a:r>
              <a:rPr lang="en-CA"/>
              <a:t>What about scans or replicas of fossils?</a:t>
            </a:r>
          </a:p>
          <a:p>
            <a:pPr lvl="1"/>
            <a:r>
              <a:rPr lang="en-CA" sz="2200"/>
              <a:t>Who owns those? </a:t>
            </a:r>
          </a:p>
          <a:p>
            <a:pPr lvl="1"/>
            <a:r>
              <a:rPr lang="en-CA" sz="2200"/>
              <a:t>Ownership vs. authorship? </a:t>
            </a:r>
          </a:p>
        </p:txBody>
      </p:sp>
      <p:sp>
        <p:nvSpPr>
          <p:cNvPr id="10" name="Google Shape;370;p43">
            <a:extLst>
              <a:ext uri="{FF2B5EF4-FFF2-40B4-BE49-F238E27FC236}">
                <a16:creationId xmlns:a16="http://schemas.microsoft.com/office/drawing/2014/main" id="{446733D2-D0C2-78D1-9570-BC56DB801A52}"/>
              </a:ext>
            </a:extLst>
          </p:cNvPr>
          <p:cNvSpPr txBox="1"/>
          <p:nvPr/>
        </p:nvSpPr>
        <p:spPr>
          <a:xfrm>
            <a:off x="11058628" y="5814479"/>
            <a:ext cx="1053654" cy="207719"/>
          </a:xfrm>
          <a:prstGeom prst="rect">
            <a:avLst/>
          </a:prstGeom>
          <a:noFill/>
          <a:ln>
            <a:noFill/>
          </a:ln>
        </p:spPr>
        <p:txBody>
          <a:bodyPr spcFirstLastPara="1" wrap="square" lIns="68575" tIns="34275" rIns="68575" bIns="34275" anchor="t" anchorCtr="0">
            <a:spAutoFit/>
          </a:bodyPr>
          <a:lstStyle/>
          <a:p>
            <a:pPr marL="0" marR="0" lvl="0" indent="0" rtl="0">
              <a:spcBef>
                <a:spcPts val="0"/>
              </a:spcBef>
              <a:spcAft>
                <a:spcPts val="0"/>
              </a:spcAft>
              <a:buNone/>
            </a:pPr>
            <a:r>
              <a:rPr lang="en" sz="900" b="0" i="0" u="none" strike="noStrike" cap="none">
                <a:solidFill>
                  <a:schemeClr val="dk1"/>
                </a:solidFill>
                <a:ea typeface="Verdana"/>
                <a:cs typeface="Verdana"/>
                <a:sym typeface="Verdana"/>
                <a:hlinkClick r:id="rId3"/>
              </a:rPr>
              <a:t>Associated Press</a:t>
            </a:r>
            <a:endParaRPr sz="1200"/>
          </a:p>
        </p:txBody>
      </p:sp>
      <p:pic>
        <p:nvPicPr>
          <p:cNvPr id="11" name="Picture 10">
            <a:extLst>
              <a:ext uri="{FF2B5EF4-FFF2-40B4-BE49-F238E27FC236}">
                <a16:creationId xmlns:a16="http://schemas.microsoft.com/office/drawing/2014/main" id="{11B486D7-8686-E825-5D9C-4C4E3E29ABCF}"/>
              </a:ext>
            </a:extLst>
          </p:cNvPr>
          <p:cNvPicPr>
            <a:picLocks noChangeAspect="1"/>
          </p:cNvPicPr>
          <p:nvPr/>
        </p:nvPicPr>
        <p:blipFill>
          <a:blip r:embed="rId4"/>
          <a:stretch>
            <a:fillRect/>
          </a:stretch>
        </p:blipFill>
        <p:spPr>
          <a:xfrm>
            <a:off x="256584" y="4103473"/>
            <a:ext cx="5591955" cy="1971950"/>
          </a:xfrm>
          <a:prstGeom prst="rect">
            <a:avLst/>
          </a:prstGeom>
        </p:spPr>
      </p:pic>
      <p:sp>
        <p:nvSpPr>
          <p:cNvPr id="12" name="Google Shape;370;p43">
            <a:extLst>
              <a:ext uri="{FF2B5EF4-FFF2-40B4-BE49-F238E27FC236}">
                <a16:creationId xmlns:a16="http://schemas.microsoft.com/office/drawing/2014/main" id="{0E134A6C-8EE5-206D-B6F5-84D9562A7FFC}"/>
              </a:ext>
            </a:extLst>
          </p:cNvPr>
          <p:cNvSpPr txBox="1"/>
          <p:nvPr/>
        </p:nvSpPr>
        <p:spPr>
          <a:xfrm>
            <a:off x="5190013" y="6075423"/>
            <a:ext cx="789378" cy="207719"/>
          </a:xfrm>
          <a:prstGeom prst="rect">
            <a:avLst/>
          </a:prstGeom>
          <a:noFill/>
          <a:ln>
            <a:noFill/>
          </a:ln>
        </p:spPr>
        <p:txBody>
          <a:bodyPr spcFirstLastPara="1" wrap="square" lIns="68575" tIns="34275" rIns="68575" bIns="34275" anchor="t" anchorCtr="0">
            <a:spAutoFit/>
          </a:bodyPr>
          <a:lstStyle/>
          <a:p>
            <a:pPr marL="0" marR="0" lvl="0" indent="0" rtl="0">
              <a:spcBef>
                <a:spcPts val="0"/>
              </a:spcBef>
              <a:spcAft>
                <a:spcPts val="0"/>
              </a:spcAft>
              <a:buNone/>
            </a:pPr>
            <a:r>
              <a:rPr lang="en-CA" sz="900">
                <a:hlinkClick r:id="rId5">
                  <a:extLst>
                    <a:ext uri="{A12FA001-AC4F-418D-AE19-62706E023703}">
                      <ahyp:hlinkClr xmlns:ahyp="http://schemas.microsoft.com/office/drawing/2018/hyperlinkcolor" val="tx"/>
                    </a:ext>
                  </a:extLst>
                </a:hlinkClick>
              </a:rPr>
              <a:t>Siegal, 2022</a:t>
            </a:r>
            <a:endParaRPr sz="900"/>
          </a:p>
        </p:txBody>
      </p:sp>
    </p:spTree>
    <p:extLst>
      <p:ext uri="{BB962C8B-B14F-4D97-AF65-F5344CB8AC3E}">
        <p14:creationId xmlns:p14="http://schemas.microsoft.com/office/powerpoint/2010/main" val="2940302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FA3D1-E4E8-10EF-A746-34F85BF28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1AD6D-4172-1CB0-CAF7-375ED1DC7E9C}"/>
              </a:ext>
            </a:extLst>
          </p:cNvPr>
          <p:cNvSpPr>
            <a:spLocks noGrp="1"/>
          </p:cNvSpPr>
          <p:nvPr>
            <p:ph type="title"/>
          </p:nvPr>
        </p:nvSpPr>
        <p:spPr/>
        <p:txBody>
          <a:bodyPr/>
          <a:lstStyle/>
          <a:p>
            <a:r>
              <a:rPr lang="en-CA"/>
              <a:t>Sharing fossil data: Complex to navigate</a:t>
            </a:r>
          </a:p>
        </p:txBody>
      </p:sp>
      <p:sp>
        <p:nvSpPr>
          <p:cNvPr id="4" name="Footer Placeholder 3">
            <a:extLst>
              <a:ext uri="{FF2B5EF4-FFF2-40B4-BE49-F238E27FC236}">
                <a16:creationId xmlns:a16="http://schemas.microsoft.com/office/drawing/2014/main" id="{C2BF5613-A4D7-C061-44E8-EF41521345D7}"/>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98A877DA-5D7D-A0A4-7091-C7070D7EC51F}"/>
              </a:ext>
            </a:extLst>
          </p:cNvPr>
          <p:cNvSpPr>
            <a:spLocks noGrp="1"/>
          </p:cNvSpPr>
          <p:nvPr>
            <p:ph type="sldNum" sz="quarter" idx="12"/>
          </p:nvPr>
        </p:nvSpPr>
        <p:spPr/>
        <p:txBody>
          <a:bodyPr/>
          <a:lstStyle/>
          <a:p>
            <a:r>
              <a:rPr lang="en-US"/>
              <a:t>PAGE  </a:t>
            </a:r>
            <a:fld id="{93005692-73BE-493E-93AB-ECD6027A7652}" type="slidenum">
              <a:rPr lang="en-US" smtClean="0"/>
              <a:pPr/>
              <a:t>24</a:t>
            </a:fld>
            <a:endParaRPr lang="en-US"/>
          </a:p>
        </p:txBody>
      </p:sp>
      <p:sp>
        <p:nvSpPr>
          <p:cNvPr id="12" name="Content Placeholder 2">
            <a:extLst>
              <a:ext uri="{FF2B5EF4-FFF2-40B4-BE49-F238E27FC236}">
                <a16:creationId xmlns:a16="http://schemas.microsoft.com/office/drawing/2014/main" id="{718E2306-1316-847C-4602-F2BB6D1F2E8E}"/>
              </a:ext>
            </a:extLst>
          </p:cNvPr>
          <p:cNvSpPr>
            <a:spLocks noGrp="1"/>
          </p:cNvSpPr>
          <p:nvPr>
            <p:ph idx="1"/>
          </p:nvPr>
        </p:nvSpPr>
        <p:spPr>
          <a:xfrm>
            <a:off x="259883" y="1413163"/>
            <a:ext cx="6512110" cy="4595117"/>
          </a:xfrm>
        </p:spPr>
        <p:txBody>
          <a:bodyPr/>
          <a:lstStyle/>
          <a:p>
            <a:r>
              <a:rPr lang="en-CA"/>
              <a:t>Complications add up on top of one another</a:t>
            </a:r>
          </a:p>
          <a:p>
            <a:r>
              <a:rPr lang="en-CA"/>
              <a:t>Eventually it becomes easier to just call the data restricted</a:t>
            </a:r>
          </a:p>
          <a:p>
            <a:r>
              <a:rPr lang="en-CA"/>
              <a:t>No single solution</a:t>
            </a:r>
          </a:p>
          <a:p>
            <a:r>
              <a:rPr lang="en-CA"/>
              <a:t>Continually evolving policies</a:t>
            </a:r>
          </a:p>
          <a:p>
            <a:r>
              <a:rPr lang="en-CA"/>
              <a:t>“Data available upon request”: Maybe…</a:t>
            </a:r>
          </a:p>
          <a:p>
            <a:r>
              <a:rPr lang="en-CA"/>
              <a:t>Shifts in research culture</a:t>
            </a:r>
          </a:p>
          <a:p>
            <a:endParaRPr lang="en-CA"/>
          </a:p>
          <a:p>
            <a:endParaRPr lang="en-CA"/>
          </a:p>
        </p:txBody>
      </p:sp>
      <p:pic>
        <p:nvPicPr>
          <p:cNvPr id="4098" name="Picture 2">
            <a:extLst>
              <a:ext uri="{FF2B5EF4-FFF2-40B4-BE49-F238E27FC236}">
                <a16:creationId xmlns:a16="http://schemas.microsoft.com/office/drawing/2014/main" id="{6C7E7767-BCF1-9690-0579-A99C4CC3A3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433" y="1819628"/>
            <a:ext cx="4289179" cy="3218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97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22B4D-7EBA-3061-3B91-8117335837CB}"/>
              </a:ext>
            </a:extLst>
          </p:cNvPr>
          <p:cNvSpPr>
            <a:spLocks noGrp="1"/>
          </p:cNvSpPr>
          <p:nvPr>
            <p:ph type="title"/>
          </p:nvPr>
        </p:nvSpPr>
        <p:spPr/>
        <p:txBody>
          <a:bodyPr/>
          <a:lstStyle/>
          <a:p>
            <a:r>
              <a:rPr lang="en-US"/>
              <a:t>Sharing fossil data: Data sovereignty </a:t>
            </a:r>
          </a:p>
        </p:txBody>
      </p:sp>
      <p:sp>
        <p:nvSpPr>
          <p:cNvPr id="6" name="Footer Placeholder 5">
            <a:extLst>
              <a:ext uri="{FF2B5EF4-FFF2-40B4-BE49-F238E27FC236}">
                <a16:creationId xmlns:a16="http://schemas.microsoft.com/office/drawing/2014/main" id="{31FE10EF-D950-C856-8E34-145814191995}"/>
              </a:ext>
            </a:extLst>
          </p:cNvPr>
          <p:cNvSpPr>
            <a:spLocks noGrp="1"/>
          </p:cNvSpPr>
          <p:nvPr>
            <p:ph type="ftr" sz="quarter" idx="11"/>
          </p:nvPr>
        </p:nvSpPr>
        <p:spPr/>
        <p:txBody>
          <a:bodyPr/>
          <a:lstStyle/>
          <a:p>
            <a:r>
              <a:rPr lang="en-US"/>
              <a:t>RETHINKING RESTRICTED DATA</a:t>
            </a:r>
          </a:p>
        </p:txBody>
      </p:sp>
      <p:sp>
        <p:nvSpPr>
          <p:cNvPr id="7" name="Slide Number Placeholder 6">
            <a:extLst>
              <a:ext uri="{FF2B5EF4-FFF2-40B4-BE49-F238E27FC236}">
                <a16:creationId xmlns:a16="http://schemas.microsoft.com/office/drawing/2014/main" id="{C9F492FA-199A-D7EB-4F78-0DA6A01B05D9}"/>
              </a:ext>
            </a:extLst>
          </p:cNvPr>
          <p:cNvSpPr>
            <a:spLocks noGrp="1"/>
          </p:cNvSpPr>
          <p:nvPr>
            <p:ph type="sldNum" sz="quarter" idx="12"/>
          </p:nvPr>
        </p:nvSpPr>
        <p:spPr/>
        <p:txBody>
          <a:bodyPr/>
          <a:lstStyle/>
          <a:p>
            <a:fld id="{A7A60E88-6AAD-46D7-83C2-8A096883AB79}" type="slidenum">
              <a:rPr lang="en-US" smtClean="0"/>
              <a:t>25</a:t>
            </a:fld>
            <a:endParaRPr lang="en-US"/>
          </a:p>
        </p:txBody>
      </p:sp>
      <p:sp>
        <p:nvSpPr>
          <p:cNvPr id="8" name="Rectangle: Rounded Corners 7">
            <a:extLst>
              <a:ext uri="{FF2B5EF4-FFF2-40B4-BE49-F238E27FC236}">
                <a16:creationId xmlns:a16="http://schemas.microsoft.com/office/drawing/2014/main" id="{7CABC047-F195-50E4-CAA6-BE036F7F3AA0}"/>
              </a:ext>
            </a:extLst>
          </p:cNvPr>
          <p:cNvSpPr/>
          <p:nvPr/>
        </p:nvSpPr>
        <p:spPr>
          <a:xfrm>
            <a:off x="1040524" y="1345325"/>
            <a:ext cx="10005848" cy="895927"/>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Whose data are they? Whose data should they be? </a:t>
            </a:r>
          </a:p>
        </p:txBody>
      </p:sp>
      <p:sp>
        <p:nvSpPr>
          <p:cNvPr id="9" name="Rectangle: Rounded Corners 8">
            <a:extLst>
              <a:ext uri="{FF2B5EF4-FFF2-40B4-BE49-F238E27FC236}">
                <a16:creationId xmlns:a16="http://schemas.microsoft.com/office/drawing/2014/main" id="{39DF7CF5-6427-977B-CA44-26D78F95D01A}"/>
              </a:ext>
            </a:extLst>
          </p:cNvPr>
          <p:cNvSpPr/>
          <p:nvPr/>
        </p:nvSpPr>
        <p:spPr>
          <a:xfrm>
            <a:off x="1040524" y="2601311"/>
            <a:ext cx="10005848" cy="895927"/>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Museum &amp; institutional data agreements </a:t>
            </a:r>
          </a:p>
        </p:txBody>
      </p:sp>
      <p:sp>
        <p:nvSpPr>
          <p:cNvPr id="10" name="Rectangle: Rounded Corners 9">
            <a:extLst>
              <a:ext uri="{FF2B5EF4-FFF2-40B4-BE49-F238E27FC236}">
                <a16:creationId xmlns:a16="http://schemas.microsoft.com/office/drawing/2014/main" id="{F7881203-F408-0D6C-3F9C-7A8D26F6A3AD}"/>
              </a:ext>
            </a:extLst>
          </p:cNvPr>
          <p:cNvSpPr/>
          <p:nvPr/>
        </p:nvSpPr>
        <p:spPr>
          <a:xfrm>
            <a:off x="1040524" y="3798276"/>
            <a:ext cx="10005848" cy="895927"/>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Ambiguous authorship &amp; ownership of data</a:t>
            </a:r>
          </a:p>
        </p:txBody>
      </p:sp>
      <p:sp>
        <p:nvSpPr>
          <p:cNvPr id="11" name="Rectangle: Rounded Corners 10">
            <a:extLst>
              <a:ext uri="{FF2B5EF4-FFF2-40B4-BE49-F238E27FC236}">
                <a16:creationId xmlns:a16="http://schemas.microsoft.com/office/drawing/2014/main" id="{AB1C768C-4933-69C3-1150-EB1A687B87A5}"/>
              </a:ext>
            </a:extLst>
          </p:cNvPr>
          <p:cNvSpPr/>
          <p:nvPr/>
        </p:nvSpPr>
        <p:spPr>
          <a:xfrm>
            <a:off x="1040524" y="4995241"/>
            <a:ext cx="10005848" cy="895927"/>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Colonial history of data collection</a:t>
            </a:r>
          </a:p>
        </p:txBody>
      </p:sp>
    </p:spTree>
    <p:extLst>
      <p:ext uri="{BB962C8B-B14F-4D97-AF65-F5344CB8AC3E}">
        <p14:creationId xmlns:p14="http://schemas.microsoft.com/office/powerpoint/2010/main" val="830620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C4D0-FF94-9E2F-ACD9-70CCEC006F8C}"/>
              </a:ext>
            </a:extLst>
          </p:cNvPr>
          <p:cNvSpPr>
            <a:spLocks noGrp="1"/>
          </p:cNvSpPr>
          <p:nvPr>
            <p:ph type="title"/>
          </p:nvPr>
        </p:nvSpPr>
        <p:spPr/>
        <p:txBody>
          <a:bodyPr/>
          <a:lstStyle/>
          <a:p>
            <a:r>
              <a:rPr lang="en-US"/>
              <a:t>Trying and [sort of] succeeding</a:t>
            </a:r>
          </a:p>
        </p:txBody>
      </p:sp>
      <p:sp>
        <p:nvSpPr>
          <p:cNvPr id="4" name="Footer Placeholder 3">
            <a:extLst>
              <a:ext uri="{FF2B5EF4-FFF2-40B4-BE49-F238E27FC236}">
                <a16:creationId xmlns:a16="http://schemas.microsoft.com/office/drawing/2014/main" id="{7DF0C0F1-1384-3E4A-8BC9-2910D141E638}"/>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FD4FE7D1-974C-9E43-2FAB-EE55CC64C0F4}"/>
              </a:ext>
            </a:extLst>
          </p:cNvPr>
          <p:cNvSpPr>
            <a:spLocks noGrp="1"/>
          </p:cNvSpPr>
          <p:nvPr>
            <p:ph type="sldNum" sz="quarter" idx="12"/>
          </p:nvPr>
        </p:nvSpPr>
        <p:spPr/>
        <p:txBody>
          <a:bodyPr/>
          <a:lstStyle/>
          <a:p>
            <a:r>
              <a:rPr lang="en-US"/>
              <a:t>PAGE  </a:t>
            </a:r>
            <a:fld id="{93005692-73BE-493E-93AB-ECD6027A7652}" type="slidenum">
              <a:rPr lang="en-US" smtClean="0"/>
              <a:pPr/>
              <a:t>26</a:t>
            </a:fld>
            <a:endParaRPr lang="en-US"/>
          </a:p>
        </p:txBody>
      </p:sp>
      <p:pic>
        <p:nvPicPr>
          <p:cNvPr id="7" name="Picture 6">
            <a:extLst>
              <a:ext uri="{FF2B5EF4-FFF2-40B4-BE49-F238E27FC236}">
                <a16:creationId xmlns:a16="http://schemas.microsoft.com/office/drawing/2014/main" id="{C335629B-FB35-C20B-2D1C-9017C1847908}"/>
              </a:ext>
            </a:extLst>
          </p:cNvPr>
          <p:cNvPicPr>
            <a:picLocks noChangeAspect="1"/>
          </p:cNvPicPr>
          <p:nvPr/>
        </p:nvPicPr>
        <p:blipFill>
          <a:blip r:embed="rId3"/>
          <a:stretch>
            <a:fillRect/>
          </a:stretch>
        </p:blipFill>
        <p:spPr>
          <a:xfrm>
            <a:off x="6382922" y="1100667"/>
            <a:ext cx="5690546" cy="5030772"/>
          </a:xfrm>
          <a:prstGeom prst="rect">
            <a:avLst/>
          </a:prstGeom>
        </p:spPr>
      </p:pic>
      <p:pic>
        <p:nvPicPr>
          <p:cNvPr id="9" name="Picture 8">
            <a:extLst>
              <a:ext uri="{FF2B5EF4-FFF2-40B4-BE49-F238E27FC236}">
                <a16:creationId xmlns:a16="http://schemas.microsoft.com/office/drawing/2014/main" id="{96A1F5AC-B51E-A907-EE71-83E72BAAB1F1}"/>
              </a:ext>
            </a:extLst>
          </p:cNvPr>
          <p:cNvPicPr>
            <a:picLocks noChangeAspect="1"/>
          </p:cNvPicPr>
          <p:nvPr/>
        </p:nvPicPr>
        <p:blipFill>
          <a:blip r:embed="rId4"/>
          <a:stretch>
            <a:fillRect/>
          </a:stretch>
        </p:blipFill>
        <p:spPr>
          <a:xfrm>
            <a:off x="522229" y="1647623"/>
            <a:ext cx="5065771" cy="3936860"/>
          </a:xfrm>
          <a:prstGeom prst="rect">
            <a:avLst/>
          </a:prstGeom>
        </p:spPr>
      </p:pic>
      <p:sp>
        <p:nvSpPr>
          <p:cNvPr id="10" name="Google Shape;370;p43">
            <a:extLst>
              <a:ext uri="{FF2B5EF4-FFF2-40B4-BE49-F238E27FC236}">
                <a16:creationId xmlns:a16="http://schemas.microsoft.com/office/drawing/2014/main" id="{6CA5511A-D4C0-E92A-E525-B0E1BC3E1B58}"/>
              </a:ext>
            </a:extLst>
          </p:cNvPr>
          <p:cNvSpPr txBox="1"/>
          <p:nvPr/>
        </p:nvSpPr>
        <p:spPr>
          <a:xfrm>
            <a:off x="10716875" y="5921796"/>
            <a:ext cx="1475125" cy="207719"/>
          </a:xfrm>
          <a:prstGeom prst="rect">
            <a:avLst/>
          </a:prstGeom>
          <a:noFill/>
          <a:ln>
            <a:noFill/>
          </a:ln>
        </p:spPr>
        <p:txBody>
          <a:bodyPr spcFirstLastPara="1" wrap="square" lIns="68575" tIns="34275" rIns="68575" bIns="34275" anchor="t" anchorCtr="0">
            <a:spAutoFit/>
          </a:bodyPr>
          <a:lstStyle/>
          <a:p>
            <a:pPr lvl="0"/>
            <a:r>
              <a:rPr lang="en-US" sz="900" u="sng">
                <a:hlinkClick r:id="rId5"/>
              </a:rPr>
              <a:t>ark:/87602/m4/M56923</a:t>
            </a:r>
            <a:endParaRPr sz="200"/>
          </a:p>
        </p:txBody>
      </p:sp>
    </p:spTree>
    <p:extLst>
      <p:ext uri="{BB962C8B-B14F-4D97-AF65-F5344CB8AC3E}">
        <p14:creationId xmlns:p14="http://schemas.microsoft.com/office/powerpoint/2010/main" val="243852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98D83-65C5-CD13-A966-C8586B75B7C9}"/>
              </a:ext>
            </a:extLst>
          </p:cNvPr>
          <p:cNvSpPr>
            <a:spLocks noGrp="1"/>
          </p:cNvSpPr>
          <p:nvPr>
            <p:ph type="title"/>
          </p:nvPr>
        </p:nvSpPr>
        <p:spPr/>
        <p:txBody>
          <a:bodyPr/>
          <a:lstStyle/>
          <a:p>
            <a:r>
              <a:rPr lang="en-US"/>
              <a:t>Working with Restricted data</a:t>
            </a:r>
          </a:p>
        </p:txBody>
      </p:sp>
      <p:sp>
        <p:nvSpPr>
          <p:cNvPr id="4" name="Footer Placeholder 3">
            <a:extLst>
              <a:ext uri="{FF2B5EF4-FFF2-40B4-BE49-F238E27FC236}">
                <a16:creationId xmlns:a16="http://schemas.microsoft.com/office/drawing/2014/main" id="{73C7D43B-87D5-CF81-6A0B-9437158ED275}"/>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B506E50C-9D09-E64A-718E-473D767E2144}"/>
              </a:ext>
            </a:extLst>
          </p:cNvPr>
          <p:cNvSpPr>
            <a:spLocks noGrp="1"/>
          </p:cNvSpPr>
          <p:nvPr>
            <p:ph type="sldNum" sz="quarter" idx="12"/>
          </p:nvPr>
        </p:nvSpPr>
        <p:spPr/>
        <p:txBody>
          <a:bodyPr/>
          <a:lstStyle/>
          <a:p>
            <a:r>
              <a:rPr lang="en-US"/>
              <a:t>PAGE  </a:t>
            </a:r>
            <a:fld id="{93005692-73BE-493E-93AB-ECD6027A7652}" type="slidenum">
              <a:rPr lang="en-US" smtClean="0"/>
              <a:pPr/>
              <a:t>27</a:t>
            </a:fld>
            <a:endParaRPr lang="en-US"/>
          </a:p>
        </p:txBody>
      </p:sp>
    </p:spTree>
    <p:extLst>
      <p:ext uri="{BB962C8B-B14F-4D97-AF65-F5344CB8AC3E}">
        <p14:creationId xmlns:p14="http://schemas.microsoft.com/office/powerpoint/2010/main" val="382292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search data life cycle plan, collect, process, analyse, preserve, share, reuse">
            <a:extLst>
              <a:ext uri="{FF2B5EF4-FFF2-40B4-BE49-F238E27FC236}">
                <a16:creationId xmlns:a16="http://schemas.microsoft.com/office/drawing/2014/main" id="{279AED6B-2960-1D59-3B69-1DF43363090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77913" y="882071"/>
            <a:ext cx="5333667" cy="534890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t>Research data lifecycle</a:t>
            </a:r>
          </a:p>
        </p:txBody>
      </p:sp>
      <p:sp>
        <p:nvSpPr>
          <p:cNvPr id="6" name="Footer Placeholder 5"/>
          <p:cNvSpPr>
            <a:spLocks noGrp="1"/>
          </p:cNvSpPr>
          <p:nvPr>
            <p:ph type="ftr" sz="quarter" idx="11"/>
          </p:nvPr>
        </p:nvSpPr>
        <p:spPr/>
        <p:txBody>
          <a:bodyPr/>
          <a:lstStyle/>
          <a:p>
            <a:r>
              <a:rPr lang="en-US"/>
              <a:t>RETHINKING RESTRICTED DATA</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28</a:t>
            </a:fld>
            <a:endParaRPr lang="en-US"/>
          </a:p>
        </p:txBody>
      </p:sp>
      <p:sp>
        <p:nvSpPr>
          <p:cNvPr id="5" name="Google Shape;369;p43">
            <a:extLst>
              <a:ext uri="{FF2B5EF4-FFF2-40B4-BE49-F238E27FC236}">
                <a16:creationId xmlns:a16="http://schemas.microsoft.com/office/drawing/2014/main" id="{846312FE-6A4C-9AD3-5723-54BB37BC9D51}"/>
              </a:ext>
            </a:extLst>
          </p:cNvPr>
          <p:cNvSpPr txBox="1"/>
          <p:nvPr/>
        </p:nvSpPr>
        <p:spPr>
          <a:xfrm>
            <a:off x="5029287" y="3249622"/>
            <a:ext cx="2133425" cy="561662"/>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US" sz="1600" b="1" i="0" u="none" strike="noStrike" cap="none">
                <a:solidFill>
                  <a:schemeClr val="dk1"/>
                </a:solidFill>
                <a:ea typeface="Verdana"/>
                <a:cs typeface="Verdana"/>
                <a:sym typeface="Verdana"/>
              </a:rPr>
              <a:t>Research</a:t>
            </a:r>
            <a:endParaRPr lang="en-US" sz="1200"/>
          </a:p>
          <a:p>
            <a:pPr marL="0" marR="0" lvl="0" indent="0" algn="ctr" rtl="0">
              <a:spcBef>
                <a:spcPts val="0"/>
              </a:spcBef>
              <a:spcAft>
                <a:spcPts val="0"/>
              </a:spcAft>
              <a:buNone/>
            </a:pPr>
            <a:r>
              <a:rPr lang="en-US" sz="1600" b="1" i="0" u="none" strike="noStrike" cap="none">
                <a:solidFill>
                  <a:schemeClr val="dk1"/>
                </a:solidFill>
                <a:ea typeface="Verdana"/>
                <a:cs typeface="Verdana"/>
                <a:sym typeface="Verdana"/>
              </a:rPr>
              <a:t>Data Lifecycle</a:t>
            </a:r>
            <a:endParaRPr lang="en-US" sz="1200"/>
          </a:p>
        </p:txBody>
      </p:sp>
      <p:sp>
        <p:nvSpPr>
          <p:cNvPr id="8" name="Google Shape;370;p43">
            <a:extLst>
              <a:ext uri="{FF2B5EF4-FFF2-40B4-BE49-F238E27FC236}">
                <a16:creationId xmlns:a16="http://schemas.microsoft.com/office/drawing/2014/main" id="{D2BDA808-7C44-5B78-338A-CF19ECE00E6F}"/>
              </a:ext>
            </a:extLst>
          </p:cNvPr>
          <p:cNvSpPr txBox="1"/>
          <p:nvPr/>
        </p:nvSpPr>
        <p:spPr>
          <a:xfrm>
            <a:off x="7162712" y="5975929"/>
            <a:ext cx="2774209" cy="20771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US" sz="900" b="0" i="0" u="none" strike="noStrike" cap="none">
                <a:solidFill>
                  <a:schemeClr val="dk1"/>
                </a:solidFill>
                <a:ea typeface="Verdana"/>
                <a:cs typeface="Verdana"/>
                <a:sym typeface="Verdana"/>
              </a:rPr>
              <a:t>NFDI4Microbiota Knowledge Base, 2024</a:t>
            </a:r>
            <a:endParaRPr lang="en-US" sz="1200"/>
          </a:p>
        </p:txBody>
      </p:sp>
    </p:spTree>
    <p:extLst>
      <p:ext uri="{BB962C8B-B14F-4D97-AF65-F5344CB8AC3E}">
        <p14:creationId xmlns:p14="http://schemas.microsoft.com/office/powerpoint/2010/main" val="1406854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9C13427-53D9-F7E9-C07D-1732D9D60C9A}"/>
              </a:ext>
            </a:extLst>
          </p:cNvPr>
          <p:cNvSpPr>
            <a:spLocks noGrp="1"/>
          </p:cNvSpPr>
          <p:nvPr>
            <p:ph type="title"/>
          </p:nvPr>
        </p:nvSpPr>
        <p:spPr>
          <a:xfrm>
            <a:off x="259883" y="434108"/>
            <a:ext cx="11569729" cy="895927"/>
          </a:xfrm>
        </p:spPr>
        <p:txBody>
          <a:bodyPr/>
          <a:lstStyle/>
          <a:p>
            <a:r>
              <a:rPr lang="en-US"/>
              <a:t>FAIR data</a:t>
            </a:r>
          </a:p>
        </p:txBody>
      </p:sp>
      <p:pic>
        <p:nvPicPr>
          <p:cNvPr id="6" name="Picture 6" descr=" FAIR acronym means Findable, Accessible, Interoperable, Reusable">
            <a:extLst>
              <a:ext uri="{FF2B5EF4-FFF2-40B4-BE49-F238E27FC236}">
                <a16:creationId xmlns:a16="http://schemas.microsoft.com/office/drawing/2014/main" id="{BF519D6C-CE82-4951-CD0E-9D95369E7D0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tretch/>
        </p:blipFill>
        <p:spPr bwMode="auto">
          <a:xfrm>
            <a:off x="638728" y="1413163"/>
            <a:ext cx="10812036" cy="4595117"/>
          </a:xfrm>
          <a:prstGeom prst="rect">
            <a:avLst/>
          </a:prstGeom>
          <a:solidFill>
            <a:srgbClr val="FFFFFF"/>
          </a:solidFill>
        </p:spPr>
      </p:pic>
      <p:sp>
        <p:nvSpPr>
          <p:cNvPr id="4" name="Footer Placeholder 3">
            <a:extLst>
              <a:ext uri="{FF2B5EF4-FFF2-40B4-BE49-F238E27FC236}">
                <a16:creationId xmlns:a16="http://schemas.microsoft.com/office/drawing/2014/main" id="{B6734225-56DC-710C-C143-B8E034F71E30}"/>
              </a:ext>
            </a:extLst>
          </p:cNvPr>
          <p:cNvSpPr>
            <a:spLocks noGrp="1"/>
          </p:cNvSpPr>
          <p:nvPr>
            <p:ph type="ftr" sz="quarter" idx="11"/>
          </p:nvPr>
        </p:nvSpPr>
        <p:spPr>
          <a:xfrm>
            <a:off x="259882" y="6335309"/>
            <a:ext cx="5226517" cy="250337"/>
          </a:xfrm>
        </p:spPr>
        <p:txBody>
          <a:bodyPr anchor="ctr">
            <a:normAutofit/>
          </a:bodyPr>
          <a:lstStyle/>
          <a:p>
            <a:r>
              <a:rPr lang="en-US"/>
              <a:t>RETHINKING RESTRICTED DATA</a:t>
            </a:r>
          </a:p>
        </p:txBody>
      </p:sp>
      <p:sp>
        <p:nvSpPr>
          <p:cNvPr id="5" name="Slide Number Placeholder 4">
            <a:extLst>
              <a:ext uri="{FF2B5EF4-FFF2-40B4-BE49-F238E27FC236}">
                <a16:creationId xmlns:a16="http://schemas.microsoft.com/office/drawing/2014/main" id="{927DBDFC-EB4F-A8FA-FBBA-F52A517F60A9}"/>
              </a:ext>
            </a:extLst>
          </p:cNvPr>
          <p:cNvSpPr>
            <a:spLocks noGrp="1"/>
          </p:cNvSpPr>
          <p:nvPr>
            <p:ph type="sldNum" sz="quarter" idx="12"/>
          </p:nvPr>
        </p:nvSpPr>
        <p:spPr>
          <a:xfrm>
            <a:off x="5588000" y="6335309"/>
            <a:ext cx="1016000" cy="250337"/>
          </a:xfrm>
        </p:spPr>
        <p:txBody>
          <a:bodyPr anchor="ctr">
            <a:normAutofit/>
          </a:bodyPr>
          <a:lstStyle/>
          <a:p>
            <a:pPr>
              <a:spcAft>
                <a:spcPts val="600"/>
              </a:spcAft>
            </a:pPr>
            <a:r>
              <a:rPr lang="en-US"/>
              <a:t>PAGE  </a:t>
            </a:r>
            <a:fld id="{93005692-73BE-493E-93AB-ECD6027A7652}" type="slidenum">
              <a:rPr lang="en-US" smtClean="0"/>
              <a:pPr>
                <a:spcAft>
                  <a:spcPts val="600"/>
                </a:spcAft>
              </a:pPr>
              <a:t>29</a:t>
            </a:fld>
            <a:endParaRPr lang="en-US"/>
          </a:p>
        </p:txBody>
      </p:sp>
    </p:spTree>
    <p:extLst>
      <p:ext uri="{BB962C8B-B14F-4D97-AF65-F5344CB8AC3E}">
        <p14:creationId xmlns:p14="http://schemas.microsoft.com/office/powerpoint/2010/main" val="987244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87259-164E-9103-551F-B3959FB78AF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56AE0C4-13CE-1140-AA66-4B74A6866E04}"/>
              </a:ext>
            </a:extLst>
          </p:cNvPr>
          <p:cNvSpPr>
            <a:spLocks noGrp="1"/>
          </p:cNvSpPr>
          <p:nvPr>
            <p:ph type="title"/>
          </p:nvPr>
        </p:nvSpPr>
        <p:spPr>
          <a:xfrm>
            <a:off x="259883" y="434108"/>
            <a:ext cx="11569729" cy="895927"/>
          </a:xfrm>
        </p:spPr>
        <p:txBody>
          <a:bodyPr/>
          <a:lstStyle/>
          <a:p>
            <a:r>
              <a:rPr lang="en-US"/>
              <a:t>Present- and future-proofing data</a:t>
            </a:r>
          </a:p>
        </p:txBody>
      </p:sp>
      <p:sp>
        <p:nvSpPr>
          <p:cNvPr id="4" name="Footer Placeholder 3">
            <a:extLst>
              <a:ext uri="{FF2B5EF4-FFF2-40B4-BE49-F238E27FC236}">
                <a16:creationId xmlns:a16="http://schemas.microsoft.com/office/drawing/2014/main" id="{19F0BB71-8763-27D1-D456-03ECB880F46D}"/>
              </a:ext>
            </a:extLst>
          </p:cNvPr>
          <p:cNvSpPr>
            <a:spLocks noGrp="1"/>
          </p:cNvSpPr>
          <p:nvPr>
            <p:ph type="ftr" sz="quarter" idx="11"/>
          </p:nvPr>
        </p:nvSpPr>
        <p:spPr>
          <a:xfrm>
            <a:off x="259882" y="6335309"/>
            <a:ext cx="5226517" cy="250337"/>
          </a:xfrm>
        </p:spPr>
        <p:txBody>
          <a:bodyPr anchor="ctr">
            <a:normAutofit/>
          </a:bodyPr>
          <a:lstStyle/>
          <a:p>
            <a:r>
              <a:rPr lang="en-US"/>
              <a:t>RETHINKING RESTRICTED DATA</a:t>
            </a:r>
          </a:p>
        </p:txBody>
      </p:sp>
      <p:sp>
        <p:nvSpPr>
          <p:cNvPr id="5" name="Slide Number Placeholder 4">
            <a:extLst>
              <a:ext uri="{FF2B5EF4-FFF2-40B4-BE49-F238E27FC236}">
                <a16:creationId xmlns:a16="http://schemas.microsoft.com/office/drawing/2014/main" id="{8DE3E01D-DDE6-BD97-13A8-339291952394}"/>
              </a:ext>
            </a:extLst>
          </p:cNvPr>
          <p:cNvSpPr>
            <a:spLocks noGrp="1"/>
          </p:cNvSpPr>
          <p:nvPr>
            <p:ph type="sldNum" sz="quarter" idx="12"/>
          </p:nvPr>
        </p:nvSpPr>
        <p:spPr>
          <a:xfrm>
            <a:off x="5588000" y="6335309"/>
            <a:ext cx="1016000" cy="250337"/>
          </a:xfrm>
        </p:spPr>
        <p:txBody>
          <a:bodyPr anchor="ctr">
            <a:normAutofit/>
          </a:bodyPr>
          <a:lstStyle/>
          <a:p>
            <a:pPr>
              <a:spcAft>
                <a:spcPts val="600"/>
              </a:spcAft>
            </a:pPr>
            <a:r>
              <a:rPr lang="en-US"/>
              <a:t>PAGE  </a:t>
            </a:r>
            <a:fld id="{93005692-73BE-493E-93AB-ECD6027A7652}" type="slidenum">
              <a:rPr lang="en-US" smtClean="0"/>
              <a:pPr>
                <a:spcAft>
                  <a:spcPts val="600"/>
                </a:spcAft>
              </a:pPr>
              <a:t>30</a:t>
            </a:fld>
            <a:endParaRPr lang="en-US"/>
          </a:p>
        </p:txBody>
      </p:sp>
      <p:graphicFrame>
        <p:nvGraphicFramePr>
          <p:cNvPr id="7" name="Content Placeholder 6">
            <a:extLst>
              <a:ext uri="{FF2B5EF4-FFF2-40B4-BE49-F238E27FC236}">
                <a16:creationId xmlns:a16="http://schemas.microsoft.com/office/drawing/2014/main" id="{2110E916-9DFA-E5B9-A6AE-F1C1F22DF7B4}"/>
              </a:ext>
            </a:extLst>
          </p:cNvPr>
          <p:cNvGraphicFramePr>
            <a:graphicFrameLocks noGrp="1"/>
          </p:cNvGraphicFramePr>
          <p:nvPr>
            <p:ph idx="1"/>
            <p:extLst>
              <p:ext uri="{D42A27DB-BD31-4B8C-83A1-F6EECF244321}">
                <p14:modId xmlns:p14="http://schemas.microsoft.com/office/powerpoint/2010/main" val="2387429831"/>
              </p:ext>
            </p:extLst>
          </p:nvPr>
        </p:nvGraphicFramePr>
        <p:xfrm>
          <a:off x="259912" y="2285532"/>
          <a:ext cx="11569700" cy="2108200"/>
        </p:xfrm>
        <a:graphic>
          <a:graphicData uri="http://schemas.openxmlformats.org/drawingml/2006/table">
            <a:tbl>
              <a:tblPr firstRow="1" bandRow="1">
                <a:tableStyleId>{5C22544A-7EE6-4342-B048-85BDC9FD1C3A}</a:tableStyleId>
              </a:tblPr>
              <a:tblGrid>
                <a:gridCol w="2892425">
                  <a:extLst>
                    <a:ext uri="{9D8B030D-6E8A-4147-A177-3AD203B41FA5}">
                      <a16:colId xmlns:a16="http://schemas.microsoft.com/office/drawing/2014/main" val="3617987618"/>
                    </a:ext>
                  </a:extLst>
                </a:gridCol>
                <a:gridCol w="2892425">
                  <a:extLst>
                    <a:ext uri="{9D8B030D-6E8A-4147-A177-3AD203B41FA5}">
                      <a16:colId xmlns:a16="http://schemas.microsoft.com/office/drawing/2014/main" val="4233387371"/>
                    </a:ext>
                  </a:extLst>
                </a:gridCol>
                <a:gridCol w="2892425">
                  <a:extLst>
                    <a:ext uri="{9D8B030D-6E8A-4147-A177-3AD203B41FA5}">
                      <a16:colId xmlns:a16="http://schemas.microsoft.com/office/drawing/2014/main" val="2720913795"/>
                    </a:ext>
                  </a:extLst>
                </a:gridCol>
                <a:gridCol w="2892425">
                  <a:extLst>
                    <a:ext uri="{9D8B030D-6E8A-4147-A177-3AD203B41FA5}">
                      <a16:colId xmlns:a16="http://schemas.microsoft.com/office/drawing/2014/main" val="3573703754"/>
                    </a:ext>
                  </a:extLst>
                </a:gridCol>
              </a:tblGrid>
              <a:tr h="370840">
                <a:tc>
                  <a:txBody>
                    <a:bodyPr/>
                    <a:lstStyle/>
                    <a:p>
                      <a:pPr algn="ctr"/>
                      <a:r>
                        <a:rPr lang="en-US" b="1">
                          <a:solidFill>
                            <a:schemeClr val="tx1"/>
                          </a:solidFill>
                        </a:rPr>
                        <a:t>Findable</a:t>
                      </a:r>
                    </a:p>
                  </a:txBody>
                  <a:tcPr/>
                </a:tc>
                <a:tc>
                  <a:txBody>
                    <a:bodyPr/>
                    <a:lstStyle/>
                    <a:p>
                      <a:pPr algn="ctr"/>
                      <a:r>
                        <a:rPr lang="en-US" b="1">
                          <a:solidFill>
                            <a:schemeClr val="tx1"/>
                          </a:solidFill>
                        </a:rPr>
                        <a:t>Accessible</a:t>
                      </a:r>
                    </a:p>
                  </a:txBody>
                  <a:tcPr/>
                </a:tc>
                <a:tc>
                  <a:txBody>
                    <a:bodyPr/>
                    <a:lstStyle/>
                    <a:p>
                      <a:pPr algn="ctr"/>
                      <a:r>
                        <a:rPr lang="en-US" b="1">
                          <a:solidFill>
                            <a:schemeClr val="tx1"/>
                          </a:solidFill>
                        </a:rPr>
                        <a:t>Interoperable</a:t>
                      </a:r>
                    </a:p>
                  </a:txBody>
                  <a:tcPr/>
                </a:tc>
                <a:tc>
                  <a:txBody>
                    <a:bodyPr/>
                    <a:lstStyle/>
                    <a:p>
                      <a:pPr algn="ctr"/>
                      <a:r>
                        <a:rPr lang="en-US" b="1">
                          <a:solidFill>
                            <a:schemeClr val="tx1"/>
                          </a:solidFill>
                        </a:rPr>
                        <a:t>Reusable</a:t>
                      </a:r>
                    </a:p>
                  </a:txBody>
                  <a:tcPr/>
                </a:tc>
                <a:extLst>
                  <a:ext uri="{0D108BD9-81ED-4DB2-BD59-A6C34878D82A}">
                    <a16:rowId xmlns:a16="http://schemas.microsoft.com/office/drawing/2014/main" val="3259614125"/>
                  </a:ext>
                </a:extLst>
              </a:tr>
              <a:tr h="370840">
                <a:tc>
                  <a:txBody>
                    <a:bodyPr/>
                    <a:lstStyle/>
                    <a:p>
                      <a:pPr algn="ctr"/>
                      <a:r>
                        <a:rPr lang="en-US" sz="1800" b="0" i="0" kern="1200">
                          <a:solidFill>
                            <a:schemeClr val="dk1"/>
                          </a:solidFill>
                          <a:effectLst/>
                          <a:latin typeface="+mn-lt"/>
                          <a:ea typeface="+mn-ea"/>
                          <a:cs typeface="+mn-cs"/>
                        </a:rPr>
                        <a:t>Humans and computers should be able to easily find </a:t>
                      </a:r>
                      <a:r>
                        <a:rPr lang="en-US" sz="1800" b="1" i="0" u="none" strike="noStrike" kern="1200">
                          <a:solidFill>
                            <a:schemeClr val="dk1"/>
                          </a:solidFill>
                          <a:effectLst/>
                          <a:latin typeface="+mn-lt"/>
                          <a:ea typeface="+mn-ea"/>
                          <a:cs typeface="+mn-cs"/>
                          <a:hlinkClick r:id="rId3"/>
                        </a:rPr>
                        <a:t>metadata</a:t>
                      </a:r>
                      <a:r>
                        <a:rPr lang="en-US" sz="1800" b="0" i="0" kern="1200">
                          <a:solidFill>
                            <a:schemeClr val="dk1"/>
                          </a:solidFill>
                          <a:effectLst/>
                          <a:latin typeface="+mn-lt"/>
                          <a:ea typeface="+mn-ea"/>
                          <a:cs typeface="+mn-cs"/>
                        </a:rPr>
                        <a:t> and data</a:t>
                      </a:r>
                      <a:endParaRPr lang="en-US"/>
                    </a:p>
                  </a:txBody>
                  <a:tcPr/>
                </a:tc>
                <a:tc>
                  <a:txBody>
                    <a:bodyPr/>
                    <a:lstStyle/>
                    <a:p>
                      <a:pPr algn="ctr"/>
                      <a:r>
                        <a:rPr lang="en-US" sz="1800" b="0" i="0" kern="1200">
                          <a:solidFill>
                            <a:schemeClr val="dk1"/>
                          </a:solidFill>
                          <a:effectLst/>
                          <a:latin typeface="+mn-lt"/>
                          <a:ea typeface="+mn-ea"/>
                          <a:cs typeface="+mn-cs"/>
                        </a:rPr>
                        <a:t>Once the user finds the data, they need to know how to access them and may require details around authentication and authorization</a:t>
                      </a:r>
                      <a:endParaRPr lang="en-US"/>
                    </a:p>
                  </a:txBody>
                  <a:tcPr/>
                </a:tc>
                <a:tc>
                  <a:txBody>
                    <a:bodyPr/>
                    <a:lstStyle/>
                    <a:p>
                      <a:pPr algn="ctr"/>
                      <a:r>
                        <a:rPr lang="en-US" sz="1800" b="0" i="0" kern="1200">
                          <a:solidFill>
                            <a:schemeClr val="dk1"/>
                          </a:solidFill>
                          <a:effectLst/>
                          <a:latin typeface="+mn-lt"/>
                          <a:ea typeface="+mn-ea"/>
                          <a:cs typeface="+mn-cs"/>
                        </a:rPr>
                        <a:t>Data usually need to be integrated with other data and need to interoperate with applications or workflows for analysis, storage, and processing</a:t>
                      </a:r>
                      <a:endParaRPr lang="en-US"/>
                    </a:p>
                  </a:txBody>
                  <a:tcPr/>
                </a:tc>
                <a:tc>
                  <a:txBody>
                    <a:bodyPr/>
                    <a:lstStyle/>
                    <a:p>
                      <a:pPr algn="ctr"/>
                      <a:r>
                        <a:rPr lang="en-US" sz="1800" b="0" i="0" kern="1200">
                          <a:solidFill>
                            <a:schemeClr val="dk1"/>
                          </a:solidFill>
                          <a:effectLst/>
                          <a:latin typeface="+mn-lt"/>
                          <a:ea typeface="+mn-ea"/>
                          <a:cs typeface="+mn-cs"/>
                        </a:rPr>
                        <a:t>Metadata and data should be well-described so that they can be replicated and/or combined in different settings</a:t>
                      </a:r>
                      <a:endParaRPr lang="en-US"/>
                    </a:p>
                  </a:txBody>
                  <a:tcPr/>
                </a:tc>
                <a:extLst>
                  <a:ext uri="{0D108BD9-81ED-4DB2-BD59-A6C34878D82A}">
                    <a16:rowId xmlns:a16="http://schemas.microsoft.com/office/drawing/2014/main" val="3000779824"/>
                  </a:ext>
                </a:extLst>
              </a:tr>
            </a:tbl>
          </a:graphicData>
        </a:graphic>
      </p:graphicFrame>
    </p:spTree>
    <p:extLst>
      <p:ext uri="{BB962C8B-B14F-4D97-AF65-F5344CB8AC3E}">
        <p14:creationId xmlns:p14="http://schemas.microsoft.com/office/powerpoint/2010/main" val="4100580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D985F-19A6-E1D6-9C50-F258DE59F70F}"/>
              </a:ext>
            </a:extLst>
          </p:cNvPr>
          <p:cNvSpPr>
            <a:spLocks noGrp="1"/>
          </p:cNvSpPr>
          <p:nvPr>
            <p:ph type="title"/>
          </p:nvPr>
        </p:nvSpPr>
        <p:spPr/>
        <p:txBody>
          <a:bodyPr/>
          <a:lstStyle/>
          <a:p>
            <a:r>
              <a:rPr lang="en-US"/>
              <a:t>Fair for who? </a:t>
            </a:r>
          </a:p>
        </p:txBody>
      </p:sp>
      <p:sp>
        <p:nvSpPr>
          <p:cNvPr id="3" name="Content Placeholder 2">
            <a:extLst>
              <a:ext uri="{FF2B5EF4-FFF2-40B4-BE49-F238E27FC236}">
                <a16:creationId xmlns:a16="http://schemas.microsoft.com/office/drawing/2014/main" id="{AD5E56C7-FA3C-2C8B-AC75-EECC9C577192}"/>
              </a:ext>
            </a:extLst>
          </p:cNvPr>
          <p:cNvSpPr>
            <a:spLocks noGrp="1"/>
          </p:cNvSpPr>
          <p:nvPr>
            <p:ph idx="1"/>
          </p:nvPr>
        </p:nvSpPr>
        <p:spPr>
          <a:xfrm>
            <a:off x="259883" y="1413163"/>
            <a:ext cx="6558309" cy="4595117"/>
          </a:xfrm>
        </p:spPr>
        <p:txBody>
          <a:bodyPr/>
          <a:lstStyle/>
          <a:p>
            <a:r>
              <a:rPr lang="en-US"/>
              <a:t>Before data can be FAIR for others, it must first be FAIR for you</a:t>
            </a:r>
          </a:p>
          <a:p>
            <a:pPr lvl="1"/>
            <a:r>
              <a:rPr lang="en-US"/>
              <a:t>If you can’t find or access your data, you can’t make it FAIR for others</a:t>
            </a:r>
          </a:p>
          <a:p>
            <a:r>
              <a:rPr lang="en-US"/>
              <a:t>Prioritize making sure you can find, access, open, and reuse your own data</a:t>
            </a:r>
          </a:p>
          <a:p>
            <a:pPr lvl="1"/>
            <a:r>
              <a:rPr lang="en-US"/>
              <a:t>This will help make it reusable in the future </a:t>
            </a:r>
          </a:p>
          <a:p>
            <a:endParaRPr lang="en-US"/>
          </a:p>
        </p:txBody>
      </p:sp>
      <p:sp>
        <p:nvSpPr>
          <p:cNvPr id="4" name="Footer Placeholder 3">
            <a:extLst>
              <a:ext uri="{FF2B5EF4-FFF2-40B4-BE49-F238E27FC236}">
                <a16:creationId xmlns:a16="http://schemas.microsoft.com/office/drawing/2014/main" id="{8B31A657-6908-9A02-9E24-442384547FF8}"/>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5684CE4E-BAC3-7A8C-6039-94944983038A}"/>
              </a:ext>
            </a:extLst>
          </p:cNvPr>
          <p:cNvSpPr>
            <a:spLocks noGrp="1"/>
          </p:cNvSpPr>
          <p:nvPr>
            <p:ph type="sldNum" sz="quarter" idx="12"/>
          </p:nvPr>
        </p:nvSpPr>
        <p:spPr/>
        <p:txBody>
          <a:bodyPr/>
          <a:lstStyle/>
          <a:p>
            <a:r>
              <a:rPr lang="en-US"/>
              <a:t>PAGE  </a:t>
            </a:r>
            <a:fld id="{93005692-73BE-493E-93AB-ECD6027A7652}" type="slidenum">
              <a:rPr lang="en-US" smtClean="0"/>
              <a:pPr/>
              <a:t>31</a:t>
            </a:fld>
            <a:endParaRPr lang="en-US"/>
          </a:p>
        </p:txBody>
      </p:sp>
      <p:pic>
        <p:nvPicPr>
          <p:cNvPr id="6" name="Picture 5">
            <a:extLst>
              <a:ext uri="{FF2B5EF4-FFF2-40B4-BE49-F238E27FC236}">
                <a16:creationId xmlns:a16="http://schemas.microsoft.com/office/drawing/2014/main" id="{BEE5F380-B1D6-A88D-DD69-D274BBB768EA}"/>
              </a:ext>
            </a:extLst>
          </p:cNvPr>
          <p:cNvPicPr>
            <a:picLocks noChangeAspect="1"/>
          </p:cNvPicPr>
          <p:nvPr/>
        </p:nvPicPr>
        <p:blipFill>
          <a:blip r:embed="rId2"/>
          <a:srcRect r="49316"/>
          <a:stretch/>
        </p:blipFill>
        <p:spPr>
          <a:xfrm>
            <a:off x="6818192" y="1101234"/>
            <a:ext cx="4781628" cy="4655532"/>
          </a:xfrm>
          <a:prstGeom prst="rect">
            <a:avLst/>
          </a:prstGeom>
        </p:spPr>
      </p:pic>
      <p:sp>
        <p:nvSpPr>
          <p:cNvPr id="7" name="TextBox 6">
            <a:extLst>
              <a:ext uri="{FF2B5EF4-FFF2-40B4-BE49-F238E27FC236}">
                <a16:creationId xmlns:a16="http://schemas.microsoft.com/office/drawing/2014/main" id="{2C9E1981-74A3-1B7F-D1DB-20B2F0D904AD}"/>
              </a:ext>
            </a:extLst>
          </p:cNvPr>
          <p:cNvSpPr txBox="1"/>
          <p:nvPr/>
        </p:nvSpPr>
        <p:spPr>
          <a:xfrm>
            <a:off x="10945693" y="5811703"/>
            <a:ext cx="883919" cy="230832"/>
          </a:xfrm>
          <a:prstGeom prst="rect">
            <a:avLst/>
          </a:prstGeom>
          <a:noFill/>
        </p:spPr>
        <p:txBody>
          <a:bodyPr wrap="square" rtlCol="0">
            <a:spAutoFit/>
          </a:bodyPr>
          <a:lstStyle/>
          <a:p>
            <a:r>
              <a:rPr lang="en-US" sz="900">
                <a:hlinkClick r:id="rId3"/>
              </a:rPr>
              <a:t>Baker, 2016</a:t>
            </a:r>
            <a:endParaRPr lang="en-US" sz="900"/>
          </a:p>
        </p:txBody>
      </p:sp>
    </p:spTree>
    <p:extLst>
      <p:ext uri="{BB962C8B-B14F-4D97-AF65-F5344CB8AC3E}">
        <p14:creationId xmlns:p14="http://schemas.microsoft.com/office/powerpoint/2010/main" val="357178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3A1DC-2B4D-AE27-CD56-CA01F6B3ACD4}"/>
              </a:ext>
            </a:extLst>
          </p:cNvPr>
          <p:cNvSpPr>
            <a:spLocks noGrp="1"/>
          </p:cNvSpPr>
          <p:nvPr>
            <p:ph type="title"/>
          </p:nvPr>
        </p:nvSpPr>
        <p:spPr>
          <a:noFill/>
        </p:spPr>
        <p:txBody>
          <a:bodyPr/>
          <a:lstStyle/>
          <a:p>
            <a:r>
              <a:rPr lang="en-US"/>
              <a:t>File name hall of shame</a:t>
            </a:r>
          </a:p>
        </p:txBody>
      </p:sp>
      <p:sp>
        <p:nvSpPr>
          <p:cNvPr id="4" name="Footer Placeholder 3">
            <a:extLst>
              <a:ext uri="{FF2B5EF4-FFF2-40B4-BE49-F238E27FC236}">
                <a16:creationId xmlns:a16="http://schemas.microsoft.com/office/drawing/2014/main" id="{9C0D227D-E88F-C326-A842-09BA74C2F0B2}"/>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0A151367-20A6-FFE9-6A69-0523A747DC3E}"/>
              </a:ext>
            </a:extLst>
          </p:cNvPr>
          <p:cNvSpPr>
            <a:spLocks noGrp="1"/>
          </p:cNvSpPr>
          <p:nvPr>
            <p:ph type="sldNum" sz="quarter" idx="12"/>
          </p:nvPr>
        </p:nvSpPr>
        <p:spPr/>
        <p:txBody>
          <a:bodyPr/>
          <a:lstStyle/>
          <a:p>
            <a:r>
              <a:rPr lang="en-US"/>
              <a:t>PAGE  </a:t>
            </a:r>
            <a:fld id="{93005692-73BE-493E-93AB-ECD6027A7652}" type="slidenum">
              <a:rPr lang="en-US" smtClean="0"/>
              <a:pPr/>
              <a:t>32</a:t>
            </a:fld>
            <a:endParaRPr lang="en-US"/>
          </a:p>
        </p:txBody>
      </p:sp>
      <p:pic>
        <p:nvPicPr>
          <p:cNvPr id="19" name="Picture 18" descr="A screenshot of a computer&#10;&#10;AI-generated content may be incorrect.">
            <a:extLst>
              <a:ext uri="{FF2B5EF4-FFF2-40B4-BE49-F238E27FC236}">
                <a16:creationId xmlns:a16="http://schemas.microsoft.com/office/drawing/2014/main" id="{802520D8-7323-4763-4BEA-3A2CFB1B6691}"/>
              </a:ext>
            </a:extLst>
          </p:cNvPr>
          <p:cNvPicPr>
            <a:picLocks noChangeAspect="1"/>
          </p:cNvPicPr>
          <p:nvPr/>
        </p:nvPicPr>
        <p:blipFill>
          <a:blip r:embed="rId3">
            <a:extLst>
              <a:ext uri="{28A0092B-C50C-407E-A947-70E740481C1C}">
                <a14:useLocalDpi xmlns:a14="http://schemas.microsoft.com/office/drawing/2010/main" val="0"/>
              </a:ext>
            </a:extLst>
          </a:blip>
          <a:srcRect r="26552"/>
          <a:stretch>
            <a:fillRect/>
          </a:stretch>
        </p:blipFill>
        <p:spPr>
          <a:xfrm>
            <a:off x="358772" y="1084590"/>
            <a:ext cx="2938966" cy="5139081"/>
          </a:xfrm>
          <a:prstGeom prst="rect">
            <a:avLst/>
          </a:prstGeom>
          <a:ln>
            <a:solidFill>
              <a:schemeClr val="tx1"/>
            </a:solidFill>
          </a:ln>
        </p:spPr>
      </p:pic>
      <p:pic>
        <p:nvPicPr>
          <p:cNvPr id="21" name="Picture 20" descr="A close up of a calendar&#10;&#10;AI-generated content may be incorrect.">
            <a:extLst>
              <a:ext uri="{FF2B5EF4-FFF2-40B4-BE49-F238E27FC236}">
                <a16:creationId xmlns:a16="http://schemas.microsoft.com/office/drawing/2014/main" id="{72529061-38BB-1300-F087-8C11F4A64D13}"/>
              </a:ext>
            </a:extLst>
          </p:cNvPr>
          <p:cNvPicPr>
            <a:picLocks noChangeAspect="1"/>
          </p:cNvPicPr>
          <p:nvPr/>
        </p:nvPicPr>
        <p:blipFill>
          <a:blip r:embed="rId4">
            <a:extLst>
              <a:ext uri="{28A0092B-C50C-407E-A947-70E740481C1C}">
                <a14:useLocalDpi xmlns:a14="http://schemas.microsoft.com/office/drawing/2010/main" val="0"/>
              </a:ext>
            </a:extLst>
          </a:blip>
          <a:srcRect r="36842"/>
          <a:stretch>
            <a:fillRect/>
          </a:stretch>
        </p:blipFill>
        <p:spPr>
          <a:xfrm>
            <a:off x="1901374" y="1088007"/>
            <a:ext cx="4702625" cy="1040946"/>
          </a:xfrm>
          <a:prstGeom prst="rect">
            <a:avLst/>
          </a:prstGeom>
          <a:ln>
            <a:solidFill>
              <a:schemeClr val="tx1"/>
            </a:solidFill>
          </a:ln>
        </p:spPr>
      </p:pic>
      <p:pic>
        <p:nvPicPr>
          <p:cNvPr id="13" name="Picture 12">
            <a:extLst>
              <a:ext uri="{FF2B5EF4-FFF2-40B4-BE49-F238E27FC236}">
                <a16:creationId xmlns:a16="http://schemas.microsoft.com/office/drawing/2014/main" id="{25420E3F-3FE7-908A-F31E-FDAE4AD28A8C}"/>
              </a:ext>
            </a:extLst>
          </p:cNvPr>
          <p:cNvPicPr>
            <a:picLocks noChangeAspect="1"/>
          </p:cNvPicPr>
          <p:nvPr/>
        </p:nvPicPr>
        <p:blipFill>
          <a:blip r:embed="rId5"/>
          <a:stretch>
            <a:fillRect/>
          </a:stretch>
        </p:blipFill>
        <p:spPr>
          <a:xfrm>
            <a:off x="1918290" y="2683796"/>
            <a:ext cx="2564261" cy="2691319"/>
          </a:xfrm>
          <a:prstGeom prst="rect">
            <a:avLst/>
          </a:prstGeom>
          <a:ln>
            <a:solidFill>
              <a:schemeClr val="tx1"/>
            </a:solidFill>
          </a:ln>
        </p:spPr>
      </p:pic>
      <p:pic>
        <p:nvPicPr>
          <p:cNvPr id="24" name="Picture 23">
            <a:extLst>
              <a:ext uri="{FF2B5EF4-FFF2-40B4-BE49-F238E27FC236}">
                <a16:creationId xmlns:a16="http://schemas.microsoft.com/office/drawing/2014/main" id="{6262B0E1-9614-2B4D-5D99-CFE1FE5051B6}"/>
              </a:ext>
            </a:extLst>
          </p:cNvPr>
          <p:cNvPicPr>
            <a:picLocks noChangeAspect="1"/>
          </p:cNvPicPr>
          <p:nvPr/>
        </p:nvPicPr>
        <p:blipFill>
          <a:blip r:embed="rId6"/>
          <a:stretch>
            <a:fillRect/>
          </a:stretch>
        </p:blipFill>
        <p:spPr>
          <a:xfrm>
            <a:off x="2072508" y="4236646"/>
            <a:ext cx="1333366" cy="1630808"/>
          </a:xfrm>
          <a:prstGeom prst="rect">
            <a:avLst/>
          </a:prstGeom>
          <a:ln>
            <a:solidFill>
              <a:schemeClr val="tx1"/>
            </a:solidFill>
          </a:ln>
        </p:spPr>
      </p:pic>
      <p:pic>
        <p:nvPicPr>
          <p:cNvPr id="17" name="Picture 16">
            <a:extLst>
              <a:ext uri="{FF2B5EF4-FFF2-40B4-BE49-F238E27FC236}">
                <a16:creationId xmlns:a16="http://schemas.microsoft.com/office/drawing/2014/main" id="{DA4E5144-AA3D-2FBC-11E0-7766CBA0FC82}"/>
              </a:ext>
            </a:extLst>
          </p:cNvPr>
          <p:cNvPicPr>
            <a:picLocks noChangeAspect="1"/>
          </p:cNvPicPr>
          <p:nvPr/>
        </p:nvPicPr>
        <p:blipFill>
          <a:blip r:embed="rId7"/>
          <a:stretch>
            <a:fillRect/>
          </a:stretch>
        </p:blipFill>
        <p:spPr>
          <a:xfrm>
            <a:off x="4633170" y="2215996"/>
            <a:ext cx="1714739" cy="895475"/>
          </a:xfrm>
          <a:prstGeom prst="rect">
            <a:avLst/>
          </a:prstGeom>
          <a:ln>
            <a:solidFill>
              <a:schemeClr val="tx1"/>
            </a:solidFill>
          </a:ln>
        </p:spPr>
      </p:pic>
      <p:pic>
        <p:nvPicPr>
          <p:cNvPr id="15" name="Picture 14">
            <a:extLst>
              <a:ext uri="{FF2B5EF4-FFF2-40B4-BE49-F238E27FC236}">
                <a16:creationId xmlns:a16="http://schemas.microsoft.com/office/drawing/2014/main" id="{926D6020-312B-BB45-796D-76A9CA0B3972}"/>
              </a:ext>
            </a:extLst>
          </p:cNvPr>
          <p:cNvPicPr>
            <a:picLocks noChangeAspect="1"/>
          </p:cNvPicPr>
          <p:nvPr/>
        </p:nvPicPr>
        <p:blipFill>
          <a:blip r:embed="rId8"/>
          <a:stretch>
            <a:fillRect/>
          </a:stretch>
        </p:blipFill>
        <p:spPr>
          <a:xfrm>
            <a:off x="3747920" y="3443529"/>
            <a:ext cx="1706458" cy="771969"/>
          </a:xfrm>
          <a:prstGeom prst="rect">
            <a:avLst/>
          </a:prstGeom>
          <a:ln>
            <a:solidFill>
              <a:schemeClr val="tx1"/>
            </a:solidFill>
          </a:ln>
        </p:spPr>
      </p:pic>
      <p:pic>
        <p:nvPicPr>
          <p:cNvPr id="27" name="Picture 26" descr="A close up of a calendar&#10;&#10;AI-generated content may be incorrect.">
            <a:extLst>
              <a:ext uri="{FF2B5EF4-FFF2-40B4-BE49-F238E27FC236}">
                <a16:creationId xmlns:a16="http://schemas.microsoft.com/office/drawing/2014/main" id="{E55F4963-C89F-6E1F-9645-E161992307ED}"/>
              </a:ext>
            </a:extLst>
          </p:cNvPr>
          <p:cNvPicPr>
            <a:picLocks noChangeAspect="1"/>
          </p:cNvPicPr>
          <p:nvPr/>
        </p:nvPicPr>
        <p:blipFill>
          <a:blip r:embed="rId9">
            <a:extLst>
              <a:ext uri="{28A0092B-C50C-407E-A947-70E740481C1C}">
                <a14:useLocalDpi xmlns:a14="http://schemas.microsoft.com/office/drawing/2010/main" val="0"/>
              </a:ext>
            </a:extLst>
          </a:blip>
          <a:srcRect r="27109"/>
          <a:stretch>
            <a:fillRect/>
          </a:stretch>
        </p:blipFill>
        <p:spPr>
          <a:xfrm>
            <a:off x="3484171" y="5067944"/>
            <a:ext cx="4702625" cy="1104900"/>
          </a:xfrm>
          <a:prstGeom prst="rect">
            <a:avLst/>
          </a:prstGeom>
          <a:ln>
            <a:solidFill>
              <a:schemeClr val="tx1"/>
            </a:solidFill>
          </a:ln>
        </p:spPr>
      </p:pic>
      <p:pic>
        <p:nvPicPr>
          <p:cNvPr id="23" name="Picture 22">
            <a:extLst>
              <a:ext uri="{FF2B5EF4-FFF2-40B4-BE49-F238E27FC236}">
                <a16:creationId xmlns:a16="http://schemas.microsoft.com/office/drawing/2014/main" id="{2607FE4D-47E2-C839-CE3A-0AD0BB15581A}"/>
              </a:ext>
            </a:extLst>
          </p:cNvPr>
          <p:cNvPicPr>
            <a:picLocks noChangeAspect="1"/>
          </p:cNvPicPr>
          <p:nvPr/>
        </p:nvPicPr>
        <p:blipFill>
          <a:blip r:embed="rId10"/>
          <a:stretch>
            <a:fillRect/>
          </a:stretch>
        </p:blipFill>
        <p:spPr>
          <a:xfrm>
            <a:off x="6766291" y="1263132"/>
            <a:ext cx="1937922" cy="5139081"/>
          </a:xfrm>
          <a:prstGeom prst="rect">
            <a:avLst/>
          </a:prstGeom>
          <a:ln>
            <a:solidFill>
              <a:schemeClr val="tx1"/>
            </a:solidFill>
          </a:ln>
        </p:spPr>
      </p:pic>
      <p:grpSp>
        <p:nvGrpSpPr>
          <p:cNvPr id="25" name="Group 24">
            <a:extLst>
              <a:ext uri="{FF2B5EF4-FFF2-40B4-BE49-F238E27FC236}">
                <a16:creationId xmlns:a16="http://schemas.microsoft.com/office/drawing/2014/main" id="{B19830D7-3039-AE70-E135-C38338EB891A}"/>
              </a:ext>
            </a:extLst>
          </p:cNvPr>
          <p:cNvGrpSpPr/>
          <p:nvPr/>
        </p:nvGrpSpPr>
        <p:grpSpPr>
          <a:xfrm>
            <a:off x="8582786" y="3439511"/>
            <a:ext cx="3381847" cy="726659"/>
            <a:chOff x="8245139" y="3515341"/>
            <a:chExt cx="3381847" cy="726659"/>
          </a:xfrm>
        </p:grpSpPr>
        <p:pic>
          <p:nvPicPr>
            <p:cNvPr id="9" name="Picture 8">
              <a:extLst>
                <a:ext uri="{FF2B5EF4-FFF2-40B4-BE49-F238E27FC236}">
                  <a16:creationId xmlns:a16="http://schemas.microsoft.com/office/drawing/2014/main" id="{8CAC84BF-33FC-353E-7AEB-06057EA712E8}"/>
                </a:ext>
              </a:extLst>
            </p:cNvPr>
            <p:cNvPicPr>
              <a:picLocks noChangeAspect="1"/>
            </p:cNvPicPr>
            <p:nvPr/>
          </p:nvPicPr>
          <p:blipFill>
            <a:blip r:embed="rId11"/>
            <a:stretch>
              <a:fillRect/>
            </a:stretch>
          </p:blipFill>
          <p:spPr>
            <a:xfrm>
              <a:off x="8246946" y="3515341"/>
              <a:ext cx="2257740" cy="533474"/>
            </a:xfrm>
            <a:prstGeom prst="rect">
              <a:avLst/>
            </a:prstGeom>
            <a:ln>
              <a:solidFill>
                <a:schemeClr val="tx1"/>
              </a:solidFill>
            </a:ln>
          </p:spPr>
        </p:pic>
        <p:pic>
          <p:nvPicPr>
            <p:cNvPr id="11" name="Picture 10">
              <a:extLst>
                <a:ext uri="{FF2B5EF4-FFF2-40B4-BE49-F238E27FC236}">
                  <a16:creationId xmlns:a16="http://schemas.microsoft.com/office/drawing/2014/main" id="{7C6F333E-A6A1-526F-583D-79FACC768A4C}"/>
                </a:ext>
              </a:extLst>
            </p:cNvPr>
            <p:cNvPicPr>
              <a:picLocks noChangeAspect="1"/>
            </p:cNvPicPr>
            <p:nvPr/>
          </p:nvPicPr>
          <p:blipFill>
            <a:blip r:embed="rId12"/>
            <a:stretch>
              <a:fillRect/>
            </a:stretch>
          </p:blipFill>
          <p:spPr>
            <a:xfrm>
              <a:off x="8245139" y="3889526"/>
              <a:ext cx="3381847" cy="352474"/>
            </a:xfrm>
            <a:prstGeom prst="rect">
              <a:avLst/>
            </a:prstGeom>
            <a:ln>
              <a:solidFill>
                <a:schemeClr val="tx1"/>
              </a:solidFill>
            </a:ln>
          </p:spPr>
        </p:pic>
      </p:grpSp>
      <p:pic>
        <p:nvPicPr>
          <p:cNvPr id="29" name="Picture 28">
            <a:extLst>
              <a:ext uri="{FF2B5EF4-FFF2-40B4-BE49-F238E27FC236}">
                <a16:creationId xmlns:a16="http://schemas.microsoft.com/office/drawing/2014/main" id="{558E8264-D9C5-F3BA-9CBB-97102142141F}"/>
              </a:ext>
            </a:extLst>
          </p:cNvPr>
          <p:cNvPicPr>
            <a:picLocks noChangeAspect="1"/>
          </p:cNvPicPr>
          <p:nvPr/>
        </p:nvPicPr>
        <p:blipFill>
          <a:blip r:embed="rId13"/>
          <a:stretch>
            <a:fillRect/>
          </a:stretch>
        </p:blipFill>
        <p:spPr>
          <a:xfrm>
            <a:off x="8575989" y="1343207"/>
            <a:ext cx="3381848" cy="1804173"/>
          </a:xfrm>
          <a:prstGeom prst="rect">
            <a:avLst/>
          </a:prstGeom>
          <a:ln>
            <a:solidFill>
              <a:schemeClr val="tx1"/>
            </a:solidFill>
          </a:ln>
        </p:spPr>
      </p:pic>
      <p:pic>
        <p:nvPicPr>
          <p:cNvPr id="7" name="Picture 6">
            <a:extLst>
              <a:ext uri="{FF2B5EF4-FFF2-40B4-BE49-F238E27FC236}">
                <a16:creationId xmlns:a16="http://schemas.microsoft.com/office/drawing/2014/main" id="{9C251286-0E3C-06CF-035B-A5759CFB74F1}"/>
              </a:ext>
            </a:extLst>
          </p:cNvPr>
          <p:cNvPicPr>
            <a:picLocks noChangeAspect="1"/>
          </p:cNvPicPr>
          <p:nvPr/>
        </p:nvPicPr>
        <p:blipFill>
          <a:blip r:embed="rId14"/>
          <a:stretch>
            <a:fillRect/>
          </a:stretch>
        </p:blipFill>
        <p:spPr>
          <a:xfrm>
            <a:off x="8605178" y="4372443"/>
            <a:ext cx="3243871" cy="1361337"/>
          </a:xfrm>
          <a:prstGeom prst="rect">
            <a:avLst/>
          </a:prstGeom>
          <a:ln>
            <a:solidFill>
              <a:schemeClr val="tx1"/>
            </a:solidFill>
          </a:ln>
        </p:spPr>
      </p:pic>
    </p:spTree>
    <p:extLst>
      <p:ext uri="{BB962C8B-B14F-4D97-AF65-F5344CB8AC3E}">
        <p14:creationId xmlns:p14="http://schemas.microsoft.com/office/powerpoint/2010/main" val="1817299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A5E35-0CAB-8547-D77F-5B630F8BA5A7}"/>
              </a:ext>
            </a:extLst>
          </p:cNvPr>
          <p:cNvSpPr>
            <a:spLocks noGrp="1"/>
          </p:cNvSpPr>
          <p:nvPr>
            <p:ph type="title"/>
          </p:nvPr>
        </p:nvSpPr>
        <p:spPr/>
        <p:txBody>
          <a:bodyPr/>
          <a:lstStyle/>
          <a:p>
            <a:r>
              <a:rPr lang="en-US"/>
              <a:t>Finding the unfindable</a:t>
            </a:r>
          </a:p>
        </p:txBody>
      </p:sp>
      <p:sp>
        <p:nvSpPr>
          <p:cNvPr id="4" name="Footer Placeholder 3">
            <a:extLst>
              <a:ext uri="{FF2B5EF4-FFF2-40B4-BE49-F238E27FC236}">
                <a16:creationId xmlns:a16="http://schemas.microsoft.com/office/drawing/2014/main" id="{FF77FCF2-95A4-1DE0-75FF-431C060E1131}"/>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FAC5D97A-04C5-5368-0E8A-8CF0406C3331}"/>
              </a:ext>
            </a:extLst>
          </p:cNvPr>
          <p:cNvSpPr>
            <a:spLocks noGrp="1"/>
          </p:cNvSpPr>
          <p:nvPr>
            <p:ph type="sldNum" sz="quarter" idx="12"/>
          </p:nvPr>
        </p:nvSpPr>
        <p:spPr/>
        <p:txBody>
          <a:bodyPr/>
          <a:lstStyle/>
          <a:p>
            <a:r>
              <a:rPr lang="en-US"/>
              <a:t>PAGE  </a:t>
            </a:r>
            <a:fld id="{93005692-73BE-493E-93AB-ECD6027A7652}" type="slidenum">
              <a:rPr lang="en-US" smtClean="0"/>
              <a:pPr/>
              <a:t>33</a:t>
            </a:fld>
            <a:endParaRPr lang="en-US"/>
          </a:p>
        </p:txBody>
      </p:sp>
      <p:pic>
        <p:nvPicPr>
          <p:cNvPr id="7" name="Picture 6">
            <a:extLst>
              <a:ext uri="{FF2B5EF4-FFF2-40B4-BE49-F238E27FC236}">
                <a16:creationId xmlns:a16="http://schemas.microsoft.com/office/drawing/2014/main" id="{D31B1BEC-CFFD-1CE6-FF80-D8954FCEEA8D}"/>
              </a:ext>
            </a:extLst>
          </p:cNvPr>
          <p:cNvPicPr>
            <a:picLocks noChangeAspect="1"/>
          </p:cNvPicPr>
          <p:nvPr/>
        </p:nvPicPr>
        <p:blipFill>
          <a:blip r:embed="rId2"/>
          <a:srcRect t="1746" b="1111"/>
          <a:stretch>
            <a:fillRect/>
          </a:stretch>
        </p:blipFill>
        <p:spPr>
          <a:xfrm>
            <a:off x="9319756" y="642256"/>
            <a:ext cx="2419505" cy="4973779"/>
          </a:xfrm>
          <a:prstGeom prst="rect">
            <a:avLst/>
          </a:prstGeom>
        </p:spPr>
      </p:pic>
      <p:pic>
        <p:nvPicPr>
          <p:cNvPr id="9" name="Picture 8">
            <a:extLst>
              <a:ext uri="{FF2B5EF4-FFF2-40B4-BE49-F238E27FC236}">
                <a16:creationId xmlns:a16="http://schemas.microsoft.com/office/drawing/2014/main" id="{BDC57F34-79B4-A941-AF40-67C135E9467C}"/>
              </a:ext>
            </a:extLst>
          </p:cNvPr>
          <p:cNvPicPr>
            <a:picLocks noChangeAspect="1"/>
          </p:cNvPicPr>
          <p:nvPr/>
        </p:nvPicPr>
        <p:blipFill>
          <a:blip r:embed="rId3"/>
          <a:srcRect l="1458" t="1488" r="8789"/>
          <a:stretch>
            <a:fillRect/>
          </a:stretch>
        </p:blipFill>
        <p:spPr>
          <a:xfrm>
            <a:off x="847710" y="1278049"/>
            <a:ext cx="8241861" cy="5109247"/>
          </a:xfrm>
          <a:prstGeom prst="rect">
            <a:avLst/>
          </a:prstGeom>
        </p:spPr>
      </p:pic>
    </p:spTree>
    <p:extLst>
      <p:ext uri="{BB962C8B-B14F-4D97-AF65-F5344CB8AC3E}">
        <p14:creationId xmlns:p14="http://schemas.microsoft.com/office/powerpoint/2010/main" val="3110934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29639-FF98-A178-51C3-415DBB5720B8}"/>
              </a:ext>
            </a:extLst>
          </p:cNvPr>
          <p:cNvSpPr>
            <a:spLocks noGrp="1"/>
          </p:cNvSpPr>
          <p:nvPr>
            <p:ph type="title"/>
          </p:nvPr>
        </p:nvSpPr>
        <p:spPr/>
        <p:txBody>
          <a:bodyPr/>
          <a:lstStyle/>
          <a:p>
            <a:r>
              <a:rPr lang="en-US"/>
              <a:t>FAIR-</a:t>
            </a:r>
            <a:r>
              <a:rPr lang="en-US" err="1"/>
              <a:t>ify</a:t>
            </a:r>
            <a:r>
              <a:rPr lang="en-US"/>
              <a:t> as you go</a:t>
            </a:r>
          </a:p>
        </p:txBody>
      </p:sp>
      <p:sp>
        <p:nvSpPr>
          <p:cNvPr id="3" name="Content Placeholder 2">
            <a:extLst>
              <a:ext uri="{FF2B5EF4-FFF2-40B4-BE49-F238E27FC236}">
                <a16:creationId xmlns:a16="http://schemas.microsoft.com/office/drawing/2014/main" id="{EC1D3B7F-3706-D3BD-2C6F-FF00B79480CA}"/>
              </a:ext>
            </a:extLst>
          </p:cNvPr>
          <p:cNvSpPr>
            <a:spLocks noGrp="1"/>
          </p:cNvSpPr>
          <p:nvPr>
            <p:ph idx="1"/>
          </p:nvPr>
        </p:nvSpPr>
        <p:spPr>
          <a:xfrm>
            <a:off x="259882" y="1413163"/>
            <a:ext cx="7507381" cy="4595117"/>
          </a:xfrm>
        </p:spPr>
        <p:txBody>
          <a:bodyPr/>
          <a:lstStyle/>
          <a:p>
            <a:r>
              <a:rPr lang="en-US"/>
              <a:t>Create documentation—lots of it</a:t>
            </a:r>
          </a:p>
          <a:p>
            <a:r>
              <a:rPr lang="en-US"/>
              <a:t>Saves files in interoperable formats</a:t>
            </a:r>
          </a:p>
          <a:p>
            <a:r>
              <a:rPr lang="en-US"/>
              <a:t>Avoid acronyms—document those you do use</a:t>
            </a:r>
          </a:p>
          <a:p>
            <a:r>
              <a:rPr lang="en-US"/>
              <a:t>Avoid missing values—document why values are missing</a:t>
            </a:r>
          </a:p>
          <a:p>
            <a:r>
              <a:rPr lang="en-US"/>
              <a:t>Keep track of any ethical, legal, or commercial restrictions you have &amp; what data they apply to</a:t>
            </a:r>
          </a:p>
          <a:p>
            <a:r>
              <a:rPr lang="en-US"/>
              <a:t>Consider any consent required for data sharing </a:t>
            </a:r>
            <a:r>
              <a:rPr lang="en-US" b="1" i="1"/>
              <a:t>early </a:t>
            </a:r>
            <a:endParaRPr lang="en-US" b="1"/>
          </a:p>
          <a:p>
            <a:endParaRPr lang="en-US"/>
          </a:p>
        </p:txBody>
      </p:sp>
      <p:sp>
        <p:nvSpPr>
          <p:cNvPr id="4" name="Footer Placeholder 3">
            <a:extLst>
              <a:ext uri="{FF2B5EF4-FFF2-40B4-BE49-F238E27FC236}">
                <a16:creationId xmlns:a16="http://schemas.microsoft.com/office/drawing/2014/main" id="{126826EF-9ED6-076D-A2AF-0FA9EC0D8741}"/>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49416CED-3E3A-F814-224B-F9017AA98CD0}"/>
              </a:ext>
            </a:extLst>
          </p:cNvPr>
          <p:cNvSpPr>
            <a:spLocks noGrp="1"/>
          </p:cNvSpPr>
          <p:nvPr>
            <p:ph type="sldNum" sz="quarter" idx="12"/>
          </p:nvPr>
        </p:nvSpPr>
        <p:spPr/>
        <p:txBody>
          <a:bodyPr/>
          <a:lstStyle/>
          <a:p>
            <a:r>
              <a:rPr lang="en-US"/>
              <a:t>PAGE  </a:t>
            </a:r>
            <a:fld id="{93005692-73BE-493E-93AB-ECD6027A7652}" type="slidenum">
              <a:rPr lang="en-US" smtClean="0"/>
              <a:pPr/>
              <a:t>34</a:t>
            </a:fld>
            <a:endParaRPr lang="en-US"/>
          </a:p>
        </p:txBody>
      </p:sp>
      <p:pic>
        <p:nvPicPr>
          <p:cNvPr id="8" name="Picture 7">
            <a:extLst>
              <a:ext uri="{FF2B5EF4-FFF2-40B4-BE49-F238E27FC236}">
                <a16:creationId xmlns:a16="http://schemas.microsoft.com/office/drawing/2014/main" id="{085ECE99-9D1F-6CA0-CDCD-D63156CEEFFA}"/>
              </a:ext>
            </a:extLst>
          </p:cNvPr>
          <p:cNvPicPr>
            <a:picLocks noChangeAspect="1"/>
          </p:cNvPicPr>
          <p:nvPr/>
        </p:nvPicPr>
        <p:blipFill>
          <a:blip r:embed="rId2"/>
          <a:stretch>
            <a:fillRect/>
          </a:stretch>
        </p:blipFill>
        <p:spPr>
          <a:xfrm>
            <a:off x="7593624" y="1888944"/>
            <a:ext cx="4338494" cy="3080111"/>
          </a:xfrm>
          <a:prstGeom prst="rect">
            <a:avLst/>
          </a:prstGeom>
        </p:spPr>
      </p:pic>
    </p:spTree>
    <p:extLst>
      <p:ext uri="{BB962C8B-B14F-4D97-AF65-F5344CB8AC3E}">
        <p14:creationId xmlns:p14="http://schemas.microsoft.com/office/powerpoint/2010/main" val="165727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
            <a:extLst>
              <a:ext uri="{FF2B5EF4-FFF2-40B4-BE49-F238E27FC236}">
                <a16:creationId xmlns:a16="http://schemas.microsoft.com/office/drawing/2014/main" id="{356AC0DC-C67B-219A-FC68-E7595FD37F01}"/>
              </a:ext>
            </a:extLst>
          </p:cNvPr>
          <p:cNvSpPr txBox="1">
            <a:spLocks/>
          </p:cNvSpPr>
          <p:nvPr/>
        </p:nvSpPr>
        <p:spPr>
          <a:xfrm>
            <a:off x="7045591" y="1955257"/>
            <a:ext cx="4784021" cy="3854756"/>
          </a:xfrm>
          <a:prstGeom prst="rect">
            <a:avLst/>
          </a:prstGeom>
        </p:spPr>
        <p:txBody>
          <a:bodyPr vert="horz" lIns="91440" tIns="45720" rIns="91440" bIns="45720" rtlCol="0">
            <a:normAutofit/>
          </a:bodyPr>
          <a:lst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200" b="0" i="0" kern="1200">
                <a:solidFill>
                  <a:schemeClr val="tx1"/>
                </a:solidFill>
                <a:latin typeface="Verdana Pro" panose="020B0604030504040204" pitchFamily="34" charset="0"/>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b="0" i="0" kern="1200">
                <a:solidFill>
                  <a:schemeClr val="tx1"/>
                </a:solidFill>
                <a:latin typeface="Verdana Pro" panose="020B0604030504040204" pitchFamily="34" charset="0"/>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b="0" i="0" kern="1200">
                <a:solidFill>
                  <a:schemeClr val="tx1"/>
                </a:solidFill>
                <a:latin typeface="Verdana Pro" panose="020B0604030504040204" pitchFamily="34" charset="0"/>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b="0" i="0" kern="1200">
                <a:solidFill>
                  <a:schemeClr val="tx1"/>
                </a:solidFill>
                <a:latin typeface="Verdana Pro" panose="020B0604030504040204" pitchFamily="34" charset="0"/>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b="0" i="0" kern="1200">
                <a:solidFill>
                  <a:schemeClr val="tx1"/>
                </a:solidFill>
                <a:latin typeface="Verdana Pro"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charset="2"/>
              <a:buNone/>
            </a:pPr>
            <a:r>
              <a:rPr lang="en-US">
                <a:latin typeface="+mn-lt"/>
              </a:rPr>
              <a:t>Cleanup</a:t>
            </a:r>
            <a:r>
              <a:rPr lang="en-US"/>
              <a:t> u</a:t>
            </a:r>
            <a:r>
              <a:rPr lang="en-US">
                <a:latin typeface="+mn-lt"/>
              </a:rPr>
              <a:t>nsorted files regularly</a:t>
            </a:r>
          </a:p>
          <a:p>
            <a:pPr marL="0" indent="0">
              <a:buFont typeface="Wingdings" charset="2"/>
              <a:buNone/>
            </a:pPr>
            <a:endParaRPr lang="en-US">
              <a:latin typeface="+mn-lt"/>
            </a:endParaRPr>
          </a:p>
          <a:p>
            <a:pPr marL="0" indent="0">
              <a:buFont typeface="Wingdings" charset="2"/>
              <a:buNone/>
            </a:pPr>
            <a:endParaRPr lang="en-US">
              <a:latin typeface="+mn-lt"/>
            </a:endParaRPr>
          </a:p>
          <a:p>
            <a:pPr marL="0" indent="0">
              <a:buFont typeface="Wingdings" charset="2"/>
              <a:buNone/>
            </a:pPr>
            <a:r>
              <a:rPr lang="en-US">
                <a:latin typeface="+mn-lt"/>
              </a:rPr>
              <a:t>Backup files</a:t>
            </a:r>
          </a:p>
          <a:p>
            <a:pPr marL="0" indent="0">
              <a:buFont typeface="Wingdings" charset="2"/>
              <a:buNone/>
            </a:pPr>
            <a:endParaRPr lang="en-US">
              <a:latin typeface="+mn-lt"/>
            </a:endParaRPr>
          </a:p>
          <a:p>
            <a:pPr marL="0" indent="0">
              <a:buFont typeface="Wingdings" charset="2"/>
              <a:buNone/>
            </a:pPr>
            <a:endParaRPr lang="en-US">
              <a:latin typeface="+mn-lt"/>
            </a:endParaRPr>
          </a:p>
          <a:p>
            <a:pPr marL="0" indent="0">
              <a:buFont typeface="Wingdings" charset="2"/>
              <a:buNone/>
            </a:pPr>
            <a:r>
              <a:rPr lang="en-US">
                <a:latin typeface="+mn-lt"/>
              </a:rPr>
              <a:t>Document ✨everything✨</a:t>
            </a:r>
          </a:p>
          <a:p>
            <a:endParaRPr lang="en-US"/>
          </a:p>
        </p:txBody>
      </p:sp>
      <p:sp>
        <p:nvSpPr>
          <p:cNvPr id="2" name="Content Placeholder 1">
            <a:extLst>
              <a:ext uri="{FF2B5EF4-FFF2-40B4-BE49-F238E27FC236}">
                <a16:creationId xmlns:a16="http://schemas.microsoft.com/office/drawing/2014/main" id="{B0F15E4B-C486-E73F-5F6D-8F698A14B572}"/>
              </a:ext>
            </a:extLst>
          </p:cNvPr>
          <p:cNvSpPr>
            <a:spLocks noGrp="1"/>
          </p:cNvSpPr>
          <p:nvPr>
            <p:ph idx="1"/>
          </p:nvPr>
        </p:nvSpPr>
        <p:spPr>
          <a:xfrm>
            <a:off x="1352146" y="1955258"/>
            <a:ext cx="3794264" cy="4231534"/>
          </a:xfrm>
        </p:spPr>
        <p:txBody>
          <a:bodyPr>
            <a:normAutofit/>
          </a:bodyPr>
          <a:lstStyle/>
          <a:p>
            <a:pPr marL="0" indent="0">
              <a:buNone/>
            </a:pPr>
            <a:r>
              <a:rPr lang="en-US"/>
              <a:t>Create a folder structure</a:t>
            </a:r>
          </a:p>
          <a:p>
            <a:pPr marL="0" indent="0">
              <a:buNone/>
            </a:pPr>
            <a:endParaRPr lang="en-US"/>
          </a:p>
          <a:p>
            <a:pPr marL="0" indent="0">
              <a:buNone/>
            </a:pPr>
            <a:endParaRPr lang="en-US"/>
          </a:p>
          <a:p>
            <a:pPr marL="0" indent="0">
              <a:buNone/>
            </a:pPr>
            <a:r>
              <a:rPr lang="en-US"/>
              <a:t>Name files [well]</a:t>
            </a:r>
          </a:p>
          <a:p>
            <a:pPr marL="0" indent="0">
              <a:buNone/>
            </a:pPr>
            <a:endParaRPr lang="en-US"/>
          </a:p>
          <a:p>
            <a:pPr marL="0" indent="0">
              <a:buNone/>
            </a:pPr>
            <a:endParaRPr lang="en-US"/>
          </a:p>
          <a:p>
            <a:pPr marL="0" indent="0">
              <a:buNone/>
            </a:pPr>
            <a:r>
              <a:rPr lang="en-US"/>
              <a:t>Version files numerically</a:t>
            </a:r>
          </a:p>
          <a:p>
            <a:endParaRPr lang="en-US"/>
          </a:p>
        </p:txBody>
      </p:sp>
      <p:sp>
        <p:nvSpPr>
          <p:cNvPr id="3" name="Title 2">
            <a:extLst>
              <a:ext uri="{FF2B5EF4-FFF2-40B4-BE49-F238E27FC236}">
                <a16:creationId xmlns:a16="http://schemas.microsoft.com/office/drawing/2014/main" id="{CF9FBB46-386C-9C92-30EC-039CE555F260}"/>
              </a:ext>
            </a:extLst>
          </p:cNvPr>
          <p:cNvSpPr>
            <a:spLocks noGrp="1"/>
          </p:cNvSpPr>
          <p:nvPr>
            <p:ph type="title"/>
          </p:nvPr>
        </p:nvSpPr>
        <p:spPr>
          <a:noFill/>
        </p:spPr>
        <p:txBody>
          <a:bodyPr/>
          <a:lstStyle/>
          <a:p>
            <a:r>
              <a:rPr lang="en-US"/>
              <a:t>Key tips</a:t>
            </a:r>
          </a:p>
        </p:txBody>
      </p:sp>
      <p:sp>
        <p:nvSpPr>
          <p:cNvPr id="4" name="Footer Placeholder 3">
            <a:extLst>
              <a:ext uri="{FF2B5EF4-FFF2-40B4-BE49-F238E27FC236}">
                <a16:creationId xmlns:a16="http://schemas.microsoft.com/office/drawing/2014/main" id="{84C392DE-2EB5-9680-4EC9-F9688AC7D0EA}"/>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980D5555-53AE-C5C3-1580-B19BB1090400}"/>
              </a:ext>
            </a:extLst>
          </p:cNvPr>
          <p:cNvSpPr>
            <a:spLocks noGrp="1"/>
          </p:cNvSpPr>
          <p:nvPr>
            <p:ph type="sldNum" sz="quarter" idx="12"/>
          </p:nvPr>
        </p:nvSpPr>
        <p:spPr/>
        <p:txBody>
          <a:bodyPr/>
          <a:lstStyle/>
          <a:p>
            <a:r>
              <a:rPr lang="en-US"/>
              <a:t>PAGE  </a:t>
            </a:r>
            <a:fld id="{93005692-73BE-493E-93AB-ECD6027A7652}" type="slidenum">
              <a:rPr lang="en-US" smtClean="0"/>
              <a:pPr/>
              <a:t>35</a:t>
            </a:fld>
            <a:endParaRPr lang="en-US"/>
          </a:p>
        </p:txBody>
      </p:sp>
      <p:pic>
        <p:nvPicPr>
          <p:cNvPr id="7" name="Graphic 6" descr="Folder Search outline">
            <a:extLst>
              <a:ext uri="{FF2B5EF4-FFF2-40B4-BE49-F238E27FC236}">
                <a16:creationId xmlns:a16="http://schemas.microsoft.com/office/drawing/2014/main" id="{A8FF22F3-1F33-78F5-A2E3-F99B8024A5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7745" y="1758754"/>
            <a:ext cx="914400" cy="914400"/>
          </a:xfrm>
          <a:prstGeom prst="rect">
            <a:avLst/>
          </a:prstGeom>
        </p:spPr>
      </p:pic>
      <p:grpSp>
        <p:nvGrpSpPr>
          <p:cNvPr id="14" name="Group 13">
            <a:extLst>
              <a:ext uri="{FF2B5EF4-FFF2-40B4-BE49-F238E27FC236}">
                <a16:creationId xmlns:a16="http://schemas.microsoft.com/office/drawing/2014/main" id="{E731B281-5390-17C8-897D-FB2AB54BCC36}"/>
              </a:ext>
            </a:extLst>
          </p:cNvPr>
          <p:cNvGrpSpPr/>
          <p:nvPr/>
        </p:nvGrpSpPr>
        <p:grpSpPr>
          <a:xfrm>
            <a:off x="437745" y="3327183"/>
            <a:ext cx="914400" cy="914400"/>
            <a:chOff x="437745" y="2320047"/>
            <a:chExt cx="914400" cy="914400"/>
          </a:xfrm>
        </p:grpSpPr>
        <p:pic>
          <p:nvPicPr>
            <p:cNvPr id="9" name="Graphic 8" descr="Thought outline">
              <a:extLst>
                <a:ext uri="{FF2B5EF4-FFF2-40B4-BE49-F238E27FC236}">
                  <a16:creationId xmlns:a16="http://schemas.microsoft.com/office/drawing/2014/main" id="{DF1D9317-B0CF-A19C-6806-0D020D4EEA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7745" y="2320047"/>
              <a:ext cx="914400" cy="914400"/>
            </a:xfrm>
            <a:prstGeom prst="rect">
              <a:avLst/>
            </a:prstGeom>
          </p:spPr>
        </p:pic>
        <p:sp>
          <p:nvSpPr>
            <p:cNvPr id="11" name="TextBox 10">
              <a:extLst>
                <a:ext uri="{FF2B5EF4-FFF2-40B4-BE49-F238E27FC236}">
                  <a16:creationId xmlns:a16="http://schemas.microsoft.com/office/drawing/2014/main" id="{E62B9C85-9DDB-E1F0-30B2-81CFAB96B7B7}"/>
                </a:ext>
              </a:extLst>
            </p:cNvPr>
            <p:cNvSpPr txBox="1"/>
            <p:nvPr/>
          </p:nvSpPr>
          <p:spPr>
            <a:xfrm>
              <a:off x="593387" y="2457749"/>
              <a:ext cx="583659" cy="246221"/>
            </a:xfrm>
            <a:prstGeom prst="rect">
              <a:avLst/>
            </a:prstGeom>
            <a:noFill/>
          </p:spPr>
          <p:txBody>
            <a:bodyPr wrap="square" rtlCol="0">
              <a:spAutoFit/>
            </a:bodyPr>
            <a:lstStyle/>
            <a:p>
              <a:r>
                <a:rPr lang="en-US" sz="1000"/>
                <a:t>Huh?</a:t>
              </a:r>
            </a:p>
          </p:txBody>
        </p:sp>
      </p:grpSp>
      <p:pic>
        <p:nvPicPr>
          <p:cNvPr id="13" name="Graphic 12" descr="Cloud Computing outline">
            <a:extLst>
              <a:ext uri="{FF2B5EF4-FFF2-40B4-BE49-F238E27FC236}">
                <a16:creationId xmlns:a16="http://schemas.microsoft.com/office/drawing/2014/main" id="{D014261F-7D4E-29EE-F75C-2830C9DD96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46800" y="3327183"/>
            <a:ext cx="914400" cy="914400"/>
          </a:xfrm>
          <a:prstGeom prst="rect">
            <a:avLst/>
          </a:prstGeom>
        </p:spPr>
      </p:pic>
      <p:pic>
        <p:nvPicPr>
          <p:cNvPr id="17" name="Graphic 16" descr="Mop and bucket outline">
            <a:extLst>
              <a:ext uri="{FF2B5EF4-FFF2-40B4-BE49-F238E27FC236}">
                <a16:creationId xmlns:a16="http://schemas.microsoft.com/office/drawing/2014/main" id="{AC07DC98-48B7-F8E9-C81A-B286F160E5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0" y="1758754"/>
            <a:ext cx="914400" cy="914400"/>
          </a:xfrm>
          <a:prstGeom prst="rect">
            <a:avLst/>
          </a:prstGeom>
        </p:spPr>
      </p:pic>
      <p:pic>
        <p:nvPicPr>
          <p:cNvPr id="23" name="Graphic 22" descr="Programmer male outline">
            <a:extLst>
              <a:ext uri="{FF2B5EF4-FFF2-40B4-BE49-F238E27FC236}">
                <a16:creationId xmlns:a16="http://schemas.microsoft.com/office/drawing/2014/main" id="{E943A9A2-A95A-70A7-C392-A147B9AE74F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46800" y="4824918"/>
            <a:ext cx="914400" cy="914400"/>
          </a:xfrm>
          <a:prstGeom prst="rect">
            <a:avLst/>
          </a:prstGeom>
        </p:spPr>
      </p:pic>
      <p:pic>
        <p:nvPicPr>
          <p:cNvPr id="25" name="Graphic 24" descr="Tally outline">
            <a:extLst>
              <a:ext uri="{FF2B5EF4-FFF2-40B4-BE49-F238E27FC236}">
                <a16:creationId xmlns:a16="http://schemas.microsoft.com/office/drawing/2014/main" id="{6A0558EA-C3B7-84F3-EE47-90FD5D46F43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7745" y="4895612"/>
            <a:ext cx="914400" cy="914400"/>
          </a:xfrm>
          <a:prstGeom prst="rect">
            <a:avLst/>
          </a:prstGeom>
        </p:spPr>
      </p:pic>
    </p:spTree>
    <p:extLst>
      <p:ext uri="{BB962C8B-B14F-4D97-AF65-F5344CB8AC3E}">
        <p14:creationId xmlns:p14="http://schemas.microsoft.com/office/powerpoint/2010/main" val="2327094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BDBB-E8C1-6DD1-E691-9F2828E45F7E}"/>
              </a:ext>
            </a:extLst>
          </p:cNvPr>
          <p:cNvSpPr>
            <a:spLocks noGrp="1"/>
          </p:cNvSpPr>
          <p:nvPr>
            <p:ph type="title"/>
          </p:nvPr>
        </p:nvSpPr>
        <p:spPr/>
        <p:txBody>
          <a:bodyPr/>
          <a:lstStyle/>
          <a:p>
            <a:r>
              <a:rPr lang="en-US"/>
              <a:t>Data management planning</a:t>
            </a:r>
          </a:p>
        </p:txBody>
      </p:sp>
      <p:sp>
        <p:nvSpPr>
          <p:cNvPr id="3" name="Content Placeholder 2">
            <a:extLst>
              <a:ext uri="{FF2B5EF4-FFF2-40B4-BE49-F238E27FC236}">
                <a16:creationId xmlns:a16="http://schemas.microsoft.com/office/drawing/2014/main" id="{4807ED1E-3D7A-E000-412E-937F17B010F3}"/>
              </a:ext>
            </a:extLst>
          </p:cNvPr>
          <p:cNvSpPr>
            <a:spLocks noGrp="1"/>
          </p:cNvSpPr>
          <p:nvPr>
            <p:ph idx="1"/>
          </p:nvPr>
        </p:nvSpPr>
        <p:spPr>
          <a:xfrm>
            <a:off x="259883" y="1413163"/>
            <a:ext cx="6344118" cy="4595117"/>
          </a:xfrm>
        </p:spPr>
        <p:txBody>
          <a:bodyPr/>
          <a:lstStyle/>
          <a:p>
            <a:r>
              <a:rPr lang="en-US"/>
              <a:t>Create a data management plan</a:t>
            </a:r>
          </a:p>
          <a:p>
            <a:r>
              <a:rPr lang="en-US"/>
              <a:t>Think about your research holistically </a:t>
            </a:r>
          </a:p>
          <a:p>
            <a:r>
              <a:rPr lang="en-US"/>
              <a:t>Planning will help you anticipate challenges before they happen</a:t>
            </a:r>
          </a:p>
          <a:p>
            <a:pPr lvl="1"/>
            <a:r>
              <a:rPr lang="en-US" sz="2200"/>
              <a:t>May be able to avoid some challenges</a:t>
            </a:r>
          </a:p>
          <a:p>
            <a:r>
              <a:rPr lang="en-US" sz="2600"/>
              <a:t>Think about consent and data sharing early</a:t>
            </a:r>
          </a:p>
        </p:txBody>
      </p:sp>
      <p:sp>
        <p:nvSpPr>
          <p:cNvPr id="4" name="Footer Placeholder 3">
            <a:extLst>
              <a:ext uri="{FF2B5EF4-FFF2-40B4-BE49-F238E27FC236}">
                <a16:creationId xmlns:a16="http://schemas.microsoft.com/office/drawing/2014/main" id="{F1499B09-0AF1-1B2A-E4C7-45139C157835}"/>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4289FE91-F0EB-5419-826D-C24DA9FE1B49}"/>
              </a:ext>
            </a:extLst>
          </p:cNvPr>
          <p:cNvSpPr>
            <a:spLocks noGrp="1"/>
          </p:cNvSpPr>
          <p:nvPr>
            <p:ph type="sldNum" sz="quarter" idx="12"/>
          </p:nvPr>
        </p:nvSpPr>
        <p:spPr/>
        <p:txBody>
          <a:bodyPr/>
          <a:lstStyle/>
          <a:p>
            <a:r>
              <a:rPr lang="en-US"/>
              <a:t>PAGE  </a:t>
            </a:r>
            <a:fld id="{93005692-73BE-493E-93AB-ECD6027A7652}" type="slidenum">
              <a:rPr lang="en-US" smtClean="0"/>
              <a:pPr/>
              <a:t>36</a:t>
            </a:fld>
            <a:endParaRPr lang="en-US"/>
          </a:p>
        </p:txBody>
      </p:sp>
      <p:graphicFrame>
        <p:nvGraphicFramePr>
          <p:cNvPr id="8" name="Diagram 7">
            <a:extLst>
              <a:ext uri="{FF2B5EF4-FFF2-40B4-BE49-F238E27FC236}">
                <a16:creationId xmlns:a16="http://schemas.microsoft.com/office/drawing/2014/main" id="{FEF7E29F-34E7-D6D3-C453-323E3659BE68}"/>
              </a:ext>
            </a:extLst>
          </p:cNvPr>
          <p:cNvGraphicFramePr/>
          <p:nvPr>
            <p:extLst>
              <p:ext uri="{D42A27DB-BD31-4B8C-83A1-F6EECF244321}">
                <p14:modId xmlns:p14="http://schemas.microsoft.com/office/powerpoint/2010/main" val="812505639"/>
              </p:ext>
            </p:extLst>
          </p:nvPr>
        </p:nvGraphicFramePr>
        <p:xfrm>
          <a:off x="6604000" y="1413163"/>
          <a:ext cx="5139351" cy="40477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457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953E-4F77-9568-4B88-17387525A35B}"/>
              </a:ext>
            </a:extLst>
          </p:cNvPr>
          <p:cNvSpPr>
            <a:spLocks noGrp="1"/>
          </p:cNvSpPr>
          <p:nvPr>
            <p:ph type="title"/>
          </p:nvPr>
        </p:nvSpPr>
        <p:spPr/>
        <p:txBody>
          <a:bodyPr/>
          <a:lstStyle/>
          <a:p>
            <a:r>
              <a:rPr lang="en-US"/>
              <a:t>Creating a DMP</a:t>
            </a:r>
          </a:p>
        </p:txBody>
      </p:sp>
      <p:sp>
        <p:nvSpPr>
          <p:cNvPr id="3" name="Content Placeholder 2">
            <a:extLst>
              <a:ext uri="{FF2B5EF4-FFF2-40B4-BE49-F238E27FC236}">
                <a16:creationId xmlns:a16="http://schemas.microsoft.com/office/drawing/2014/main" id="{CE15A4AF-C4C9-3F26-6E84-5B39488A207B}"/>
              </a:ext>
            </a:extLst>
          </p:cNvPr>
          <p:cNvSpPr>
            <a:spLocks noGrp="1"/>
          </p:cNvSpPr>
          <p:nvPr>
            <p:ph idx="1"/>
          </p:nvPr>
        </p:nvSpPr>
        <p:spPr>
          <a:xfrm>
            <a:off x="1279058" y="1345620"/>
            <a:ext cx="8600922" cy="4989689"/>
          </a:xfrm>
        </p:spPr>
        <p:txBody>
          <a:bodyPr>
            <a:normAutofit/>
          </a:bodyPr>
          <a:lstStyle/>
          <a:p>
            <a:r>
              <a:rPr lang="en-US">
                <a:ea typeface="Verdana" panose="020B0604030504040204" charset="0"/>
              </a:rPr>
              <a:t>As detailed as possible/needed</a:t>
            </a:r>
          </a:p>
          <a:p>
            <a:pPr lvl="1"/>
            <a:r>
              <a:rPr lang="en-US" sz="2200">
                <a:ea typeface="Verdana" panose="020B0604030504040204" charset="0"/>
              </a:rPr>
              <a:t>Different levels of details for different templates, funders, etc. </a:t>
            </a:r>
          </a:p>
          <a:p>
            <a:r>
              <a:rPr lang="en-US">
                <a:ea typeface="Verdana" panose="020B0604030504040204" charset="0"/>
              </a:rPr>
              <a:t>Project-specific details</a:t>
            </a:r>
          </a:p>
          <a:p>
            <a:pPr lvl="1"/>
            <a:r>
              <a:rPr lang="en-US" sz="2200">
                <a:ea typeface="Verdana" panose="020B0604030504040204" charset="0"/>
              </a:rPr>
              <a:t>The more project-specific the better</a:t>
            </a:r>
          </a:p>
          <a:p>
            <a:pPr lvl="2"/>
            <a:r>
              <a:rPr lang="en-US" sz="2000">
                <a:ea typeface="Verdana" panose="020B0604030504040204" charset="0"/>
              </a:rPr>
              <a:t>File naming conventions</a:t>
            </a:r>
          </a:p>
          <a:p>
            <a:pPr lvl="2"/>
            <a:r>
              <a:rPr lang="en-US" sz="2000">
                <a:ea typeface="Verdana" panose="020B0604030504040204" charset="0"/>
              </a:rPr>
              <a:t>File versioning details</a:t>
            </a:r>
          </a:p>
          <a:p>
            <a:r>
              <a:rPr lang="en-US">
                <a:ea typeface="Verdana" panose="020B0604030504040204" charset="0"/>
              </a:rPr>
              <a:t>Considers the lifespan of a project</a:t>
            </a:r>
          </a:p>
          <a:p>
            <a:pPr lvl="1"/>
            <a:r>
              <a:rPr lang="en-US" sz="2200">
                <a:ea typeface="Verdana" panose="020B0604030504040204" charset="0"/>
              </a:rPr>
              <a:t>Before a project starts until after it finishes</a:t>
            </a:r>
          </a:p>
          <a:p>
            <a:pPr lvl="1"/>
            <a:endParaRPr lang="en-US">
              <a:latin typeface="Verdana" panose="020B0604030504040204" charset="0"/>
              <a:ea typeface="Verdana" panose="020B0604030504040204" charset="0"/>
            </a:endParaRPr>
          </a:p>
          <a:p>
            <a:endParaRPr lang="en-US">
              <a:latin typeface="Verdana" panose="020B0604030504040204" charset="0"/>
              <a:ea typeface="Verdana" panose="020B0604030504040204" charset="0"/>
            </a:endParaRPr>
          </a:p>
        </p:txBody>
      </p:sp>
      <p:sp>
        <p:nvSpPr>
          <p:cNvPr id="4" name="Footer Placeholder 3">
            <a:extLst>
              <a:ext uri="{FF2B5EF4-FFF2-40B4-BE49-F238E27FC236}">
                <a16:creationId xmlns:a16="http://schemas.microsoft.com/office/drawing/2014/main" id="{AF1577D5-CD0B-4114-724F-81F1981DA82C}"/>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D7F586D3-4BCA-5630-8A72-2D54A495D897}"/>
              </a:ext>
            </a:extLst>
          </p:cNvPr>
          <p:cNvSpPr>
            <a:spLocks noGrp="1"/>
          </p:cNvSpPr>
          <p:nvPr>
            <p:ph type="sldNum" sz="quarter" idx="12"/>
          </p:nvPr>
        </p:nvSpPr>
        <p:spPr/>
        <p:txBody>
          <a:bodyPr/>
          <a:lstStyle/>
          <a:p>
            <a:r>
              <a:rPr lang="en-US"/>
              <a:t>PAGE  </a:t>
            </a:r>
            <a:fld id="{93005692-73BE-493E-93AB-ECD6027A7652}" type="slidenum">
              <a:rPr lang="en-US" smtClean="0"/>
              <a:pPr/>
              <a:t>37</a:t>
            </a:fld>
            <a:endParaRPr lang="en-US"/>
          </a:p>
        </p:txBody>
      </p:sp>
      <p:pic>
        <p:nvPicPr>
          <p:cNvPr id="9" name="Graphic 8" descr="List outline">
            <a:extLst>
              <a:ext uri="{FF2B5EF4-FFF2-40B4-BE49-F238E27FC236}">
                <a16:creationId xmlns:a16="http://schemas.microsoft.com/office/drawing/2014/main" id="{DB6C82EA-D5D2-6CCC-4259-7991B85D58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4658" y="2609850"/>
            <a:ext cx="914400" cy="914400"/>
          </a:xfrm>
          <a:prstGeom prst="rect">
            <a:avLst/>
          </a:prstGeom>
        </p:spPr>
      </p:pic>
      <p:pic>
        <p:nvPicPr>
          <p:cNvPr id="11" name="Graphic 10" descr="Arrow circle outline">
            <a:extLst>
              <a:ext uri="{FF2B5EF4-FFF2-40B4-BE49-F238E27FC236}">
                <a16:creationId xmlns:a16="http://schemas.microsoft.com/office/drawing/2014/main" id="{AEEB14E4-1AFD-3130-AED0-982629BBD0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4658" y="4454936"/>
            <a:ext cx="914400" cy="914400"/>
          </a:xfrm>
          <a:prstGeom prst="rect">
            <a:avLst/>
          </a:prstGeom>
        </p:spPr>
      </p:pic>
      <p:pic>
        <p:nvPicPr>
          <p:cNvPr id="13" name="Graphic 12" descr="Scribble outline">
            <a:extLst>
              <a:ext uri="{FF2B5EF4-FFF2-40B4-BE49-F238E27FC236}">
                <a16:creationId xmlns:a16="http://schemas.microsoft.com/office/drawing/2014/main" id="{79CE51B0-8398-AF9F-D617-A0393A35AD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364658" y="1158585"/>
            <a:ext cx="914400" cy="914400"/>
          </a:xfrm>
          <a:prstGeom prst="rect">
            <a:avLst/>
          </a:prstGeom>
        </p:spPr>
      </p:pic>
    </p:spTree>
    <p:extLst>
      <p:ext uri="{BB962C8B-B14F-4D97-AF65-F5344CB8AC3E}">
        <p14:creationId xmlns:p14="http://schemas.microsoft.com/office/powerpoint/2010/main" val="2110453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7"/>
          </p:nvPr>
        </p:nvSpPr>
        <p:spPr>
          <a:xfrm>
            <a:off x="259882" y="6335309"/>
            <a:ext cx="5226517" cy="250337"/>
          </a:xfrm>
        </p:spPr>
        <p:txBody>
          <a:bodyPr anchor="ctr">
            <a:normAutofit/>
          </a:bodyPr>
          <a:lstStyle/>
          <a:p>
            <a:r>
              <a:rPr lang="en-US"/>
              <a:t>RETHINKING RESTRICTED DATA</a:t>
            </a:r>
          </a:p>
        </p:txBody>
      </p:sp>
      <p:sp>
        <p:nvSpPr>
          <p:cNvPr id="7" name="Slide Number Placeholder 6"/>
          <p:cNvSpPr>
            <a:spLocks noGrp="1"/>
          </p:cNvSpPr>
          <p:nvPr>
            <p:ph type="sldNum" sz="quarter" idx="18"/>
          </p:nvPr>
        </p:nvSpPr>
        <p:spPr>
          <a:xfrm>
            <a:off x="5588000" y="6335309"/>
            <a:ext cx="1016000" cy="250337"/>
          </a:xfrm>
        </p:spPr>
        <p:txBody>
          <a:bodyPr anchor="ctr">
            <a:normAutofit/>
          </a:bodyPr>
          <a:lstStyle/>
          <a:p>
            <a:pPr>
              <a:spcAft>
                <a:spcPts val="600"/>
              </a:spcAft>
            </a:pPr>
            <a:r>
              <a:rPr lang="en-US"/>
              <a:t>PAGE  </a:t>
            </a:r>
            <a:fld id="{93005692-73BE-493E-93AB-ECD6027A7652}" type="slidenum">
              <a:rPr lang="en-US" smtClean="0"/>
              <a:pPr>
                <a:spcAft>
                  <a:spcPts val="600"/>
                </a:spcAft>
              </a:pPr>
              <a:t>38</a:t>
            </a:fld>
            <a:endParaRPr lang="en-US"/>
          </a:p>
        </p:txBody>
      </p:sp>
      <p:sp>
        <p:nvSpPr>
          <p:cNvPr id="2" name="Title 1"/>
          <p:cNvSpPr>
            <a:spLocks noGrp="1"/>
          </p:cNvSpPr>
          <p:nvPr>
            <p:ph type="title"/>
          </p:nvPr>
        </p:nvSpPr>
        <p:spPr>
          <a:xfrm>
            <a:off x="259883" y="434108"/>
            <a:ext cx="7046081" cy="895927"/>
          </a:xfrm>
        </p:spPr>
        <p:txBody>
          <a:bodyPr anchor="ctr">
            <a:normAutofit/>
          </a:bodyPr>
          <a:lstStyle/>
          <a:p>
            <a:r>
              <a:rPr lang="en-US" sz="3400" cap="none"/>
              <a:t>Research data management</a:t>
            </a:r>
          </a:p>
        </p:txBody>
      </p:sp>
      <p:graphicFrame>
        <p:nvGraphicFramePr>
          <p:cNvPr id="9" name="Content Placeholder 2">
            <a:extLst>
              <a:ext uri="{FF2B5EF4-FFF2-40B4-BE49-F238E27FC236}">
                <a16:creationId xmlns:a16="http://schemas.microsoft.com/office/drawing/2014/main" id="{28A07FFD-A54B-B6C3-DE82-D12CFCE202F5}"/>
              </a:ext>
            </a:extLst>
          </p:cNvPr>
          <p:cNvGraphicFramePr>
            <a:graphicFrameLocks noGrp="1"/>
          </p:cNvGraphicFramePr>
          <p:nvPr>
            <p:ph idx="1"/>
            <p:extLst>
              <p:ext uri="{D42A27DB-BD31-4B8C-83A1-F6EECF244321}">
                <p14:modId xmlns:p14="http://schemas.microsoft.com/office/powerpoint/2010/main" val="57021352"/>
              </p:ext>
            </p:extLst>
          </p:nvPr>
        </p:nvGraphicFramePr>
        <p:xfrm>
          <a:off x="259882" y="1413163"/>
          <a:ext cx="11569729" cy="45951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447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4AF26-E7DD-C2C3-5FDF-9FB9F8F07632}"/>
              </a:ext>
            </a:extLst>
          </p:cNvPr>
          <p:cNvSpPr>
            <a:spLocks noGrp="1"/>
          </p:cNvSpPr>
          <p:nvPr>
            <p:ph type="title"/>
          </p:nvPr>
        </p:nvSpPr>
        <p:spPr/>
        <p:txBody>
          <a:bodyPr/>
          <a:lstStyle/>
          <a:p>
            <a:r>
              <a:rPr lang="en-US"/>
              <a:t>Benefits of RDM</a:t>
            </a:r>
          </a:p>
        </p:txBody>
      </p:sp>
      <p:sp>
        <p:nvSpPr>
          <p:cNvPr id="4" name="Footer Placeholder 3">
            <a:extLst>
              <a:ext uri="{FF2B5EF4-FFF2-40B4-BE49-F238E27FC236}">
                <a16:creationId xmlns:a16="http://schemas.microsoft.com/office/drawing/2014/main" id="{F56BF98F-B975-A67D-7EBA-DD4083E92F6B}"/>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5312FE93-0A9E-0862-91EC-B6B24A567C25}"/>
              </a:ext>
            </a:extLst>
          </p:cNvPr>
          <p:cNvSpPr>
            <a:spLocks noGrp="1"/>
          </p:cNvSpPr>
          <p:nvPr>
            <p:ph type="sldNum" sz="quarter" idx="12"/>
          </p:nvPr>
        </p:nvSpPr>
        <p:spPr/>
        <p:txBody>
          <a:bodyPr/>
          <a:lstStyle/>
          <a:p>
            <a:r>
              <a:rPr lang="en-US"/>
              <a:t>PAGE  </a:t>
            </a:r>
            <a:fld id="{93005692-73BE-493E-93AB-ECD6027A7652}" type="slidenum">
              <a:rPr lang="en-US" smtClean="0"/>
              <a:pPr/>
              <a:t>39</a:t>
            </a:fld>
            <a:endParaRPr lang="en-US"/>
          </a:p>
        </p:txBody>
      </p:sp>
      <p:graphicFrame>
        <p:nvGraphicFramePr>
          <p:cNvPr id="13" name="Diagram 12">
            <a:extLst>
              <a:ext uri="{FF2B5EF4-FFF2-40B4-BE49-F238E27FC236}">
                <a16:creationId xmlns:a16="http://schemas.microsoft.com/office/drawing/2014/main" id="{9C40DE20-8ED9-C2B9-CCDA-D0F0EB5EC0AA}"/>
              </a:ext>
            </a:extLst>
          </p:cNvPr>
          <p:cNvGraphicFramePr/>
          <p:nvPr>
            <p:extLst>
              <p:ext uri="{D42A27DB-BD31-4B8C-83A1-F6EECF244321}">
                <p14:modId xmlns:p14="http://schemas.microsoft.com/office/powerpoint/2010/main" val="3144390915"/>
              </p:ext>
            </p:extLst>
          </p:nvPr>
        </p:nvGraphicFramePr>
        <p:xfrm>
          <a:off x="544286" y="1610602"/>
          <a:ext cx="11103427" cy="41256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7130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B85A01-5118-83C7-AA44-66768ABFBFA8}"/>
              </a:ext>
            </a:extLst>
          </p:cNvPr>
          <p:cNvSpPr>
            <a:spLocks noGrp="1"/>
          </p:cNvSpPr>
          <p:nvPr>
            <p:ph type="title"/>
          </p:nvPr>
        </p:nvSpPr>
        <p:spPr/>
        <p:txBody>
          <a:bodyPr/>
          <a:lstStyle/>
          <a:p>
            <a:r>
              <a:rPr lang="en-US"/>
              <a:t>Where do we go from here?</a:t>
            </a:r>
          </a:p>
        </p:txBody>
      </p:sp>
      <p:sp>
        <p:nvSpPr>
          <p:cNvPr id="4" name="Footer Placeholder 3">
            <a:extLst>
              <a:ext uri="{FF2B5EF4-FFF2-40B4-BE49-F238E27FC236}">
                <a16:creationId xmlns:a16="http://schemas.microsoft.com/office/drawing/2014/main" id="{AD04435F-42F3-960D-2204-F9EA4C3252D9}"/>
              </a:ext>
            </a:extLst>
          </p:cNvPr>
          <p:cNvSpPr>
            <a:spLocks noGrp="1"/>
          </p:cNvSpPr>
          <p:nvPr>
            <p:ph type="ftr" sz="quarter" idx="11"/>
          </p:nvPr>
        </p:nvSpPr>
        <p:spPr/>
        <p:txBody>
          <a:bodyPr/>
          <a:lstStyle/>
          <a:p>
            <a:r>
              <a:rPr lang="en-US"/>
              <a:t>RETHINKING RESTRICTED DATA</a:t>
            </a:r>
          </a:p>
        </p:txBody>
      </p:sp>
      <p:sp>
        <p:nvSpPr>
          <p:cNvPr id="5" name="Slide Number Placeholder 4">
            <a:extLst>
              <a:ext uri="{FF2B5EF4-FFF2-40B4-BE49-F238E27FC236}">
                <a16:creationId xmlns:a16="http://schemas.microsoft.com/office/drawing/2014/main" id="{6D8CAF12-D64C-E2B6-1584-7919F3484F50}"/>
              </a:ext>
            </a:extLst>
          </p:cNvPr>
          <p:cNvSpPr>
            <a:spLocks noGrp="1"/>
          </p:cNvSpPr>
          <p:nvPr>
            <p:ph type="sldNum" sz="quarter" idx="12"/>
          </p:nvPr>
        </p:nvSpPr>
        <p:spPr/>
        <p:txBody>
          <a:bodyPr/>
          <a:lstStyle/>
          <a:p>
            <a:r>
              <a:rPr lang="en-US"/>
              <a:t>PAGE  </a:t>
            </a:r>
            <a:fld id="{93005692-73BE-493E-93AB-ECD6027A7652}" type="slidenum">
              <a:rPr lang="en-US" smtClean="0"/>
              <a:pPr/>
              <a:t>40</a:t>
            </a:fld>
            <a:endParaRPr lang="en-US"/>
          </a:p>
        </p:txBody>
      </p:sp>
    </p:spTree>
    <p:extLst>
      <p:ext uri="{BB962C8B-B14F-4D97-AF65-F5344CB8AC3E}">
        <p14:creationId xmlns:p14="http://schemas.microsoft.com/office/powerpoint/2010/main" val="821339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C431DEF-97CC-F426-29FC-31B65B6F536E}"/>
              </a:ext>
            </a:extLst>
          </p:cNvPr>
          <p:cNvSpPr>
            <a:spLocks noGrp="1"/>
          </p:cNvSpPr>
          <p:nvPr>
            <p:ph type="title"/>
          </p:nvPr>
        </p:nvSpPr>
        <p:spPr/>
        <p:txBody>
          <a:bodyPr/>
          <a:lstStyle/>
          <a:p>
            <a:r>
              <a:rPr lang="en-US">
                <a:ea typeface="Tahoma"/>
                <a:cs typeface="Tahoma"/>
              </a:rPr>
              <a:t>Credits &amp; licensing</a:t>
            </a:r>
            <a:endParaRPr lang="en-US" b="0">
              <a:ea typeface="Tahoma"/>
              <a:cs typeface="Tahoma"/>
            </a:endParaRPr>
          </a:p>
        </p:txBody>
      </p:sp>
      <p:sp>
        <p:nvSpPr>
          <p:cNvPr id="7" name="Content Placeholder 6" descr="&quot;Creative Commons Attribution-NonCommercial&quot;, also called &quot;CC BY-NC&quot;, is the basic noncommercial license from Creative Commons.">
            <a:extLst>
              <a:ext uri="{FF2B5EF4-FFF2-40B4-BE49-F238E27FC236}">
                <a16:creationId xmlns:a16="http://schemas.microsoft.com/office/drawing/2014/main" id="{74E83EAD-233C-19B9-C90E-00A9E7446B8E}"/>
              </a:ext>
            </a:extLst>
          </p:cNvPr>
          <p:cNvSpPr>
            <a:spLocks noGrp="1"/>
          </p:cNvSpPr>
          <p:nvPr>
            <p:ph idx="1"/>
          </p:nvPr>
        </p:nvSpPr>
        <p:spPr/>
        <p:txBody>
          <a:bodyPr vert="horz" lIns="91440" tIns="45720" rIns="91440" bIns="45720" rtlCol="0" anchor="t">
            <a:normAutofit/>
          </a:bodyPr>
          <a:lstStyle/>
          <a:p>
            <a:pPr marL="0" indent="0">
              <a:buNone/>
            </a:pPr>
            <a:r>
              <a:rPr lang="en-US" sz="2800" b="1">
                <a:ea typeface="Verdana" panose="020B0604030504040204" pitchFamily="34" charset="0"/>
                <a:cs typeface="Calibri"/>
              </a:rPr>
              <a:t>Creative Commons</a:t>
            </a:r>
            <a:endParaRPr lang="en-US" sz="2800">
              <a:ea typeface="Verdana" panose="020B0604030504040204" pitchFamily="34" charset="0"/>
              <a:cs typeface="Calibri"/>
            </a:endParaRPr>
          </a:p>
          <a:p>
            <a:pPr marL="0" indent="0">
              <a:buNone/>
            </a:pPr>
            <a:r>
              <a:rPr lang="en-US" sz="2000">
                <a:ea typeface="Verdana" panose="020B0604030504040204" pitchFamily="34" charset="0"/>
                <a:cs typeface="Calibri"/>
              </a:rPr>
              <a:t>Except where otherwise noted, this item's license is described as </a:t>
            </a:r>
            <a:r>
              <a:rPr lang="en-US" sz="2000">
                <a:solidFill>
                  <a:srgbClr val="353535"/>
                </a:solidFill>
                <a:ea typeface="Verdana" panose="020B0604030504040204" pitchFamily="34" charset="0"/>
                <a:cs typeface="Calibri"/>
                <a:hlinkClick r:id="rId4"/>
              </a:rPr>
              <a:t>Attribution-Non-Commercial 4.0 International</a:t>
            </a:r>
            <a:r>
              <a:rPr lang="en-US" sz="2000">
                <a:ea typeface="Verdana" panose="020B0604030504040204" pitchFamily="34" charset="0"/>
                <a:cs typeface="Calibri"/>
              </a:rPr>
              <a:t> (CC BY-NC) and is free to share and adapt with appropriate attribution/credit given to Anneliese Eber of the University of Waterloo Library for non-commercial use.</a:t>
            </a:r>
          </a:p>
        </p:txBody>
      </p:sp>
      <p:pic>
        <p:nvPicPr>
          <p:cNvPr id="2" name="Picture 2" descr="&quot;Creative Commons Attribution-NonCommercial&quot;, also called &quot;CC BY-NC&quot;, is the basic noncommercial license from Creative Commons.">
            <a:extLst>
              <a:ext uri="{FF2B5EF4-FFF2-40B4-BE49-F238E27FC236}">
                <a16:creationId xmlns:a16="http://schemas.microsoft.com/office/drawing/2014/main" id="{D504B4D5-9720-A461-8E91-E68F9213453C}"/>
              </a:ext>
            </a:extLst>
          </p:cNvPr>
          <p:cNvPicPr>
            <a:picLocks noChangeAspect="1"/>
          </p:cNvPicPr>
          <p:nvPr/>
        </p:nvPicPr>
        <p:blipFill>
          <a:blip r:embed="rId5"/>
          <a:stretch>
            <a:fillRect/>
          </a:stretch>
        </p:blipFill>
        <p:spPr>
          <a:xfrm>
            <a:off x="307383" y="3361770"/>
            <a:ext cx="2743200" cy="960120"/>
          </a:xfrm>
          <a:prstGeom prst="rect">
            <a:avLst/>
          </a:prstGeom>
        </p:spPr>
      </p:pic>
      <p:sp>
        <p:nvSpPr>
          <p:cNvPr id="5" name="Slide Number Placeholder 4">
            <a:extLst>
              <a:ext uri="{FF2B5EF4-FFF2-40B4-BE49-F238E27FC236}">
                <a16:creationId xmlns:a16="http://schemas.microsoft.com/office/drawing/2014/main" id="{944451CF-B650-3896-E64A-3FB00FD64293}"/>
              </a:ext>
            </a:extLst>
          </p:cNvPr>
          <p:cNvSpPr>
            <a:spLocks noGrp="1"/>
          </p:cNvSpPr>
          <p:nvPr>
            <p:ph type="sldNum" sz="quarter" idx="12"/>
          </p:nvPr>
        </p:nvSpPr>
        <p:spPr/>
        <p:txBody>
          <a:bodyPr/>
          <a:lstStyle/>
          <a:p>
            <a:fld id="{F28FBB25-AF94-49F3-8CC3-28233D534EC0}" type="slidenum">
              <a:rPr lang="en-CA" smtClean="0"/>
              <a:t>41</a:t>
            </a:fld>
            <a:endParaRPr lang="en-CA"/>
          </a:p>
        </p:txBody>
      </p:sp>
      <p:sp>
        <p:nvSpPr>
          <p:cNvPr id="3" name="Footer Placeholder 3">
            <a:extLst>
              <a:ext uri="{FF2B5EF4-FFF2-40B4-BE49-F238E27FC236}">
                <a16:creationId xmlns:a16="http://schemas.microsoft.com/office/drawing/2014/main" id="{66607B6A-340E-2BAD-9340-721A212EF47C}"/>
              </a:ext>
            </a:extLst>
          </p:cNvPr>
          <p:cNvSpPr>
            <a:spLocks noGrp="1"/>
          </p:cNvSpPr>
          <p:nvPr>
            <p:ph type="ftr" sz="quarter" idx="11"/>
          </p:nvPr>
        </p:nvSpPr>
        <p:spPr>
          <a:xfrm>
            <a:off x="259882" y="6335309"/>
            <a:ext cx="5226517" cy="250337"/>
          </a:xfrm>
        </p:spPr>
        <p:txBody>
          <a:bodyPr/>
          <a:lstStyle/>
          <a:p>
            <a:r>
              <a:rPr lang="en-US"/>
              <a:t>ME 600—RESPONSIBLE RESEARCH &amp; RDM</a:t>
            </a:r>
          </a:p>
        </p:txBody>
      </p:sp>
    </p:spTree>
    <p:custDataLst>
      <p:tags r:id="rId1"/>
    </p:custDataLst>
    <p:extLst>
      <p:ext uri="{BB962C8B-B14F-4D97-AF65-F5344CB8AC3E}">
        <p14:creationId xmlns:p14="http://schemas.microsoft.com/office/powerpoint/2010/main" val="39213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63590EF6-07EB-604F-BB55-770F915328E1}"/>
              </a:ext>
            </a:extLst>
          </p:cNvPr>
          <p:cNvSpPr>
            <a:spLocks noGrp="1"/>
          </p:cNvSpPr>
          <p:nvPr>
            <p:ph type="ftr" sz="quarter" idx="11"/>
          </p:nvPr>
        </p:nvSpPr>
        <p:spPr/>
        <p:txBody>
          <a:bodyPr/>
          <a:lstStyle/>
          <a:p>
            <a:r>
              <a:rPr lang="en-US"/>
              <a:t>ME 600—RESPONSIBLE RESEARCH &amp; RDM</a:t>
            </a:r>
          </a:p>
        </p:txBody>
      </p:sp>
      <p:sp>
        <p:nvSpPr>
          <p:cNvPr id="8" name="Slide Number Placeholder 4">
            <a:extLst>
              <a:ext uri="{FF2B5EF4-FFF2-40B4-BE49-F238E27FC236}">
                <a16:creationId xmlns:a16="http://schemas.microsoft.com/office/drawing/2014/main" id="{5702BF46-31EA-F04E-9AC8-5837B2804B11}"/>
              </a:ext>
            </a:extLst>
          </p:cNvPr>
          <p:cNvSpPr>
            <a:spLocks noGrp="1"/>
          </p:cNvSpPr>
          <p:nvPr>
            <p:ph type="sldNum" sz="quarter" idx="12"/>
          </p:nvPr>
        </p:nvSpPr>
        <p:spPr/>
        <p:txBody>
          <a:bodyPr/>
          <a:lstStyle/>
          <a:p>
            <a:r>
              <a:rPr lang="en-US"/>
              <a:t>PAGE  </a:t>
            </a:r>
            <a:fld id="{93005692-73BE-493E-93AB-ECD6027A7652}" type="slidenum">
              <a:rPr lang="en-US" smtClean="0"/>
              <a:pPr/>
              <a:t>42</a:t>
            </a:fld>
            <a:endParaRPr lang="en-US"/>
          </a:p>
        </p:txBody>
      </p:sp>
    </p:spTree>
    <p:extLst>
      <p:ext uri="{BB962C8B-B14F-4D97-AF65-F5344CB8AC3E}">
        <p14:creationId xmlns:p14="http://schemas.microsoft.com/office/powerpoint/2010/main" val="1906530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Custom 1">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aterloo_powerpoint_template_16-9_widescreen" id="{4809F9E8-56BF-8C4D-85E0-7353F442B736}" vid="{D553A0E6-7EAA-F242-A75B-21BFDE7A7B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DBFB6C-90F2-4788-B121-12D696D380A7}">
  <we:reference id="wa200004709" version="1.1.0.2" store="en-US" storeType="OMEX"/>
  <we:alternateReferences>
    <we:reference id="WA200004709" version="1.1.0.2" store="WA200004709" storeType="OMEX"/>
  </we:alternateReferences>
  <we:properties>
    <we:property name="Office.AutoShowTaskpaneWithDocument" value="true"/>
  </we:properties>
  <we:bindings/>
  <we:snapshot xmlns:r="http://schemas.openxmlformats.org/officeDocument/2006/relationships"/>
</we:webextension>
</file>

<file path=docMetadata/LabelInfo.xml><?xml version="1.0" encoding="utf-8"?>
<clbl:labelList xmlns:clbl="http://schemas.microsoft.com/office/2020/mipLabelMetadata">
  <clbl:label id="{a9ee03e0-b78c-4998-8bf4-79b266b85105}" enabled="1" method="Standard" siteId="{723a5a87-f39a-4a22-9247-3fc240c01396}" removed="0"/>
</clbl:labelList>
</file>

<file path=docProps/app.xml><?xml version="1.0" encoding="utf-8"?>
<Properties xmlns="http://schemas.openxmlformats.org/officeDocument/2006/extended-properties" xmlns:vt="http://schemas.openxmlformats.org/officeDocument/2006/docPropsVTypes">
  <Template>waterloo_powerpoint_template_16-9_widescreen(1)</Template>
  <Application>Microsoft Office PowerPoint</Application>
  <PresentationFormat>Widescreen</PresentationFormat>
  <Slides>42</Slides>
  <Notes>15</Notes>
  <HiddenSlides>0</HiddenSlide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UofWaterloo_WhiteBkgrd</vt:lpstr>
      <vt:lpstr>Restricted but not forgotten: Rethinking restricted data</vt:lpstr>
      <vt:lpstr>Introduction</vt:lpstr>
      <vt:lpstr>Agenda</vt:lpstr>
      <vt:lpstr>What’s the point?</vt:lpstr>
      <vt:lpstr>What’s the point? Why do we share data?</vt:lpstr>
      <vt:lpstr>When we don’t share data</vt:lpstr>
      <vt:lpstr>Big picture problems</vt:lpstr>
      <vt:lpstr>Responsible(?) research in 2025</vt:lpstr>
      <vt:lpstr>Responsible research</vt:lpstr>
      <vt:lpstr>How did we get here? </vt:lpstr>
      <vt:lpstr>How did we get here? </vt:lpstr>
      <vt:lpstr>Challenges to sharing data</vt:lpstr>
      <vt:lpstr>rethinking restricted data</vt:lpstr>
      <vt:lpstr>What are restricted data?</vt:lpstr>
      <vt:lpstr>Defining the unknown</vt:lpstr>
      <vt:lpstr>Restricted what? What’s the difference? </vt:lpstr>
      <vt:lpstr>Why are things restricted? </vt:lpstr>
      <vt:lpstr>Unique challenges</vt:lpstr>
      <vt:lpstr>Restricted data: Limited to health contexts?</vt:lpstr>
      <vt:lpstr>Sharing fossil data: A case study</vt:lpstr>
      <vt:lpstr>Sharing fossil data: Sociocultural challenges</vt:lpstr>
      <vt:lpstr>Sharing fossil data: Physical challenges</vt:lpstr>
      <vt:lpstr>Sharing fossil data: Questions of ownership</vt:lpstr>
      <vt:lpstr>Sharing fossil data: Complex to navigate</vt:lpstr>
      <vt:lpstr>Sharing fossil data: Data sovereignty </vt:lpstr>
      <vt:lpstr>Trying and [sort of] succeeding</vt:lpstr>
      <vt:lpstr>Working with Restricted data</vt:lpstr>
      <vt:lpstr>Research data lifecycle</vt:lpstr>
      <vt:lpstr>FAIR data</vt:lpstr>
      <vt:lpstr>Present- and future-proofing data</vt:lpstr>
      <vt:lpstr>Fair for who? </vt:lpstr>
      <vt:lpstr>File name hall of shame</vt:lpstr>
      <vt:lpstr>Finding the unfindable</vt:lpstr>
      <vt:lpstr>FAIR-ify as you go</vt:lpstr>
      <vt:lpstr>Key tips</vt:lpstr>
      <vt:lpstr>Data management planning</vt:lpstr>
      <vt:lpstr>Creating a DMP</vt:lpstr>
      <vt:lpstr>Research data management</vt:lpstr>
      <vt:lpstr>Benefits of RDM</vt:lpstr>
      <vt:lpstr>Where do we go from here?</vt:lpstr>
      <vt:lpstr>Credits &amp; licensing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presentation</dc:title>
  <dc:creator>Rose Koebel</dc:creator>
  <cp:revision>2</cp:revision>
  <dcterms:created xsi:type="dcterms:W3CDTF">2022-03-28T13:31:38Z</dcterms:created>
  <dcterms:modified xsi:type="dcterms:W3CDTF">2025-10-28T18:31:00Z</dcterms:modified>
</cp:coreProperties>
</file>