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5"/>
    <p:sldMasterId id="2147483648" r:id="rId6"/>
    <p:sldMasterId id="2147483684" r:id="rId7"/>
    <p:sldMasterId id="2147483697" r:id="rId8"/>
    <p:sldMasterId id="2147483710" r:id="rId9"/>
    <p:sldMasterId id="2147483723" r:id="rId10"/>
  </p:sldMasterIdLst>
  <p:notesMasterIdLst>
    <p:notesMasterId r:id="rId36"/>
  </p:notesMasterIdLst>
  <p:sldIdLst>
    <p:sldId id="291" r:id="rId11"/>
    <p:sldId id="270" r:id="rId12"/>
    <p:sldId id="532" r:id="rId13"/>
    <p:sldId id="581" r:id="rId14"/>
    <p:sldId id="557" r:id="rId15"/>
    <p:sldId id="268" r:id="rId16"/>
    <p:sldId id="274" r:id="rId17"/>
    <p:sldId id="275" r:id="rId18"/>
    <p:sldId id="550" r:id="rId19"/>
    <p:sldId id="277" r:id="rId20"/>
    <p:sldId id="271" r:id="rId21"/>
    <p:sldId id="587" r:id="rId22"/>
    <p:sldId id="301" r:id="rId23"/>
    <p:sldId id="600" r:id="rId24"/>
    <p:sldId id="580" r:id="rId25"/>
    <p:sldId id="589" r:id="rId26"/>
    <p:sldId id="590" r:id="rId27"/>
    <p:sldId id="261" r:id="rId28"/>
    <p:sldId id="262" r:id="rId29"/>
    <p:sldId id="601" r:id="rId30"/>
    <p:sldId id="267" r:id="rId31"/>
    <p:sldId id="269" r:id="rId32"/>
    <p:sldId id="582" r:id="rId33"/>
    <p:sldId id="272" r:id="rId34"/>
    <p:sldId id="599" r:id="rId35"/>
  </p:sldIdLst>
  <p:sldSz cx="12192000" cy="6858000"/>
  <p:notesSz cx="6954838" cy="92408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9AC382-9CB0-466D-A2BC-7F4BD968EF29}" v="1" dt="2025-10-28T11:45:09.7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8" autoAdjust="0"/>
    <p:restoredTop sz="72633" autoAdjust="0"/>
  </p:normalViewPr>
  <p:slideViewPr>
    <p:cSldViewPr snapToGrid="0">
      <p:cViewPr varScale="1">
        <p:scale>
          <a:sx n="45" d="100"/>
          <a:sy n="45" d="100"/>
        </p:scale>
        <p:origin x="115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heme" Target="theme/theme1.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notesMaster" Target="notesMasters/notesMaster1.xml"/><Relationship Id="rId10" Type="http://schemas.openxmlformats.org/officeDocument/2006/relationships/slideMaster" Target="slideMasters/slideMaster6.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8" Type="http://schemas.openxmlformats.org/officeDocument/2006/relationships/slideMaster" Target="slideMasters/slideMaster4.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84FE03-2CB8-4DBC-928A-CBA0D2FFFC18}" type="doc">
      <dgm:prSet loTypeId="urn:microsoft.com/office/officeart/2005/8/layout/venn1" loCatId="relationship" qsTypeId="urn:microsoft.com/office/officeart/2005/8/quickstyle/simple1" qsCatId="simple" csTypeId="urn:microsoft.com/office/officeart/2005/8/colors/accent1_2" csCatId="accent1" phldr="1"/>
      <dgm:spPr/>
    </dgm:pt>
    <dgm:pt modelId="{4F2C1755-1319-4A1E-8196-EB54164A7F8F}">
      <dgm:prSet phldrT="[Text]"/>
      <dgm:spPr>
        <a:xfrm>
          <a:off x="2177974" y="62536"/>
          <a:ext cx="3001768" cy="3001768"/>
        </a:xfrm>
        <a:prstGeom prst="ellipse">
          <a:avLst/>
        </a:prstGeom>
        <a:solidFill>
          <a:srgbClr val="800001">
            <a:alpha val="75000"/>
          </a:srgbClr>
        </a:solidFill>
        <a:ln w="12700" cap="flat" cmpd="sng" algn="ctr">
          <a:solidFill>
            <a:sysClr val="window" lastClr="FFFFFF">
              <a:hueOff val="0"/>
              <a:satOff val="0"/>
              <a:lumOff val="0"/>
              <a:alphaOff val="0"/>
            </a:sysClr>
          </a:solidFill>
          <a:prstDash val="solid"/>
        </a:ln>
        <a:effectLst/>
      </dgm:spPr>
      <dgm:t>
        <a:bodyPr/>
        <a:lstStyle/>
        <a:p>
          <a:pPr>
            <a:buNone/>
          </a:pPr>
          <a:r>
            <a:rPr lang="en-US" b="1">
              <a:solidFill>
                <a:sysClr val="windowText" lastClr="000000"/>
              </a:solidFill>
              <a:latin typeface="Arial" panose="020B0604020202020204" pitchFamily="34" charset="0"/>
              <a:ea typeface="+mn-ea"/>
              <a:cs typeface="Arial" panose="020B0604020202020204" pitchFamily="34" charset="0"/>
            </a:rPr>
            <a:t>Data on Resources &amp; Environment</a:t>
          </a:r>
          <a:endParaRPr lang="en-CA" b="1">
            <a:solidFill>
              <a:sysClr val="windowText" lastClr="000000"/>
            </a:solidFill>
            <a:latin typeface="Arial" panose="020B0604020202020204" pitchFamily="34" charset="0"/>
            <a:ea typeface="+mn-ea"/>
            <a:cs typeface="Arial" panose="020B0604020202020204" pitchFamily="34" charset="0"/>
          </a:endParaRPr>
        </a:p>
      </dgm:t>
    </dgm:pt>
    <dgm:pt modelId="{524CED36-7768-4584-A07A-D29528DB562B}" type="parTrans" cxnId="{C25B81B4-91BF-433B-ADD6-9A593C6F8A51}">
      <dgm:prSet/>
      <dgm:spPr/>
      <dgm:t>
        <a:bodyPr/>
        <a:lstStyle/>
        <a:p>
          <a:endParaRPr lang="en-CA"/>
        </a:p>
      </dgm:t>
    </dgm:pt>
    <dgm:pt modelId="{B1144109-AF0E-4A85-A054-38A893AA2DF4}" type="sibTrans" cxnId="{C25B81B4-91BF-433B-ADD6-9A593C6F8A51}">
      <dgm:prSet/>
      <dgm:spPr/>
      <dgm:t>
        <a:bodyPr/>
        <a:lstStyle/>
        <a:p>
          <a:endParaRPr lang="en-CA"/>
        </a:p>
      </dgm:t>
    </dgm:pt>
    <dgm:pt modelId="{0C16CD0F-6DFD-4119-8E1D-1C1857467E68}">
      <dgm:prSet phldrT="[Text]"/>
      <dgm:spPr>
        <a:xfrm>
          <a:off x="3261112" y="1938641"/>
          <a:ext cx="3001768" cy="3001768"/>
        </a:xfrm>
        <a:prstGeom prst="ellipse">
          <a:avLst/>
        </a:prstGeom>
        <a:solidFill>
          <a:srgbClr val="FC9617">
            <a:alpha val="75000"/>
          </a:srgbClr>
        </a:solidFill>
        <a:ln w="12700" cap="flat" cmpd="sng" algn="ctr">
          <a:solidFill>
            <a:sysClr val="window" lastClr="FFFFFF">
              <a:hueOff val="0"/>
              <a:satOff val="0"/>
              <a:lumOff val="0"/>
              <a:alphaOff val="0"/>
            </a:sysClr>
          </a:solidFill>
          <a:prstDash val="solid"/>
        </a:ln>
        <a:effectLst/>
      </dgm:spPr>
      <dgm:t>
        <a:bodyPr/>
        <a:lstStyle/>
        <a:p>
          <a:pPr>
            <a:buNone/>
          </a:pPr>
          <a:r>
            <a:rPr lang="en-US" b="1">
              <a:solidFill>
                <a:sysClr val="windowText" lastClr="000000">
                  <a:hueOff val="0"/>
                  <a:satOff val="0"/>
                  <a:lumOff val="0"/>
                  <a:alphaOff val="0"/>
                </a:sysClr>
              </a:solidFill>
              <a:latin typeface="Arial" panose="020B0604020202020204" pitchFamily="34" charset="0"/>
              <a:ea typeface="+mn-ea"/>
              <a:cs typeface="Arial" panose="020B0604020202020204" pitchFamily="34" charset="0"/>
            </a:rPr>
            <a:t>Data from First Nations </a:t>
          </a:r>
          <a:endParaRPr lang="en-CA" b="1">
            <a:solidFill>
              <a:sysClr val="windowText" lastClr="000000">
                <a:hueOff val="0"/>
                <a:satOff val="0"/>
                <a:lumOff val="0"/>
                <a:alphaOff val="0"/>
              </a:sysClr>
            </a:solidFill>
            <a:latin typeface="Arial" panose="020B0604020202020204" pitchFamily="34" charset="0"/>
            <a:ea typeface="+mn-ea"/>
            <a:cs typeface="Arial" panose="020B0604020202020204" pitchFamily="34" charset="0"/>
          </a:endParaRPr>
        </a:p>
      </dgm:t>
    </dgm:pt>
    <dgm:pt modelId="{37D037FA-762C-4C95-AA3B-45268F185D72}" type="parTrans" cxnId="{FE8CC72B-290B-409F-992E-8F305E53BB0F}">
      <dgm:prSet/>
      <dgm:spPr/>
      <dgm:t>
        <a:bodyPr/>
        <a:lstStyle/>
        <a:p>
          <a:endParaRPr lang="en-CA"/>
        </a:p>
      </dgm:t>
    </dgm:pt>
    <dgm:pt modelId="{6662C48F-B380-433B-B7B0-774DE9612918}" type="sibTrans" cxnId="{FE8CC72B-290B-409F-992E-8F305E53BB0F}">
      <dgm:prSet/>
      <dgm:spPr/>
      <dgm:t>
        <a:bodyPr/>
        <a:lstStyle/>
        <a:p>
          <a:endParaRPr lang="en-CA"/>
        </a:p>
      </dgm:t>
    </dgm:pt>
    <dgm:pt modelId="{0D1B0E37-DD97-47AD-93C3-DD58BC59395D}">
      <dgm:prSet phldrT="[Text]"/>
      <dgm:spPr>
        <a:xfrm>
          <a:off x="1094836" y="1938641"/>
          <a:ext cx="3001768" cy="3001768"/>
        </a:xfrm>
        <a:prstGeom prst="ellipse">
          <a:avLst/>
        </a:prstGeom>
        <a:solidFill>
          <a:srgbClr val="FFDD00">
            <a:alpha val="75000"/>
          </a:srgbClr>
        </a:solidFill>
        <a:ln w="12700" cap="flat" cmpd="sng" algn="ctr">
          <a:solidFill>
            <a:sysClr val="window" lastClr="FFFFFF">
              <a:hueOff val="0"/>
              <a:satOff val="0"/>
              <a:lumOff val="0"/>
              <a:alphaOff val="0"/>
            </a:sysClr>
          </a:solidFill>
          <a:prstDash val="solid"/>
        </a:ln>
        <a:effectLst/>
      </dgm:spPr>
      <dgm:t>
        <a:bodyPr/>
        <a:lstStyle/>
        <a:p>
          <a:pPr>
            <a:buNone/>
          </a:pPr>
          <a:r>
            <a:rPr lang="en-US" b="1">
              <a:solidFill>
                <a:sysClr val="windowText" lastClr="000000">
                  <a:hueOff val="0"/>
                  <a:satOff val="0"/>
                  <a:lumOff val="0"/>
                  <a:alphaOff val="0"/>
                </a:sysClr>
              </a:solidFill>
              <a:latin typeface="Arial" panose="020B0604020202020204" pitchFamily="34" charset="0"/>
              <a:ea typeface="+mn-ea"/>
              <a:cs typeface="Arial" panose="020B0604020202020204" pitchFamily="34" charset="0"/>
            </a:rPr>
            <a:t>Data About First Nations</a:t>
          </a:r>
          <a:endParaRPr lang="en-CA" b="1">
            <a:solidFill>
              <a:sysClr val="windowText" lastClr="000000">
                <a:hueOff val="0"/>
                <a:satOff val="0"/>
                <a:lumOff val="0"/>
                <a:alphaOff val="0"/>
              </a:sysClr>
            </a:solidFill>
            <a:latin typeface="Arial" panose="020B0604020202020204" pitchFamily="34" charset="0"/>
            <a:ea typeface="+mn-ea"/>
            <a:cs typeface="Arial" panose="020B0604020202020204" pitchFamily="34" charset="0"/>
          </a:endParaRPr>
        </a:p>
      </dgm:t>
    </dgm:pt>
    <dgm:pt modelId="{DAB6F55C-EF09-4443-A037-850C0816A29F}" type="parTrans" cxnId="{A997DDE2-F8E1-40D5-AC5B-95650D057AB2}">
      <dgm:prSet/>
      <dgm:spPr/>
      <dgm:t>
        <a:bodyPr/>
        <a:lstStyle/>
        <a:p>
          <a:endParaRPr lang="en-CA"/>
        </a:p>
      </dgm:t>
    </dgm:pt>
    <dgm:pt modelId="{037406CF-FAD7-4DA3-9768-CC3A8A52DCE8}" type="sibTrans" cxnId="{A997DDE2-F8E1-40D5-AC5B-95650D057AB2}">
      <dgm:prSet/>
      <dgm:spPr/>
      <dgm:t>
        <a:bodyPr/>
        <a:lstStyle/>
        <a:p>
          <a:endParaRPr lang="en-CA"/>
        </a:p>
      </dgm:t>
    </dgm:pt>
    <dgm:pt modelId="{D44B16E6-1087-45C9-92E6-645360B4ACE5}" type="pres">
      <dgm:prSet presAssocID="{8584FE03-2CB8-4DBC-928A-CBA0D2FFFC18}" presName="compositeShape" presStyleCnt="0">
        <dgm:presLayoutVars>
          <dgm:chMax val="7"/>
          <dgm:dir/>
          <dgm:resizeHandles val="exact"/>
        </dgm:presLayoutVars>
      </dgm:prSet>
      <dgm:spPr/>
    </dgm:pt>
    <dgm:pt modelId="{C6CEDD41-4BEA-4E33-99E9-7B66E3BBD74A}" type="pres">
      <dgm:prSet presAssocID="{4F2C1755-1319-4A1E-8196-EB54164A7F8F}" presName="circ1" presStyleLbl="vennNode1" presStyleIdx="0" presStyleCnt="3"/>
      <dgm:spPr/>
    </dgm:pt>
    <dgm:pt modelId="{B452FC09-B79B-4AAE-B10E-A46B3FB4A681}" type="pres">
      <dgm:prSet presAssocID="{4F2C1755-1319-4A1E-8196-EB54164A7F8F}" presName="circ1Tx" presStyleLbl="revTx" presStyleIdx="0" presStyleCnt="0">
        <dgm:presLayoutVars>
          <dgm:chMax val="0"/>
          <dgm:chPref val="0"/>
          <dgm:bulletEnabled val="1"/>
        </dgm:presLayoutVars>
      </dgm:prSet>
      <dgm:spPr/>
    </dgm:pt>
    <dgm:pt modelId="{1A1CB76F-2C94-4FC0-B2A6-E068D2B82F64}" type="pres">
      <dgm:prSet presAssocID="{0C16CD0F-6DFD-4119-8E1D-1C1857467E68}" presName="circ2" presStyleLbl="vennNode1" presStyleIdx="1" presStyleCnt="3"/>
      <dgm:spPr/>
    </dgm:pt>
    <dgm:pt modelId="{CB2E9368-A26A-4D6C-8309-E3F71BB05441}" type="pres">
      <dgm:prSet presAssocID="{0C16CD0F-6DFD-4119-8E1D-1C1857467E68}" presName="circ2Tx" presStyleLbl="revTx" presStyleIdx="0" presStyleCnt="0">
        <dgm:presLayoutVars>
          <dgm:chMax val="0"/>
          <dgm:chPref val="0"/>
          <dgm:bulletEnabled val="1"/>
        </dgm:presLayoutVars>
      </dgm:prSet>
      <dgm:spPr/>
    </dgm:pt>
    <dgm:pt modelId="{B2BB8386-84D8-4F8E-B8BE-9F677A04F155}" type="pres">
      <dgm:prSet presAssocID="{0D1B0E37-DD97-47AD-93C3-DD58BC59395D}" presName="circ3" presStyleLbl="vennNode1" presStyleIdx="2" presStyleCnt="3"/>
      <dgm:spPr/>
    </dgm:pt>
    <dgm:pt modelId="{E7B9C975-12FC-4E25-9720-675A5B7BB3B4}" type="pres">
      <dgm:prSet presAssocID="{0D1B0E37-DD97-47AD-93C3-DD58BC59395D}" presName="circ3Tx" presStyleLbl="revTx" presStyleIdx="0" presStyleCnt="0">
        <dgm:presLayoutVars>
          <dgm:chMax val="0"/>
          <dgm:chPref val="0"/>
          <dgm:bulletEnabled val="1"/>
        </dgm:presLayoutVars>
      </dgm:prSet>
      <dgm:spPr/>
    </dgm:pt>
  </dgm:ptLst>
  <dgm:cxnLst>
    <dgm:cxn modelId="{8F58F908-D4DD-4995-AEEE-42C9674124A0}" type="presOf" srcId="{0C16CD0F-6DFD-4119-8E1D-1C1857467E68}" destId="{1A1CB76F-2C94-4FC0-B2A6-E068D2B82F64}" srcOrd="0" destOrd="0" presId="urn:microsoft.com/office/officeart/2005/8/layout/venn1"/>
    <dgm:cxn modelId="{E79F4A20-5B06-4035-929F-CBC4CB6D49B1}" type="presOf" srcId="{8584FE03-2CB8-4DBC-928A-CBA0D2FFFC18}" destId="{D44B16E6-1087-45C9-92E6-645360B4ACE5}" srcOrd="0" destOrd="0" presId="urn:microsoft.com/office/officeart/2005/8/layout/venn1"/>
    <dgm:cxn modelId="{8D20B520-7A0D-48E6-964F-92FB60C72B59}" type="presOf" srcId="{0C16CD0F-6DFD-4119-8E1D-1C1857467E68}" destId="{CB2E9368-A26A-4D6C-8309-E3F71BB05441}" srcOrd="1" destOrd="0" presId="urn:microsoft.com/office/officeart/2005/8/layout/venn1"/>
    <dgm:cxn modelId="{FE8CC72B-290B-409F-992E-8F305E53BB0F}" srcId="{8584FE03-2CB8-4DBC-928A-CBA0D2FFFC18}" destId="{0C16CD0F-6DFD-4119-8E1D-1C1857467E68}" srcOrd="1" destOrd="0" parTransId="{37D037FA-762C-4C95-AA3B-45268F185D72}" sibTransId="{6662C48F-B380-433B-B7B0-774DE9612918}"/>
    <dgm:cxn modelId="{4CCE2F87-8F0B-4729-8A85-F1393451E521}" type="presOf" srcId="{4F2C1755-1319-4A1E-8196-EB54164A7F8F}" destId="{B452FC09-B79B-4AAE-B10E-A46B3FB4A681}" srcOrd="1" destOrd="0" presId="urn:microsoft.com/office/officeart/2005/8/layout/venn1"/>
    <dgm:cxn modelId="{B9204789-67BA-4EE2-96AC-20AFCF9A1294}" type="presOf" srcId="{4F2C1755-1319-4A1E-8196-EB54164A7F8F}" destId="{C6CEDD41-4BEA-4E33-99E9-7B66E3BBD74A}" srcOrd="0" destOrd="0" presId="urn:microsoft.com/office/officeart/2005/8/layout/venn1"/>
    <dgm:cxn modelId="{C25B81B4-91BF-433B-ADD6-9A593C6F8A51}" srcId="{8584FE03-2CB8-4DBC-928A-CBA0D2FFFC18}" destId="{4F2C1755-1319-4A1E-8196-EB54164A7F8F}" srcOrd="0" destOrd="0" parTransId="{524CED36-7768-4584-A07A-D29528DB562B}" sibTransId="{B1144109-AF0E-4A85-A054-38A893AA2DF4}"/>
    <dgm:cxn modelId="{A997DDE2-F8E1-40D5-AC5B-95650D057AB2}" srcId="{8584FE03-2CB8-4DBC-928A-CBA0D2FFFC18}" destId="{0D1B0E37-DD97-47AD-93C3-DD58BC59395D}" srcOrd="2" destOrd="0" parTransId="{DAB6F55C-EF09-4443-A037-850C0816A29F}" sibTransId="{037406CF-FAD7-4DA3-9768-CC3A8A52DCE8}"/>
    <dgm:cxn modelId="{8ED874E5-0146-4B93-8FD3-3203BC1EB7AD}" type="presOf" srcId="{0D1B0E37-DD97-47AD-93C3-DD58BC59395D}" destId="{B2BB8386-84D8-4F8E-B8BE-9F677A04F155}" srcOrd="0" destOrd="0" presId="urn:microsoft.com/office/officeart/2005/8/layout/venn1"/>
    <dgm:cxn modelId="{0C541DE9-8D97-4EBC-BABF-C3B9A9461309}" type="presOf" srcId="{0D1B0E37-DD97-47AD-93C3-DD58BC59395D}" destId="{E7B9C975-12FC-4E25-9720-675A5B7BB3B4}" srcOrd="1" destOrd="0" presId="urn:microsoft.com/office/officeart/2005/8/layout/venn1"/>
    <dgm:cxn modelId="{17971A6A-AC18-431F-8B98-B16558B213D0}" type="presParOf" srcId="{D44B16E6-1087-45C9-92E6-645360B4ACE5}" destId="{C6CEDD41-4BEA-4E33-99E9-7B66E3BBD74A}" srcOrd="0" destOrd="0" presId="urn:microsoft.com/office/officeart/2005/8/layout/venn1"/>
    <dgm:cxn modelId="{B0E2C38A-2C4C-4986-9B3C-4998934E712B}" type="presParOf" srcId="{D44B16E6-1087-45C9-92E6-645360B4ACE5}" destId="{B452FC09-B79B-4AAE-B10E-A46B3FB4A681}" srcOrd="1" destOrd="0" presId="urn:microsoft.com/office/officeart/2005/8/layout/venn1"/>
    <dgm:cxn modelId="{AB6B2806-35FB-4CA5-B442-2033C794FA60}" type="presParOf" srcId="{D44B16E6-1087-45C9-92E6-645360B4ACE5}" destId="{1A1CB76F-2C94-4FC0-B2A6-E068D2B82F64}" srcOrd="2" destOrd="0" presId="urn:microsoft.com/office/officeart/2005/8/layout/venn1"/>
    <dgm:cxn modelId="{471B4B9B-1CDA-4245-8A53-87079C261B39}" type="presParOf" srcId="{D44B16E6-1087-45C9-92E6-645360B4ACE5}" destId="{CB2E9368-A26A-4D6C-8309-E3F71BB05441}" srcOrd="3" destOrd="0" presId="urn:microsoft.com/office/officeart/2005/8/layout/venn1"/>
    <dgm:cxn modelId="{A409B281-FFCF-4E9E-A7CD-3721EA3BF915}" type="presParOf" srcId="{D44B16E6-1087-45C9-92E6-645360B4ACE5}" destId="{B2BB8386-84D8-4F8E-B8BE-9F677A04F155}" srcOrd="4" destOrd="0" presId="urn:microsoft.com/office/officeart/2005/8/layout/venn1"/>
    <dgm:cxn modelId="{540D0A0B-5B9E-4BA7-BE3C-1742A9C928E4}" type="presParOf" srcId="{D44B16E6-1087-45C9-92E6-645360B4ACE5}" destId="{E7B9C975-12FC-4E25-9720-675A5B7BB3B4}"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84FE03-2CB8-4DBC-928A-CBA0D2FFFC18}" type="doc">
      <dgm:prSet loTypeId="urn:microsoft.com/office/officeart/2005/8/layout/venn1" loCatId="relationship" qsTypeId="urn:microsoft.com/office/officeart/2005/8/quickstyle/simple1" qsCatId="simple" csTypeId="urn:microsoft.com/office/officeart/2005/8/colors/accent1_2" csCatId="accent1" phldr="1"/>
      <dgm:spPr/>
    </dgm:pt>
    <dgm:pt modelId="{4F2C1755-1319-4A1E-8196-EB54164A7F8F}">
      <dgm:prSet phldrT="[Text]"/>
      <dgm:spPr>
        <a:solidFill>
          <a:schemeClr val="accent6">
            <a:alpha val="75000"/>
          </a:schemeClr>
        </a:solidFill>
      </dgm:spPr>
      <dgm:t>
        <a:bodyPr/>
        <a:lstStyle/>
        <a:p>
          <a:r>
            <a:rPr lang="en-US">
              <a:solidFill>
                <a:schemeClr val="tx1"/>
              </a:solidFill>
              <a:latin typeface="Arial" panose="020B0604020202020204" pitchFamily="34" charset="0"/>
              <a:cs typeface="Arial" panose="020B0604020202020204" pitchFamily="34" charset="0"/>
            </a:rPr>
            <a:t>Data about First Nations resources, environment</a:t>
          </a:r>
          <a:endParaRPr lang="en-CA">
            <a:solidFill>
              <a:schemeClr val="tx1"/>
            </a:solidFill>
            <a:latin typeface="Arial" panose="020B0604020202020204" pitchFamily="34" charset="0"/>
            <a:cs typeface="Arial" panose="020B0604020202020204" pitchFamily="34" charset="0"/>
          </a:endParaRPr>
        </a:p>
      </dgm:t>
    </dgm:pt>
    <dgm:pt modelId="{524CED36-7768-4584-A07A-D29528DB562B}" type="parTrans" cxnId="{C25B81B4-91BF-433B-ADD6-9A593C6F8A51}">
      <dgm:prSet/>
      <dgm:spPr/>
      <dgm:t>
        <a:bodyPr/>
        <a:lstStyle/>
        <a:p>
          <a:endParaRPr lang="en-CA"/>
        </a:p>
      </dgm:t>
    </dgm:pt>
    <dgm:pt modelId="{B1144109-AF0E-4A85-A054-38A893AA2DF4}" type="sibTrans" cxnId="{C25B81B4-91BF-433B-ADD6-9A593C6F8A51}">
      <dgm:prSet/>
      <dgm:spPr/>
      <dgm:t>
        <a:bodyPr/>
        <a:lstStyle/>
        <a:p>
          <a:endParaRPr lang="en-CA"/>
        </a:p>
      </dgm:t>
    </dgm:pt>
    <dgm:pt modelId="{0C16CD0F-6DFD-4119-8E1D-1C1857467E68}">
      <dgm:prSet phldrT="[Text]"/>
      <dgm:spPr>
        <a:solidFill>
          <a:schemeClr val="accent5">
            <a:alpha val="75000"/>
          </a:schemeClr>
        </a:solidFill>
      </dgm:spPr>
      <dgm:t>
        <a:bodyPr/>
        <a:lstStyle/>
        <a:p>
          <a:r>
            <a:rPr lang="en-US">
              <a:latin typeface="Arial" panose="020B0604020202020204" pitchFamily="34" charset="0"/>
              <a:cs typeface="Arial" panose="020B0604020202020204" pitchFamily="34" charset="0"/>
            </a:rPr>
            <a:t>Data from First Nations</a:t>
          </a:r>
          <a:endParaRPr lang="en-CA">
            <a:latin typeface="Arial" panose="020B0604020202020204" pitchFamily="34" charset="0"/>
            <a:cs typeface="Arial" panose="020B0604020202020204" pitchFamily="34" charset="0"/>
          </a:endParaRPr>
        </a:p>
      </dgm:t>
    </dgm:pt>
    <dgm:pt modelId="{37D037FA-762C-4C95-AA3B-45268F185D72}" type="parTrans" cxnId="{FE8CC72B-290B-409F-992E-8F305E53BB0F}">
      <dgm:prSet/>
      <dgm:spPr/>
      <dgm:t>
        <a:bodyPr/>
        <a:lstStyle/>
        <a:p>
          <a:endParaRPr lang="en-CA"/>
        </a:p>
      </dgm:t>
    </dgm:pt>
    <dgm:pt modelId="{6662C48F-B380-433B-B7B0-774DE9612918}" type="sibTrans" cxnId="{FE8CC72B-290B-409F-992E-8F305E53BB0F}">
      <dgm:prSet/>
      <dgm:spPr/>
      <dgm:t>
        <a:bodyPr/>
        <a:lstStyle/>
        <a:p>
          <a:endParaRPr lang="en-CA"/>
        </a:p>
      </dgm:t>
    </dgm:pt>
    <dgm:pt modelId="{0D1B0E37-DD97-47AD-93C3-DD58BC59395D}">
      <dgm:prSet phldrT="[Text]"/>
      <dgm:spPr>
        <a:solidFill>
          <a:schemeClr val="accent2">
            <a:alpha val="75000"/>
          </a:schemeClr>
        </a:solidFill>
      </dgm:spPr>
      <dgm:t>
        <a:bodyPr/>
        <a:lstStyle/>
        <a:p>
          <a:r>
            <a:rPr lang="en-US">
              <a:latin typeface="Arial" panose="020B0604020202020204" pitchFamily="34" charset="0"/>
              <a:cs typeface="Arial" panose="020B0604020202020204" pitchFamily="34" charset="0"/>
            </a:rPr>
            <a:t>Data about First Nations</a:t>
          </a:r>
          <a:endParaRPr lang="en-CA">
            <a:latin typeface="Arial" panose="020B0604020202020204" pitchFamily="34" charset="0"/>
            <a:cs typeface="Arial" panose="020B0604020202020204" pitchFamily="34" charset="0"/>
          </a:endParaRPr>
        </a:p>
      </dgm:t>
    </dgm:pt>
    <dgm:pt modelId="{DAB6F55C-EF09-4443-A037-850C0816A29F}" type="parTrans" cxnId="{A997DDE2-F8E1-40D5-AC5B-95650D057AB2}">
      <dgm:prSet/>
      <dgm:spPr/>
      <dgm:t>
        <a:bodyPr/>
        <a:lstStyle/>
        <a:p>
          <a:endParaRPr lang="en-CA"/>
        </a:p>
      </dgm:t>
    </dgm:pt>
    <dgm:pt modelId="{037406CF-FAD7-4DA3-9768-CC3A8A52DCE8}" type="sibTrans" cxnId="{A997DDE2-F8E1-40D5-AC5B-95650D057AB2}">
      <dgm:prSet/>
      <dgm:spPr/>
      <dgm:t>
        <a:bodyPr/>
        <a:lstStyle/>
        <a:p>
          <a:endParaRPr lang="en-CA"/>
        </a:p>
      </dgm:t>
    </dgm:pt>
    <dgm:pt modelId="{D44B16E6-1087-45C9-92E6-645360B4ACE5}" type="pres">
      <dgm:prSet presAssocID="{8584FE03-2CB8-4DBC-928A-CBA0D2FFFC18}" presName="compositeShape" presStyleCnt="0">
        <dgm:presLayoutVars>
          <dgm:chMax val="7"/>
          <dgm:dir/>
          <dgm:resizeHandles val="exact"/>
        </dgm:presLayoutVars>
      </dgm:prSet>
      <dgm:spPr/>
    </dgm:pt>
    <dgm:pt modelId="{C6CEDD41-4BEA-4E33-99E9-7B66E3BBD74A}" type="pres">
      <dgm:prSet presAssocID="{4F2C1755-1319-4A1E-8196-EB54164A7F8F}" presName="circ1" presStyleLbl="vennNode1" presStyleIdx="0" presStyleCnt="3"/>
      <dgm:spPr/>
    </dgm:pt>
    <dgm:pt modelId="{B452FC09-B79B-4AAE-B10E-A46B3FB4A681}" type="pres">
      <dgm:prSet presAssocID="{4F2C1755-1319-4A1E-8196-EB54164A7F8F}" presName="circ1Tx" presStyleLbl="revTx" presStyleIdx="0" presStyleCnt="0">
        <dgm:presLayoutVars>
          <dgm:chMax val="0"/>
          <dgm:chPref val="0"/>
          <dgm:bulletEnabled val="1"/>
        </dgm:presLayoutVars>
      </dgm:prSet>
      <dgm:spPr/>
    </dgm:pt>
    <dgm:pt modelId="{1A1CB76F-2C94-4FC0-B2A6-E068D2B82F64}" type="pres">
      <dgm:prSet presAssocID="{0C16CD0F-6DFD-4119-8E1D-1C1857467E68}" presName="circ2" presStyleLbl="vennNode1" presStyleIdx="1" presStyleCnt="3"/>
      <dgm:spPr/>
    </dgm:pt>
    <dgm:pt modelId="{CB2E9368-A26A-4D6C-8309-E3F71BB05441}" type="pres">
      <dgm:prSet presAssocID="{0C16CD0F-6DFD-4119-8E1D-1C1857467E68}" presName="circ2Tx" presStyleLbl="revTx" presStyleIdx="0" presStyleCnt="0">
        <dgm:presLayoutVars>
          <dgm:chMax val="0"/>
          <dgm:chPref val="0"/>
          <dgm:bulletEnabled val="1"/>
        </dgm:presLayoutVars>
      </dgm:prSet>
      <dgm:spPr/>
    </dgm:pt>
    <dgm:pt modelId="{B2BB8386-84D8-4F8E-B8BE-9F677A04F155}" type="pres">
      <dgm:prSet presAssocID="{0D1B0E37-DD97-47AD-93C3-DD58BC59395D}" presName="circ3" presStyleLbl="vennNode1" presStyleIdx="2" presStyleCnt="3"/>
      <dgm:spPr/>
    </dgm:pt>
    <dgm:pt modelId="{E7B9C975-12FC-4E25-9720-675A5B7BB3B4}" type="pres">
      <dgm:prSet presAssocID="{0D1B0E37-DD97-47AD-93C3-DD58BC59395D}" presName="circ3Tx" presStyleLbl="revTx" presStyleIdx="0" presStyleCnt="0">
        <dgm:presLayoutVars>
          <dgm:chMax val="0"/>
          <dgm:chPref val="0"/>
          <dgm:bulletEnabled val="1"/>
        </dgm:presLayoutVars>
      </dgm:prSet>
      <dgm:spPr/>
    </dgm:pt>
  </dgm:ptLst>
  <dgm:cxnLst>
    <dgm:cxn modelId="{8F58F908-D4DD-4995-AEEE-42C9674124A0}" type="presOf" srcId="{0C16CD0F-6DFD-4119-8E1D-1C1857467E68}" destId="{1A1CB76F-2C94-4FC0-B2A6-E068D2B82F64}" srcOrd="0" destOrd="0" presId="urn:microsoft.com/office/officeart/2005/8/layout/venn1"/>
    <dgm:cxn modelId="{E79F4A20-5B06-4035-929F-CBC4CB6D49B1}" type="presOf" srcId="{8584FE03-2CB8-4DBC-928A-CBA0D2FFFC18}" destId="{D44B16E6-1087-45C9-92E6-645360B4ACE5}" srcOrd="0" destOrd="0" presId="urn:microsoft.com/office/officeart/2005/8/layout/venn1"/>
    <dgm:cxn modelId="{8D20B520-7A0D-48E6-964F-92FB60C72B59}" type="presOf" srcId="{0C16CD0F-6DFD-4119-8E1D-1C1857467E68}" destId="{CB2E9368-A26A-4D6C-8309-E3F71BB05441}" srcOrd="1" destOrd="0" presId="urn:microsoft.com/office/officeart/2005/8/layout/venn1"/>
    <dgm:cxn modelId="{FE8CC72B-290B-409F-992E-8F305E53BB0F}" srcId="{8584FE03-2CB8-4DBC-928A-CBA0D2FFFC18}" destId="{0C16CD0F-6DFD-4119-8E1D-1C1857467E68}" srcOrd="1" destOrd="0" parTransId="{37D037FA-762C-4C95-AA3B-45268F185D72}" sibTransId="{6662C48F-B380-433B-B7B0-774DE9612918}"/>
    <dgm:cxn modelId="{4CCE2F87-8F0B-4729-8A85-F1393451E521}" type="presOf" srcId="{4F2C1755-1319-4A1E-8196-EB54164A7F8F}" destId="{B452FC09-B79B-4AAE-B10E-A46B3FB4A681}" srcOrd="1" destOrd="0" presId="urn:microsoft.com/office/officeart/2005/8/layout/venn1"/>
    <dgm:cxn modelId="{B9204789-67BA-4EE2-96AC-20AFCF9A1294}" type="presOf" srcId="{4F2C1755-1319-4A1E-8196-EB54164A7F8F}" destId="{C6CEDD41-4BEA-4E33-99E9-7B66E3BBD74A}" srcOrd="0" destOrd="0" presId="urn:microsoft.com/office/officeart/2005/8/layout/venn1"/>
    <dgm:cxn modelId="{C25B81B4-91BF-433B-ADD6-9A593C6F8A51}" srcId="{8584FE03-2CB8-4DBC-928A-CBA0D2FFFC18}" destId="{4F2C1755-1319-4A1E-8196-EB54164A7F8F}" srcOrd="0" destOrd="0" parTransId="{524CED36-7768-4584-A07A-D29528DB562B}" sibTransId="{B1144109-AF0E-4A85-A054-38A893AA2DF4}"/>
    <dgm:cxn modelId="{A997DDE2-F8E1-40D5-AC5B-95650D057AB2}" srcId="{8584FE03-2CB8-4DBC-928A-CBA0D2FFFC18}" destId="{0D1B0E37-DD97-47AD-93C3-DD58BC59395D}" srcOrd="2" destOrd="0" parTransId="{DAB6F55C-EF09-4443-A037-850C0816A29F}" sibTransId="{037406CF-FAD7-4DA3-9768-CC3A8A52DCE8}"/>
    <dgm:cxn modelId="{8ED874E5-0146-4B93-8FD3-3203BC1EB7AD}" type="presOf" srcId="{0D1B0E37-DD97-47AD-93C3-DD58BC59395D}" destId="{B2BB8386-84D8-4F8E-B8BE-9F677A04F155}" srcOrd="0" destOrd="0" presId="urn:microsoft.com/office/officeart/2005/8/layout/venn1"/>
    <dgm:cxn modelId="{0C541DE9-8D97-4EBC-BABF-C3B9A9461309}" type="presOf" srcId="{0D1B0E37-DD97-47AD-93C3-DD58BC59395D}" destId="{E7B9C975-12FC-4E25-9720-675A5B7BB3B4}" srcOrd="1" destOrd="0" presId="urn:microsoft.com/office/officeart/2005/8/layout/venn1"/>
    <dgm:cxn modelId="{17971A6A-AC18-431F-8B98-B16558B213D0}" type="presParOf" srcId="{D44B16E6-1087-45C9-92E6-645360B4ACE5}" destId="{C6CEDD41-4BEA-4E33-99E9-7B66E3BBD74A}" srcOrd="0" destOrd="0" presId="urn:microsoft.com/office/officeart/2005/8/layout/venn1"/>
    <dgm:cxn modelId="{B0E2C38A-2C4C-4986-9B3C-4998934E712B}" type="presParOf" srcId="{D44B16E6-1087-45C9-92E6-645360B4ACE5}" destId="{B452FC09-B79B-4AAE-B10E-A46B3FB4A681}" srcOrd="1" destOrd="0" presId="urn:microsoft.com/office/officeart/2005/8/layout/venn1"/>
    <dgm:cxn modelId="{AB6B2806-35FB-4CA5-B442-2033C794FA60}" type="presParOf" srcId="{D44B16E6-1087-45C9-92E6-645360B4ACE5}" destId="{1A1CB76F-2C94-4FC0-B2A6-E068D2B82F64}" srcOrd="2" destOrd="0" presId="urn:microsoft.com/office/officeart/2005/8/layout/venn1"/>
    <dgm:cxn modelId="{471B4B9B-1CDA-4245-8A53-87079C261B39}" type="presParOf" srcId="{D44B16E6-1087-45C9-92E6-645360B4ACE5}" destId="{CB2E9368-A26A-4D6C-8309-E3F71BB05441}" srcOrd="3" destOrd="0" presId="urn:microsoft.com/office/officeart/2005/8/layout/venn1"/>
    <dgm:cxn modelId="{A409B281-FFCF-4E9E-A7CD-3721EA3BF915}" type="presParOf" srcId="{D44B16E6-1087-45C9-92E6-645360B4ACE5}" destId="{B2BB8386-84D8-4F8E-B8BE-9F677A04F155}" srcOrd="4" destOrd="0" presId="urn:microsoft.com/office/officeart/2005/8/layout/venn1"/>
    <dgm:cxn modelId="{540D0A0B-5B9E-4BA7-BE3C-1742A9C928E4}" type="presParOf" srcId="{D44B16E6-1087-45C9-92E6-645360B4ACE5}" destId="{E7B9C975-12FC-4E25-9720-675A5B7BB3B4}"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ABDE7A-EABB-418E-A8A1-2591B7614CD0}"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CA"/>
        </a:p>
      </dgm:t>
    </dgm:pt>
    <dgm:pt modelId="{D34374F2-3956-4453-BF84-E94E7D2D5F7F}">
      <dgm:prSet phldrT="[Text]" custT="1"/>
      <dgm:spPr>
        <a:solidFill>
          <a:schemeClr val="accent6"/>
        </a:solidFill>
        <a:ln>
          <a:solidFill>
            <a:schemeClr val="accent6"/>
          </a:solidFill>
        </a:ln>
      </dgm:spPr>
      <dgm:t>
        <a:bodyPr/>
        <a:lstStyle/>
        <a:p>
          <a:r>
            <a:rPr lang="en-US" sz="3600">
              <a:latin typeface="Arial" panose="020B0604020202020204" pitchFamily="34" charset="0"/>
              <a:cs typeface="Arial" panose="020B0604020202020204" pitchFamily="34" charset="0"/>
            </a:rPr>
            <a:t>Use</a:t>
          </a:r>
          <a:endParaRPr lang="en-CA" sz="4000">
            <a:latin typeface="Arial" panose="020B0604020202020204" pitchFamily="34" charset="0"/>
            <a:cs typeface="Arial" panose="020B0604020202020204" pitchFamily="34" charset="0"/>
          </a:endParaRPr>
        </a:p>
      </dgm:t>
    </dgm:pt>
    <dgm:pt modelId="{6D26E841-593B-46F1-8189-242930FC149E}" type="parTrans" cxnId="{2B05CE9F-0CD9-4140-8A3F-27E53A519898}">
      <dgm:prSet/>
      <dgm:spPr/>
      <dgm:t>
        <a:bodyPr/>
        <a:lstStyle/>
        <a:p>
          <a:endParaRPr lang="en-CA"/>
        </a:p>
      </dgm:t>
    </dgm:pt>
    <dgm:pt modelId="{4C8C80AF-DD9E-4272-82D5-E2E6B7427868}" type="sibTrans" cxnId="{2B05CE9F-0CD9-4140-8A3F-27E53A519898}">
      <dgm:prSet/>
      <dgm:spPr/>
      <dgm:t>
        <a:bodyPr/>
        <a:lstStyle/>
        <a:p>
          <a:endParaRPr lang="en-CA"/>
        </a:p>
      </dgm:t>
    </dgm:pt>
    <dgm:pt modelId="{E84B518A-E399-4D57-A202-8B8AB9F9D8B1}">
      <dgm:prSet phldrT="[Text]" custT="1"/>
      <dgm:spPr>
        <a:solidFill>
          <a:schemeClr val="accent2"/>
        </a:solidFill>
        <a:ln>
          <a:solidFill>
            <a:schemeClr val="accent2"/>
          </a:solidFill>
        </a:ln>
      </dgm:spPr>
      <dgm:t>
        <a:bodyPr/>
        <a:lstStyle/>
        <a:p>
          <a:r>
            <a:rPr lang="en-US" sz="2000" b="1">
              <a:solidFill>
                <a:schemeClr val="tx1"/>
              </a:solidFill>
              <a:latin typeface="Arial" panose="020B0604020202020204" pitchFamily="34" charset="0"/>
              <a:cs typeface="Arial" panose="020B0604020202020204" pitchFamily="34" charset="0"/>
            </a:rPr>
            <a:t>Collection</a:t>
          </a:r>
          <a:endParaRPr lang="en-CA" sz="2000" b="1">
            <a:solidFill>
              <a:schemeClr val="tx1"/>
            </a:solidFill>
            <a:latin typeface="Arial" panose="020B0604020202020204" pitchFamily="34" charset="0"/>
            <a:cs typeface="Arial" panose="020B0604020202020204" pitchFamily="34" charset="0"/>
          </a:endParaRPr>
        </a:p>
      </dgm:t>
    </dgm:pt>
    <dgm:pt modelId="{BB4E02FD-43B7-439F-8338-B3D451A28AA9}" type="parTrans" cxnId="{0520CD04-ACF1-4176-85EC-5FE7C6D08B23}">
      <dgm:prSet/>
      <dgm:spPr/>
      <dgm:t>
        <a:bodyPr/>
        <a:lstStyle/>
        <a:p>
          <a:endParaRPr lang="en-CA"/>
        </a:p>
      </dgm:t>
    </dgm:pt>
    <dgm:pt modelId="{9F1B26EE-4E88-4F6B-82BD-4BCD025BA133}" type="sibTrans" cxnId="{0520CD04-ACF1-4176-85EC-5FE7C6D08B23}">
      <dgm:prSet/>
      <dgm:spPr/>
      <dgm:t>
        <a:bodyPr/>
        <a:lstStyle/>
        <a:p>
          <a:endParaRPr lang="en-CA"/>
        </a:p>
      </dgm:t>
    </dgm:pt>
    <dgm:pt modelId="{91AE5D7C-E907-4AD2-8FE5-A13F1AEE3F8C}">
      <dgm:prSet phldrT="[Text]" custT="1"/>
      <dgm:spPr>
        <a:solidFill>
          <a:schemeClr val="accent5"/>
        </a:solidFill>
        <a:ln>
          <a:solidFill>
            <a:schemeClr val="accent5"/>
          </a:solidFill>
        </a:ln>
      </dgm:spPr>
      <dgm:t>
        <a:bodyPr/>
        <a:lstStyle/>
        <a:p>
          <a:r>
            <a:rPr lang="en-US" sz="1900" b="1">
              <a:solidFill>
                <a:schemeClr val="tx1"/>
              </a:solidFill>
              <a:latin typeface="Arial" panose="020B0604020202020204" pitchFamily="34" charset="0"/>
              <a:cs typeface="Arial" panose="020B0604020202020204" pitchFamily="34" charset="0"/>
            </a:rPr>
            <a:t>Disclosure</a:t>
          </a:r>
          <a:endParaRPr lang="en-CA" sz="1900" b="1">
            <a:solidFill>
              <a:schemeClr val="tx1"/>
            </a:solidFill>
            <a:latin typeface="Arial" panose="020B0604020202020204" pitchFamily="34" charset="0"/>
            <a:cs typeface="Arial" panose="020B0604020202020204" pitchFamily="34" charset="0"/>
          </a:endParaRPr>
        </a:p>
      </dgm:t>
    </dgm:pt>
    <dgm:pt modelId="{06821315-7B5B-4A97-8088-0A9C6ED23CE5}" type="parTrans" cxnId="{B4021960-711B-4928-86E8-571C10B689E4}">
      <dgm:prSet/>
      <dgm:spPr/>
      <dgm:t>
        <a:bodyPr/>
        <a:lstStyle/>
        <a:p>
          <a:endParaRPr lang="en-CA"/>
        </a:p>
      </dgm:t>
    </dgm:pt>
    <dgm:pt modelId="{8F039209-4009-4864-B5CE-369CA26BBD6E}" type="sibTrans" cxnId="{B4021960-711B-4928-86E8-571C10B689E4}">
      <dgm:prSet/>
      <dgm:spPr/>
      <dgm:t>
        <a:bodyPr/>
        <a:lstStyle/>
        <a:p>
          <a:endParaRPr lang="en-CA"/>
        </a:p>
      </dgm:t>
    </dgm:pt>
    <dgm:pt modelId="{1375385A-A02A-48E2-8962-840193D8837B}">
      <dgm:prSet phldrT="[Text]" custT="1"/>
      <dgm:spPr/>
      <dgm:t>
        <a:bodyPr/>
        <a:lstStyle/>
        <a:p>
          <a:r>
            <a:rPr lang="en-US" sz="4800">
              <a:solidFill>
                <a:schemeClr val="accent6">
                  <a:lumMod val="75000"/>
                </a:schemeClr>
              </a:solidFill>
              <a:latin typeface="Arial" panose="020B0604020202020204" pitchFamily="34" charset="0"/>
              <a:cs typeface="Arial" panose="020B0604020202020204" pitchFamily="34" charset="0"/>
            </a:rPr>
            <a:t>First Nation Control</a:t>
          </a:r>
          <a:endParaRPr lang="en-CA" sz="2700">
            <a:latin typeface="Arial" panose="020B0604020202020204" pitchFamily="34" charset="0"/>
            <a:cs typeface="Arial" panose="020B0604020202020204" pitchFamily="34" charset="0"/>
          </a:endParaRPr>
        </a:p>
      </dgm:t>
    </dgm:pt>
    <dgm:pt modelId="{DA74D6AA-A619-472F-B1E0-0B8DE37CEC8A}" type="parTrans" cxnId="{DAC41BCD-32FF-4CE5-BC37-E0284FA06430}">
      <dgm:prSet/>
      <dgm:spPr/>
      <dgm:t>
        <a:bodyPr/>
        <a:lstStyle/>
        <a:p>
          <a:endParaRPr lang="en-CA"/>
        </a:p>
      </dgm:t>
    </dgm:pt>
    <dgm:pt modelId="{0006D2E7-5E47-4294-B738-CEB49D61122C}" type="sibTrans" cxnId="{DAC41BCD-32FF-4CE5-BC37-E0284FA06430}">
      <dgm:prSet/>
      <dgm:spPr/>
      <dgm:t>
        <a:bodyPr/>
        <a:lstStyle/>
        <a:p>
          <a:endParaRPr lang="en-CA"/>
        </a:p>
      </dgm:t>
    </dgm:pt>
    <dgm:pt modelId="{AC6906A1-C43B-453B-BA80-C4C94D14D05A}" type="pres">
      <dgm:prSet presAssocID="{FDABDE7A-EABB-418E-A8A1-2591B7614CD0}" presName="Name0" presStyleCnt="0">
        <dgm:presLayoutVars>
          <dgm:chMax val="4"/>
          <dgm:resizeHandles val="exact"/>
        </dgm:presLayoutVars>
      </dgm:prSet>
      <dgm:spPr/>
    </dgm:pt>
    <dgm:pt modelId="{4C5F2CC1-7DFC-41DD-A888-0962C673B90E}" type="pres">
      <dgm:prSet presAssocID="{FDABDE7A-EABB-418E-A8A1-2591B7614CD0}" presName="ellipse" presStyleLbl="trBgShp" presStyleIdx="0" presStyleCnt="1"/>
      <dgm:spPr>
        <a:solidFill>
          <a:schemeClr val="bg1">
            <a:alpha val="40000"/>
          </a:schemeClr>
        </a:solidFill>
      </dgm:spPr>
    </dgm:pt>
    <dgm:pt modelId="{0E646CDD-4ECC-46F8-8C02-41699200C718}" type="pres">
      <dgm:prSet presAssocID="{FDABDE7A-EABB-418E-A8A1-2591B7614CD0}" presName="arrow1" presStyleLbl="fgShp" presStyleIdx="0" presStyleCnt="1" custLinFactNeighborX="-1716" custLinFactNeighborY="33788"/>
      <dgm:spPr/>
    </dgm:pt>
    <dgm:pt modelId="{896F51A3-8246-49EF-8CCA-BFD2D6281341}" type="pres">
      <dgm:prSet presAssocID="{FDABDE7A-EABB-418E-A8A1-2591B7614CD0}" presName="rectangle" presStyleLbl="revTx" presStyleIdx="0" presStyleCnt="1" custScaleX="219276" custLinFactNeighborX="-5506" custLinFactNeighborY="72892">
        <dgm:presLayoutVars>
          <dgm:bulletEnabled val="1"/>
        </dgm:presLayoutVars>
      </dgm:prSet>
      <dgm:spPr/>
    </dgm:pt>
    <dgm:pt modelId="{CB4AF9AA-DC04-4AD7-8BB1-EF7BD79E5AAB}" type="pres">
      <dgm:prSet presAssocID="{E84B518A-E399-4D57-A202-8B8AB9F9D8B1}" presName="item1" presStyleLbl="node1" presStyleIdx="0" presStyleCnt="3" custScaleX="142736" custScaleY="134311">
        <dgm:presLayoutVars>
          <dgm:bulletEnabled val="1"/>
        </dgm:presLayoutVars>
      </dgm:prSet>
      <dgm:spPr/>
    </dgm:pt>
    <dgm:pt modelId="{2ED89CC8-2C1F-4304-8F93-1BA0D651FC27}" type="pres">
      <dgm:prSet presAssocID="{91AE5D7C-E907-4AD2-8FE5-A13F1AEE3F8C}" presName="item2" presStyleLbl="node1" presStyleIdx="1" presStyleCnt="3" custScaleX="142094" custScaleY="147564" custLinFactNeighborX="-20558" custLinFactNeighborY="-23546">
        <dgm:presLayoutVars>
          <dgm:bulletEnabled val="1"/>
        </dgm:presLayoutVars>
      </dgm:prSet>
      <dgm:spPr/>
    </dgm:pt>
    <dgm:pt modelId="{9F772887-6D27-452A-97C8-680BE3AC87CF}" type="pres">
      <dgm:prSet presAssocID="{1375385A-A02A-48E2-8962-840193D8837B}" presName="item3" presStyleLbl="node1" presStyleIdx="2" presStyleCnt="3" custScaleX="126020" custScaleY="117965" custLinFactNeighborX="31916" custLinFactNeighborY="-6519">
        <dgm:presLayoutVars>
          <dgm:bulletEnabled val="1"/>
        </dgm:presLayoutVars>
      </dgm:prSet>
      <dgm:spPr/>
    </dgm:pt>
    <dgm:pt modelId="{8DAD41E1-11FB-4B5E-A410-4060B9A15D9B}" type="pres">
      <dgm:prSet presAssocID="{FDABDE7A-EABB-418E-A8A1-2591B7614CD0}" presName="funnel" presStyleLbl="trAlignAcc1" presStyleIdx="0" presStyleCnt="1" custScaleX="108662" custScaleY="113076" custLinFactNeighborX="-306" custLinFactNeighborY="-1307"/>
      <dgm:spPr>
        <a:ln>
          <a:solidFill>
            <a:schemeClr val="tx1"/>
          </a:solidFill>
        </a:ln>
      </dgm:spPr>
    </dgm:pt>
  </dgm:ptLst>
  <dgm:cxnLst>
    <dgm:cxn modelId="{546EB100-69E6-4277-A892-F5C4ABE608F9}" type="presOf" srcId="{D34374F2-3956-4453-BF84-E94E7D2D5F7F}" destId="{9F772887-6D27-452A-97C8-680BE3AC87CF}" srcOrd="0" destOrd="0" presId="urn:microsoft.com/office/officeart/2005/8/layout/funnel1"/>
    <dgm:cxn modelId="{0520CD04-ACF1-4176-85EC-5FE7C6D08B23}" srcId="{FDABDE7A-EABB-418E-A8A1-2591B7614CD0}" destId="{E84B518A-E399-4D57-A202-8B8AB9F9D8B1}" srcOrd="1" destOrd="0" parTransId="{BB4E02FD-43B7-439F-8338-B3D451A28AA9}" sibTransId="{9F1B26EE-4E88-4F6B-82BD-4BCD025BA133}"/>
    <dgm:cxn modelId="{B4021960-711B-4928-86E8-571C10B689E4}" srcId="{FDABDE7A-EABB-418E-A8A1-2591B7614CD0}" destId="{91AE5D7C-E907-4AD2-8FE5-A13F1AEE3F8C}" srcOrd="2" destOrd="0" parTransId="{06821315-7B5B-4A97-8088-0A9C6ED23CE5}" sibTransId="{8F039209-4009-4864-B5CE-369CA26BBD6E}"/>
    <dgm:cxn modelId="{5C414749-A5E9-4D82-A3E4-5C7C32726576}" type="presOf" srcId="{91AE5D7C-E907-4AD2-8FE5-A13F1AEE3F8C}" destId="{CB4AF9AA-DC04-4AD7-8BB1-EF7BD79E5AAB}" srcOrd="0" destOrd="0" presId="urn:microsoft.com/office/officeart/2005/8/layout/funnel1"/>
    <dgm:cxn modelId="{20AE874B-B54F-4FAC-B7FF-2C74E2A913A6}" type="presOf" srcId="{E84B518A-E399-4D57-A202-8B8AB9F9D8B1}" destId="{2ED89CC8-2C1F-4304-8F93-1BA0D651FC27}" srcOrd="0" destOrd="0" presId="urn:microsoft.com/office/officeart/2005/8/layout/funnel1"/>
    <dgm:cxn modelId="{F3937484-268E-477B-80F5-C4B157508A4A}" type="presOf" srcId="{FDABDE7A-EABB-418E-A8A1-2591B7614CD0}" destId="{AC6906A1-C43B-453B-BA80-C4C94D14D05A}" srcOrd="0" destOrd="0" presId="urn:microsoft.com/office/officeart/2005/8/layout/funnel1"/>
    <dgm:cxn modelId="{77A64F93-BEA9-4365-A65A-93DDAF5BE789}" type="presOf" srcId="{1375385A-A02A-48E2-8962-840193D8837B}" destId="{896F51A3-8246-49EF-8CCA-BFD2D6281341}" srcOrd="0" destOrd="0" presId="urn:microsoft.com/office/officeart/2005/8/layout/funnel1"/>
    <dgm:cxn modelId="{2B05CE9F-0CD9-4140-8A3F-27E53A519898}" srcId="{FDABDE7A-EABB-418E-A8A1-2591B7614CD0}" destId="{D34374F2-3956-4453-BF84-E94E7D2D5F7F}" srcOrd="0" destOrd="0" parTransId="{6D26E841-593B-46F1-8189-242930FC149E}" sibTransId="{4C8C80AF-DD9E-4272-82D5-E2E6B7427868}"/>
    <dgm:cxn modelId="{DAC41BCD-32FF-4CE5-BC37-E0284FA06430}" srcId="{FDABDE7A-EABB-418E-A8A1-2591B7614CD0}" destId="{1375385A-A02A-48E2-8962-840193D8837B}" srcOrd="3" destOrd="0" parTransId="{DA74D6AA-A619-472F-B1E0-0B8DE37CEC8A}" sibTransId="{0006D2E7-5E47-4294-B738-CEB49D61122C}"/>
    <dgm:cxn modelId="{0AC13AF9-F83B-402E-82BA-EE6ED68B944A}" type="presParOf" srcId="{AC6906A1-C43B-453B-BA80-C4C94D14D05A}" destId="{4C5F2CC1-7DFC-41DD-A888-0962C673B90E}" srcOrd="0" destOrd="0" presId="urn:microsoft.com/office/officeart/2005/8/layout/funnel1"/>
    <dgm:cxn modelId="{F6734084-B2A9-46ED-ADCF-35AAFED2D48C}" type="presParOf" srcId="{AC6906A1-C43B-453B-BA80-C4C94D14D05A}" destId="{0E646CDD-4ECC-46F8-8C02-41699200C718}" srcOrd="1" destOrd="0" presId="urn:microsoft.com/office/officeart/2005/8/layout/funnel1"/>
    <dgm:cxn modelId="{8F148357-1500-4D78-85EA-0388BA1028DD}" type="presParOf" srcId="{AC6906A1-C43B-453B-BA80-C4C94D14D05A}" destId="{896F51A3-8246-49EF-8CCA-BFD2D6281341}" srcOrd="2" destOrd="0" presId="urn:microsoft.com/office/officeart/2005/8/layout/funnel1"/>
    <dgm:cxn modelId="{2BBFC9C7-042E-4E3B-AD84-8946813E5F71}" type="presParOf" srcId="{AC6906A1-C43B-453B-BA80-C4C94D14D05A}" destId="{CB4AF9AA-DC04-4AD7-8BB1-EF7BD79E5AAB}" srcOrd="3" destOrd="0" presId="urn:microsoft.com/office/officeart/2005/8/layout/funnel1"/>
    <dgm:cxn modelId="{FD25EFC6-E1A8-41EF-B580-FDD076A71CB0}" type="presParOf" srcId="{AC6906A1-C43B-453B-BA80-C4C94D14D05A}" destId="{2ED89CC8-2C1F-4304-8F93-1BA0D651FC27}" srcOrd="4" destOrd="0" presId="urn:microsoft.com/office/officeart/2005/8/layout/funnel1"/>
    <dgm:cxn modelId="{9C813811-B630-4A8E-BD3C-A7761CCF8218}" type="presParOf" srcId="{AC6906A1-C43B-453B-BA80-C4C94D14D05A}" destId="{9F772887-6D27-452A-97C8-680BE3AC87CF}" srcOrd="5" destOrd="0" presId="urn:microsoft.com/office/officeart/2005/8/layout/funnel1"/>
    <dgm:cxn modelId="{76472E94-4F5C-420C-A59C-4CF3142E0C85}" type="presParOf" srcId="{AC6906A1-C43B-453B-BA80-C4C94D14D05A}" destId="{8DAD41E1-11FB-4B5E-A410-4060B9A15D9B}"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84FE03-2CB8-4DBC-928A-CBA0D2FFFC18}" type="doc">
      <dgm:prSet loTypeId="urn:microsoft.com/office/officeart/2005/8/layout/venn1" loCatId="relationship" qsTypeId="urn:microsoft.com/office/officeart/2005/8/quickstyle/simple1" qsCatId="simple" csTypeId="urn:microsoft.com/office/officeart/2005/8/colors/accent1_2" csCatId="accent1" phldr="1"/>
      <dgm:spPr/>
    </dgm:pt>
    <dgm:pt modelId="{4F2C1755-1319-4A1E-8196-EB54164A7F8F}">
      <dgm:prSet phldrT="[Text]"/>
      <dgm:spPr>
        <a:solidFill>
          <a:schemeClr val="accent6">
            <a:alpha val="75000"/>
          </a:schemeClr>
        </a:solidFill>
      </dgm:spPr>
      <dgm:t>
        <a:bodyPr/>
        <a:lstStyle/>
        <a:p>
          <a:r>
            <a:rPr lang="en-US">
              <a:solidFill>
                <a:schemeClr val="tx1"/>
              </a:solidFill>
              <a:latin typeface="Arial" panose="020B0604020202020204" pitchFamily="34" charset="0"/>
              <a:cs typeface="Arial" panose="020B0604020202020204" pitchFamily="34" charset="0"/>
            </a:rPr>
            <a:t>Data about First Nations resources &amp; environment</a:t>
          </a:r>
          <a:endParaRPr lang="en-CA">
            <a:solidFill>
              <a:schemeClr val="tx1"/>
            </a:solidFill>
            <a:latin typeface="Arial" panose="020B0604020202020204" pitchFamily="34" charset="0"/>
            <a:cs typeface="Arial" panose="020B0604020202020204" pitchFamily="34" charset="0"/>
          </a:endParaRPr>
        </a:p>
      </dgm:t>
    </dgm:pt>
    <dgm:pt modelId="{524CED36-7768-4584-A07A-D29528DB562B}" type="parTrans" cxnId="{C25B81B4-91BF-433B-ADD6-9A593C6F8A51}">
      <dgm:prSet/>
      <dgm:spPr/>
      <dgm:t>
        <a:bodyPr/>
        <a:lstStyle/>
        <a:p>
          <a:endParaRPr lang="en-CA"/>
        </a:p>
      </dgm:t>
    </dgm:pt>
    <dgm:pt modelId="{B1144109-AF0E-4A85-A054-38A893AA2DF4}" type="sibTrans" cxnId="{C25B81B4-91BF-433B-ADD6-9A593C6F8A51}">
      <dgm:prSet/>
      <dgm:spPr/>
      <dgm:t>
        <a:bodyPr/>
        <a:lstStyle/>
        <a:p>
          <a:endParaRPr lang="en-CA"/>
        </a:p>
      </dgm:t>
    </dgm:pt>
    <dgm:pt modelId="{0C16CD0F-6DFD-4119-8E1D-1C1857467E68}">
      <dgm:prSet phldrT="[Text]"/>
      <dgm:spPr>
        <a:solidFill>
          <a:schemeClr val="accent5">
            <a:alpha val="75000"/>
          </a:schemeClr>
        </a:solidFill>
      </dgm:spPr>
      <dgm:t>
        <a:bodyPr/>
        <a:lstStyle/>
        <a:p>
          <a:r>
            <a:rPr lang="en-US">
              <a:latin typeface="Arial" panose="020B0604020202020204" pitchFamily="34" charset="0"/>
              <a:cs typeface="Arial" panose="020B0604020202020204" pitchFamily="34" charset="0"/>
            </a:rPr>
            <a:t>Data from First Nations</a:t>
          </a:r>
          <a:endParaRPr lang="en-CA">
            <a:latin typeface="Arial" panose="020B0604020202020204" pitchFamily="34" charset="0"/>
            <a:cs typeface="Arial" panose="020B0604020202020204" pitchFamily="34" charset="0"/>
          </a:endParaRPr>
        </a:p>
      </dgm:t>
    </dgm:pt>
    <dgm:pt modelId="{37D037FA-762C-4C95-AA3B-45268F185D72}" type="parTrans" cxnId="{FE8CC72B-290B-409F-992E-8F305E53BB0F}">
      <dgm:prSet/>
      <dgm:spPr/>
      <dgm:t>
        <a:bodyPr/>
        <a:lstStyle/>
        <a:p>
          <a:endParaRPr lang="en-CA"/>
        </a:p>
      </dgm:t>
    </dgm:pt>
    <dgm:pt modelId="{6662C48F-B380-433B-B7B0-774DE9612918}" type="sibTrans" cxnId="{FE8CC72B-290B-409F-992E-8F305E53BB0F}">
      <dgm:prSet/>
      <dgm:spPr/>
      <dgm:t>
        <a:bodyPr/>
        <a:lstStyle/>
        <a:p>
          <a:endParaRPr lang="en-CA"/>
        </a:p>
      </dgm:t>
    </dgm:pt>
    <dgm:pt modelId="{0D1B0E37-DD97-47AD-93C3-DD58BC59395D}">
      <dgm:prSet phldrT="[Text]"/>
      <dgm:spPr>
        <a:solidFill>
          <a:schemeClr val="accent2">
            <a:alpha val="75000"/>
          </a:schemeClr>
        </a:solidFill>
      </dgm:spPr>
      <dgm:t>
        <a:bodyPr/>
        <a:lstStyle/>
        <a:p>
          <a:r>
            <a:rPr lang="en-US">
              <a:latin typeface="Arial" panose="020B0604020202020204" pitchFamily="34" charset="0"/>
              <a:cs typeface="Arial" panose="020B0604020202020204" pitchFamily="34" charset="0"/>
            </a:rPr>
            <a:t>Data about First Nations</a:t>
          </a:r>
          <a:endParaRPr lang="en-CA">
            <a:latin typeface="Arial" panose="020B0604020202020204" pitchFamily="34" charset="0"/>
            <a:cs typeface="Arial" panose="020B0604020202020204" pitchFamily="34" charset="0"/>
          </a:endParaRPr>
        </a:p>
      </dgm:t>
    </dgm:pt>
    <dgm:pt modelId="{DAB6F55C-EF09-4443-A037-850C0816A29F}" type="parTrans" cxnId="{A997DDE2-F8E1-40D5-AC5B-95650D057AB2}">
      <dgm:prSet/>
      <dgm:spPr/>
      <dgm:t>
        <a:bodyPr/>
        <a:lstStyle/>
        <a:p>
          <a:endParaRPr lang="en-CA"/>
        </a:p>
      </dgm:t>
    </dgm:pt>
    <dgm:pt modelId="{037406CF-FAD7-4DA3-9768-CC3A8A52DCE8}" type="sibTrans" cxnId="{A997DDE2-F8E1-40D5-AC5B-95650D057AB2}">
      <dgm:prSet/>
      <dgm:spPr/>
      <dgm:t>
        <a:bodyPr/>
        <a:lstStyle/>
        <a:p>
          <a:endParaRPr lang="en-CA"/>
        </a:p>
      </dgm:t>
    </dgm:pt>
    <dgm:pt modelId="{D44B16E6-1087-45C9-92E6-645360B4ACE5}" type="pres">
      <dgm:prSet presAssocID="{8584FE03-2CB8-4DBC-928A-CBA0D2FFFC18}" presName="compositeShape" presStyleCnt="0">
        <dgm:presLayoutVars>
          <dgm:chMax val="7"/>
          <dgm:dir/>
          <dgm:resizeHandles val="exact"/>
        </dgm:presLayoutVars>
      </dgm:prSet>
      <dgm:spPr/>
    </dgm:pt>
    <dgm:pt modelId="{C6CEDD41-4BEA-4E33-99E9-7B66E3BBD74A}" type="pres">
      <dgm:prSet presAssocID="{4F2C1755-1319-4A1E-8196-EB54164A7F8F}" presName="circ1" presStyleLbl="vennNode1" presStyleIdx="0" presStyleCnt="3"/>
      <dgm:spPr/>
    </dgm:pt>
    <dgm:pt modelId="{B452FC09-B79B-4AAE-B10E-A46B3FB4A681}" type="pres">
      <dgm:prSet presAssocID="{4F2C1755-1319-4A1E-8196-EB54164A7F8F}" presName="circ1Tx" presStyleLbl="revTx" presStyleIdx="0" presStyleCnt="0">
        <dgm:presLayoutVars>
          <dgm:chMax val="0"/>
          <dgm:chPref val="0"/>
          <dgm:bulletEnabled val="1"/>
        </dgm:presLayoutVars>
      </dgm:prSet>
      <dgm:spPr/>
    </dgm:pt>
    <dgm:pt modelId="{1A1CB76F-2C94-4FC0-B2A6-E068D2B82F64}" type="pres">
      <dgm:prSet presAssocID="{0C16CD0F-6DFD-4119-8E1D-1C1857467E68}" presName="circ2" presStyleLbl="vennNode1" presStyleIdx="1" presStyleCnt="3" custLinFactNeighborX="-1402" custLinFactNeighborY="2083"/>
      <dgm:spPr/>
    </dgm:pt>
    <dgm:pt modelId="{CB2E9368-A26A-4D6C-8309-E3F71BB05441}" type="pres">
      <dgm:prSet presAssocID="{0C16CD0F-6DFD-4119-8E1D-1C1857467E68}" presName="circ2Tx" presStyleLbl="revTx" presStyleIdx="0" presStyleCnt="0">
        <dgm:presLayoutVars>
          <dgm:chMax val="0"/>
          <dgm:chPref val="0"/>
          <dgm:bulletEnabled val="1"/>
        </dgm:presLayoutVars>
      </dgm:prSet>
      <dgm:spPr/>
    </dgm:pt>
    <dgm:pt modelId="{B2BB8386-84D8-4F8E-B8BE-9F677A04F155}" type="pres">
      <dgm:prSet presAssocID="{0D1B0E37-DD97-47AD-93C3-DD58BC59395D}" presName="circ3" presStyleLbl="vennNode1" presStyleIdx="2" presStyleCnt="3"/>
      <dgm:spPr/>
    </dgm:pt>
    <dgm:pt modelId="{E7B9C975-12FC-4E25-9720-675A5B7BB3B4}" type="pres">
      <dgm:prSet presAssocID="{0D1B0E37-DD97-47AD-93C3-DD58BC59395D}" presName="circ3Tx" presStyleLbl="revTx" presStyleIdx="0" presStyleCnt="0">
        <dgm:presLayoutVars>
          <dgm:chMax val="0"/>
          <dgm:chPref val="0"/>
          <dgm:bulletEnabled val="1"/>
        </dgm:presLayoutVars>
      </dgm:prSet>
      <dgm:spPr/>
    </dgm:pt>
  </dgm:ptLst>
  <dgm:cxnLst>
    <dgm:cxn modelId="{8F58F908-D4DD-4995-AEEE-42C9674124A0}" type="presOf" srcId="{0C16CD0F-6DFD-4119-8E1D-1C1857467E68}" destId="{1A1CB76F-2C94-4FC0-B2A6-E068D2B82F64}" srcOrd="0" destOrd="0" presId="urn:microsoft.com/office/officeart/2005/8/layout/venn1"/>
    <dgm:cxn modelId="{E79F4A20-5B06-4035-929F-CBC4CB6D49B1}" type="presOf" srcId="{8584FE03-2CB8-4DBC-928A-CBA0D2FFFC18}" destId="{D44B16E6-1087-45C9-92E6-645360B4ACE5}" srcOrd="0" destOrd="0" presId="urn:microsoft.com/office/officeart/2005/8/layout/venn1"/>
    <dgm:cxn modelId="{8D20B520-7A0D-48E6-964F-92FB60C72B59}" type="presOf" srcId="{0C16CD0F-6DFD-4119-8E1D-1C1857467E68}" destId="{CB2E9368-A26A-4D6C-8309-E3F71BB05441}" srcOrd="1" destOrd="0" presId="urn:microsoft.com/office/officeart/2005/8/layout/venn1"/>
    <dgm:cxn modelId="{FE8CC72B-290B-409F-992E-8F305E53BB0F}" srcId="{8584FE03-2CB8-4DBC-928A-CBA0D2FFFC18}" destId="{0C16CD0F-6DFD-4119-8E1D-1C1857467E68}" srcOrd="1" destOrd="0" parTransId="{37D037FA-762C-4C95-AA3B-45268F185D72}" sibTransId="{6662C48F-B380-433B-B7B0-774DE9612918}"/>
    <dgm:cxn modelId="{4CCE2F87-8F0B-4729-8A85-F1393451E521}" type="presOf" srcId="{4F2C1755-1319-4A1E-8196-EB54164A7F8F}" destId="{B452FC09-B79B-4AAE-B10E-A46B3FB4A681}" srcOrd="1" destOrd="0" presId="urn:microsoft.com/office/officeart/2005/8/layout/venn1"/>
    <dgm:cxn modelId="{B9204789-67BA-4EE2-96AC-20AFCF9A1294}" type="presOf" srcId="{4F2C1755-1319-4A1E-8196-EB54164A7F8F}" destId="{C6CEDD41-4BEA-4E33-99E9-7B66E3BBD74A}" srcOrd="0" destOrd="0" presId="urn:microsoft.com/office/officeart/2005/8/layout/venn1"/>
    <dgm:cxn modelId="{C25B81B4-91BF-433B-ADD6-9A593C6F8A51}" srcId="{8584FE03-2CB8-4DBC-928A-CBA0D2FFFC18}" destId="{4F2C1755-1319-4A1E-8196-EB54164A7F8F}" srcOrd="0" destOrd="0" parTransId="{524CED36-7768-4584-A07A-D29528DB562B}" sibTransId="{B1144109-AF0E-4A85-A054-38A893AA2DF4}"/>
    <dgm:cxn modelId="{A997DDE2-F8E1-40D5-AC5B-95650D057AB2}" srcId="{8584FE03-2CB8-4DBC-928A-CBA0D2FFFC18}" destId="{0D1B0E37-DD97-47AD-93C3-DD58BC59395D}" srcOrd="2" destOrd="0" parTransId="{DAB6F55C-EF09-4443-A037-850C0816A29F}" sibTransId="{037406CF-FAD7-4DA3-9768-CC3A8A52DCE8}"/>
    <dgm:cxn modelId="{8ED874E5-0146-4B93-8FD3-3203BC1EB7AD}" type="presOf" srcId="{0D1B0E37-DD97-47AD-93C3-DD58BC59395D}" destId="{B2BB8386-84D8-4F8E-B8BE-9F677A04F155}" srcOrd="0" destOrd="0" presId="urn:microsoft.com/office/officeart/2005/8/layout/venn1"/>
    <dgm:cxn modelId="{0C541DE9-8D97-4EBC-BABF-C3B9A9461309}" type="presOf" srcId="{0D1B0E37-DD97-47AD-93C3-DD58BC59395D}" destId="{E7B9C975-12FC-4E25-9720-675A5B7BB3B4}" srcOrd="1" destOrd="0" presId="urn:microsoft.com/office/officeart/2005/8/layout/venn1"/>
    <dgm:cxn modelId="{17971A6A-AC18-431F-8B98-B16558B213D0}" type="presParOf" srcId="{D44B16E6-1087-45C9-92E6-645360B4ACE5}" destId="{C6CEDD41-4BEA-4E33-99E9-7B66E3BBD74A}" srcOrd="0" destOrd="0" presId="urn:microsoft.com/office/officeart/2005/8/layout/venn1"/>
    <dgm:cxn modelId="{B0E2C38A-2C4C-4986-9B3C-4998934E712B}" type="presParOf" srcId="{D44B16E6-1087-45C9-92E6-645360B4ACE5}" destId="{B452FC09-B79B-4AAE-B10E-A46B3FB4A681}" srcOrd="1" destOrd="0" presId="urn:microsoft.com/office/officeart/2005/8/layout/venn1"/>
    <dgm:cxn modelId="{AB6B2806-35FB-4CA5-B442-2033C794FA60}" type="presParOf" srcId="{D44B16E6-1087-45C9-92E6-645360B4ACE5}" destId="{1A1CB76F-2C94-4FC0-B2A6-E068D2B82F64}" srcOrd="2" destOrd="0" presId="urn:microsoft.com/office/officeart/2005/8/layout/venn1"/>
    <dgm:cxn modelId="{471B4B9B-1CDA-4245-8A53-87079C261B39}" type="presParOf" srcId="{D44B16E6-1087-45C9-92E6-645360B4ACE5}" destId="{CB2E9368-A26A-4D6C-8309-E3F71BB05441}" srcOrd="3" destOrd="0" presId="urn:microsoft.com/office/officeart/2005/8/layout/venn1"/>
    <dgm:cxn modelId="{A409B281-FFCF-4E9E-A7CD-3721EA3BF915}" type="presParOf" srcId="{D44B16E6-1087-45C9-92E6-645360B4ACE5}" destId="{B2BB8386-84D8-4F8E-B8BE-9F677A04F155}" srcOrd="4" destOrd="0" presId="urn:microsoft.com/office/officeart/2005/8/layout/venn1"/>
    <dgm:cxn modelId="{540D0A0B-5B9E-4BA7-BE3C-1742A9C928E4}" type="presParOf" srcId="{D44B16E6-1087-45C9-92E6-645360B4ACE5}" destId="{E7B9C975-12FC-4E25-9720-675A5B7BB3B4}"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B7FEE93-1256-45F5-BDDE-3E485CF7D39B}"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en-CA"/>
        </a:p>
      </dgm:t>
    </dgm:pt>
    <dgm:pt modelId="{17186BEA-93F7-419C-A4A7-34D66BF4E13B}">
      <dgm:prSet phldrT="[Text]"/>
      <dgm:spPr/>
      <dgm:t>
        <a:bodyPr/>
        <a:lstStyle/>
        <a:p>
          <a:r>
            <a:rPr lang="en-CA"/>
            <a:t>First Nations</a:t>
          </a:r>
        </a:p>
      </dgm:t>
    </dgm:pt>
    <dgm:pt modelId="{003478C8-7C27-48C1-825E-C62AD60EF016}" type="parTrans" cxnId="{663D40BF-BE0E-4995-8538-4C2DC104E22A}">
      <dgm:prSet/>
      <dgm:spPr/>
      <dgm:t>
        <a:bodyPr/>
        <a:lstStyle/>
        <a:p>
          <a:endParaRPr lang="en-CA"/>
        </a:p>
      </dgm:t>
    </dgm:pt>
    <dgm:pt modelId="{CDDC4E59-E8EB-4E74-8FC8-85D3F64C5C17}" type="sibTrans" cxnId="{663D40BF-BE0E-4995-8538-4C2DC104E22A}">
      <dgm:prSet/>
      <dgm:spPr/>
      <dgm:t>
        <a:bodyPr/>
        <a:lstStyle/>
        <a:p>
          <a:endParaRPr lang="en-CA"/>
        </a:p>
      </dgm:t>
    </dgm:pt>
    <dgm:pt modelId="{C12DD40A-2A89-4DF9-9DD6-8C5FB8458AE8}">
      <dgm:prSet phldrT="[Text]" custT="1"/>
      <dgm:spPr/>
      <dgm:t>
        <a:bodyPr/>
        <a:lstStyle/>
        <a:p>
          <a:r>
            <a:rPr lang="en-CA" sz="1400"/>
            <a:t>REBs</a:t>
          </a:r>
        </a:p>
      </dgm:t>
    </dgm:pt>
    <dgm:pt modelId="{2B52F0EB-DF21-4874-9923-773E80C0F2FC}" type="parTrans" cxnId="{49086827-E986-49F7-BB0F-09349DCB1A15}">
      <dgm:prSet/>
      <dgm:spPr/>
      <dgm:t>
        <a:bodyPr/>
        <a:lstStyle/>
        <a:p>
          <a:endParaRPr lang="en-CA"/>
        </a:p>
      </dgm:t>
    </dgm:pt>
    <dgm:pt modelId="{24AC096A-3AB1-426F-ADC9-582394017C9D}" type="sibTrans" cxnId="{49086827-E986-49F7-BB0F-09349DCB1A15}">
      <dgm:prSet/>
      <dgm:spPr/>
      <dgm:t>
        <a:bodyPr/>
        <a:lstStyle/>
        <a:p>
          <a:endParaRPr lang="en-CA"/>
        </a:p>
      </dgm:t>
    </dgm:pt>
    <dgm:pt modelId="{5C1E2557-ACC7-4226-8AFB-62375994192E}">
      <dgm:prSet custT="1"/>
      <dgm:spPr/>
      <dgm:t>
        <a:bodyPr/>
        <a:lstStyle/>
        <a:p>
          <a:r>
            <a:rPr lang="en-CA" sz="1200" dirty="0"/>
            <a:t>Commercialization and Intellectual Property (IP)</a:t>
          </a:r>
        </a:p>
      </dgm:t>
    </dgm:pt>
    <dgm:pt modelId="{B8AAE594-E8A0-4DCE-AAB6-C3C7387B32AA}" type="parTrans" cxnId="{56914A7D-A739-47DE-BEBE-F105A4B27D7C}">
      <dgm:prSet/>
      <dgm:spPr/>
      <dgm:t>
        <a:bodyPr/>
        <a:lstStyle/>
        <a:p>
          <a:endParaRPr lang="en-CA"/>
        </a:p>
      </dgm:t>
    </dgm:pt>
    <dgm:pt modelId="{E00FD1CB-05B2-4668-8A12-1A7494C1E7D4}" type="sibTrans" cxnId="{56914A7D-A739-47DE-BEBE-F105A4B27D7C}">
      <dgm:prSet/>
      <dgm:spPr/>
      <dgm:t>
        <a:bodyPr/>
        <a:lstStyle/>
        <a:p>
          <a:endParaRPr lang="en-CA"/>
        </a:p>
      </dgm:t>
    </dgm:pt>
    <dgm:pt modelId="{A49BD68D-062B-4E84-8177-DFC14416C471}">
      <dgm:prSet custT="1"/>
      <dgm:spPr/>
      <dgm:t>
        <a:bodyPr/>
        <a:lstStyle/>
        <a:p>
          <a:r>
            <a:rPr lang="en-CA" sz="2400" b="1" dirty="0">
              <a:solidFill>
                <a:schemeClr val="tx1"/>
              </a:solidFill>
            </a:rPr>
            <a:t>Research Data Management</a:t>
          </a:r>
        </a:p>
      </dgm:t>
    </dgm:pt>
    <dgm:pt modelId="{380F9B13-CBC0-44C0-9A6A-998970C9FECD}" type="parTrans" cxnId="{2E2AC735-8F9C-475B-A273-662945297698}">
      <dgm:prSet/>
      <dgm:spPr/>
      <dgm:t>
        <a:bodyPr/>
        <a:lstStyle/>
        <a:p>
          <a:endParaRPr lang="en-CA"/>
        </a:p>
      </dgm:t>
    </dgm:pt>
    <dgm:pt modelId="{F4DAA17C-638B-42CD-8942-BD0CB1645526}" type="sibTrans" cxnId="{2E2AC735-8F9C-475B-A273-662945297698}">
      <dgm:prSet/>
      <dgm:spPr/>
      <dgm:t>
        <a:bodyPr/>
        <a:lstStyle/>
        <a:p>
          <a:endParaRPr lang="en-CA"/>
        </a:p>
      </dgm:t>
    </dgm:pt>
    <dgm:pt modelId="{C51AB74F-4035-482B-92A8-33C2600371B6}">
      <dgm:prSet/>
      <dgm:spPr/>
      <dgm:t>
        <a:bodyPr/>
        <a:lstStyle/>
        <a:p>
          <a:r>
            <a:rPr lang="en-CA"/>
            <a:t>Grants and research funding</a:t>
          </a:r>
        </a:p>
      </dgm:t>
    </dgm:pt>
    <dgm:pt modelId="{8B0C1FF8-9580-4BA6-982F-CEA8968BDE2F}" type="parTrans" cxnId="{B3F6FCA9-09D8-42BD-B447-3A2B4B10DBD3}">
      <dgm:prSet/>
      <dgm:spPr/>
      <dgm:t>
        <a:bodyPr/>
        <a:lstStyle/>
        <a:p>
          <a:endParaRPr lang="en-CA"/>
        </a:p>
      </dgm:t>
    </dgm:pt>
    <dgm:pt modelId="{72A8E471-1B02-42A6-B44C-1A02C267BF62}" type="sibTrans" cxnId="{B3F6FCA9-09D8-42BD-B447-3A2B4B10DBD3}">
      <dgm:prSet/>
      <dgm:spPr/>
      <dgm:t>
        <a:bodyPr/>
        <a:lstStyle/>
        <a:p>
          <a:endParaRPr lang="en-CA"/>
        </a:p>
      </dgm:t>
    </dgm:pt>
    <dgm:pt modelId="{54D6968D-A0BF-4AA7-A89E-287B4D894388}">
      <dgm:prSet/>
      <dgm:spPr/>
      <dgm:t>
        <a:bodyPr/>
        <a:lstStyle/>
        <a:p>
          <a:r>
            <a:rPr lang="en-CA"/>
            <a:t>Staff and student training and education</a:t>
          </a:r>
        </a:p>
      </dgm:t>
    </dgm:pt>
    <dgm:pt modelId="{7EACC923-8228-4F7F-AA5D-C20AAC91B231}" type="parTrans" cxnId="{7245F42B-A256-4B8D-9B41-A729EFA77FE8}">
      <dgm:prSet/>
      <dgm:spPr/>
      <dgm:t>
        <a:bodyPr/>
        <a:lstStyle/>
        <a:p>
          <a:endParaRPr lang="en-CA"/>
        </a:p>
      </dgm:t>
    </dgm:pt>
    <dgm:pt modelId="{E8019B59-D306-4F84-B31E-51612CEB3A41}" type="sibTrans" cxnId="{7245F42B-A256-4B8D-9B41-A729EFA77FE8}">
      <dgm:prSet/>
      <dgm:spPr/>
      <dgm:t>
        <a:bodyPr/>
        <a:lstStyle/>
        <a:p>
          <a:endParaRPr lang="en-CA"/>
        </a:p>
      </dgm:t>
    </dgm:pt>
    <dgm:pt modelId="{F6D5BF70-D18B-46B4-84B0-3C38ADD7526A}">
      <dgm:prSet phldrT="[Text]" custT="1"/>
      <dgm:spPr/>
      <dgm:t>
        <a:bodyPr/>
        <a:lstStyle/>
        <a:p>
          <a:r>
            <a:rPr lang="en-CA" sz="1400"/>
            <a:t>Student and administrative data</a:t>
          </a:r>
        </a:p>
      </dgm:t>
    </dgm:pt>
    <dgm:pt modelId="{032E4FD8-3174-4972-9A55-F5B90579190C}" type="parTrans" cxnId="{D5EB5CD0-DFF4-4055-B573-773FF3F6E310}">
      <dgm:prSet/>
      <dgm:spPr/>
      <dgm:t>
        <a:bodyPr/>
        <a:lstStyle/>
        <a:p>
          <a:endParaRPr lang="en-CA"/>
        </a:p>
      </dgm:t>
    </dgm:pt>
    <dgm:pt modelId="{4FF85DC3-39EE-48AD-8A5E-E71DFC5AC40F}" type="sibTrans" cxnId="{D5EB5CD0-DFF4-4055-B573-773FF3F6E310}">
      <dgm:prSet/>
      <dgm:spPr/>
      <dgm:t>
        <a:bodyPr/>
        <a:lstStyle/>
        <a:p>
          <a:endParaRPr lang="en-CA"/>
        </a:p>
      </dgm:t>
    </dgm:pt>
    <dgm:pt modelId="{8CFBBFAE-8AC2-4DA9-9819-F09645F3024E}">
      <dgm:prSet phldrT="[Text]" custT="1"/>
      <dgm:spPr/>
      <dgm:t>
        <a:bodyPr/>
        <a:lstStyle/>
        <a:p>
          <a:r>
            <a:rPr lang="en-CA" sz="1400" dirty="0"/>
            <a:t>Lands and waters, territory</a:t>
          </a:r>
        </a:p>
      </dgm:t>
    </dgm:pt>
    <dgm:pt modelId="{A745E7E3-2E68-444E-AC22-BDE6CB94CBC4}" type="parTrans" cxnId="{D3258E89-76D8-41FC-B361-75513789BDE8}">
      <dgm:prSet/>
      <dgm:spPr/>
      <dgm:t>
        <a:bodyPr/>
        <a:lstStyle/>
        <a:p>
          <a:endParaRPr lang="en-CA"/>
        </a:p>
      </dgm:t>
    </dgm:pt>
    <dgm:pt modelId="{1DC495A5-7A11-42F8-BE6E-2013A5E3E610}" type="sibTrans" cxnId="{D3258E89-76D8-41FC-B361-75513789BDE8}">
      <dgm:prSet/>
      <dgm:spPr/>
      <dgm:t>
        <a:bodyPr/>
        <a:lstStyle/>
        <a:p>
          <a:endParaRPr lang="en-CA"/>
        </a:p>
      </dgm:t>
    </dgm:pt>
    <dgm:pt modelId="{13EA63A5-DA23-43FC-8944-596519951056}" type="pres">
      <dgm:prSet presAssocID="{8B7FEE93-1256-45F5-BDDE-3E485CF7D39B}" presName="Name0" presStyleCnt="0">
        <dgm:presLayoutVars>
          <dgm:chMax val="1"/>
          <dgm:dir/>
          <dgm:animLvl val="ctr"/>
          <dgm:resizeHandles val="exact"/>
        </dgm:presLayoutVars>
      </dgm:prSet>
      <dgm:spPr/>
    </dgm:pt>
    <dgm:pt modelId="{1DAF8927-12B0-4BEE-80C5-F81D9C520C1D}" type="pres">
      <dgm:prSet presAssocID="{17186BEA-93F7-419C-A4A7-34D66BF4E13B}" presName="centerShape" presStyleLbl="node0" presStyleIdx="0" presStyleCnt="1"/>
      <dgm:spPr/>
    </dgm:pt>
    <dgm:pt modelId="{24D13C08-07DB-4525-B86C-EC9E07F086F8}" type="pres">
      <dgm:prSet presAssocID="{380F9B13-CBC0-44C0-9A6A-998970C9FECD}" presName="parTrans" presStyleLbl="sibTrans2D1" presStyleIdx="0" presStyleCnt="7"/>
      <dgm:spPr/>
    </dgm:pt>
    <dgm:pt modelId="{80AE33C5-3EA4-4473-A410-8F02D0236F9A}" type="pres">
      <dgm:prSet presAssocID="{380F9B13-CBC0-44C0-9A6A-998970C9FECD}" presName="connectorText" presStyleLbl="sibTrans2D1" presStyleIdx="0" presStyleCnt="7"/>
      <dgm:spPr/>
    </dgm:pt>
    <dgm:pt modelId="{666E3BAF-9715-4F45-B53D-B835BFBD9B9C}" type="pres">
      <dgm:prSet presAssocID="{A49BD68D-062B-4E84-8177-DFC14416C471}" presName="node" presStyleLbl="node1" presStyleIdx="0" presStyleCnt="7" custScaleX="180999" custScaleY="188970" custRadScaleRad="97806" custRadScaleInc="-80195">
        <dgm:presLayoutVars>
          <dgm:bulletEnabled val="1"/>
        </dgm:presLayoutVars>
      </dgm:prSet>
      <dgm:spPr/>
    </dgm:pt>
    <dgm:pt modelId="{877AB14A-E9CE-4932-9EA7-4EA9E074C87E}" type="pres">
      <dgm:prSet presAssocID="{B8AAE594-E8A0-4DCE-AAB6-C3C7387B32AA}" presName="parTrans" presStyleLbl="sibTrans2D1" presStyleIdx="1" presStyleCnt="7"/>
      <dgm:spPr/>
    </dgm:pt>
    <dgm:pt modelId="{86CBC18D-2D5E-447B-B56D-E3CC58CEBF0B}" type="pres">
      <dgm:prSet presAssocID="{B8AAE594-E8A0-4DCE-AAB6-C3C7387B32AA}" presName="connectorText" presStyleLbl="sibTrans2D1" presStyleIdx="1" presStyleCnt="7"/>
      <dgm:spPr/>
    </dgm:pt>
    <dgm:pt modelId="{A00555E4-730B-4366-8E15-5525FCA7C447}" type="pres">
      <dgm:prSet presAssocID="{5C1E2557-ACC7-4226-8AFB-62375994192E}" presName="node" presStyleLbl="node1" presStyleIdx="1" presStyleCnt="7" custScaleX="129642" custScaleY="125113" custRadScaleRad="112481" custRadScaleInc="-79657">
        <dgm:presLayoutVars>
          <dgm:bulletEnabled val="1"/>
        </dgm:presLayoutVars>
      </dgm:prSet>
      <dgm:spPr/>
    </dgm:pt>
    <dgm:pt modelId="{E68478D9-CD4F-44E9-803A-2314490E9578}" type="pres">
      <dgm:prSet presAssocID="{7EACC923-8228-4F7F-AA5D-C20AAC91B231}" presName="parTrans" presStyleLbl="sibTrans2D1" presStyleIdx="2" presStyleCnt="7"/>
      <dgm:spPr/>
    </dgm:pt>
    <dgm:pt modelId="{F38A6A79-D543-4E41-B229-CB71CEA716DB}" type="pres">
      <dgm:prSet presAssocID="{7EACC923-8228-4F7F-AA5D-C20AAC91B231}" presName="connectorText" presStyleLbl="sibTrans2D1" presStyleIdx="2" presStyleCnt="7"/>
      <dgm:spPr/>
    </dgm:pt>
    <dgm:pt modelId="{C22990F7-8DE4-4836-A05E-01C4761D24C8}" type="pres">
      <dgm:prSet presAssocID="{54D6968D-A0BF-4AA7-A89E-287B4D894388}" presName="node" presStyleLbl="node1" presStyleIdx="2" presStyleCnt="7" custScaleX="134047" custScaleY="129681" custRadScaleRad="93091" custRadScaleInc="-100207">
        <dgm:presLayoutVars>
          <dgm:bulletEnabled val="1"/>
        </dgm:presLayoutVars>
      </dgm:prSet>
      <dgm:spPr/>
    </dgm:pt>
    <dgm:pt modelId="{66A5A49A-F06E-4F12-B379-071114E9D9BB}" type="pres">
      <dgm:prSet presAssocID="{8B0C1FF8-9580-4BA6-982F-CEA8968BDE2F}" presName="parTrans" presStyleLbl="sibTrans2D1" presStyleIdx="3" presStyleCnt="7" custLinFactNeighborX="14939" custLinFactNeighborY="1872"/>
      <dgm:spPr/>
    </dgm:pt>
    <dgm:pt modelId="{6E56163A-C76C-488F-B20C-E2A53838A954}" type="pres">
      <dgm:prSet presAssocID="{8B0C1FF8-9580-4BA6-982F-CEA8968BDE2F}" presName="connectorText" presStyleLbl="sibTrans2D1" presStyleIdx="3" presStyleCnt="7"/>
      <dgm:spPr/>
    </dgm:pt>
    <dgm:pt modelId="{852A8781-C5F9-456F-AC1A-205B1570BFF8}" type="pres">
      <dgm:prSet presAssocID="{C51AB74F-4035-482B-92A8-33C2600371B6}" presName="node" presStyleLbl="node1" presStyleIdx="3" presStyleCnt="7" custScaleX="130349" custScaleY="125745" custRadScaleRad="96479" custRadScaleInc="2634">
        <dgm:presLayoutVars>
          <dgm:bulletEnabled val="1"/>
        </dgm:presLayoutVars>
      </dgm:prSet>
      <dgm:spPr/>
    </dgm:pt>
    <dgm:pt modelId="{9D0077D7-D860-4FF9-A1E7-19192E0B12C9}" type="pres">
      <dgm:prSet presAssocID="{2B52F0EB-DF21-4874-9923-773E80C0F2FC}" presName="parTrans" presStyleLbl="sibTrans2D1" presStyleIdx="4" presStyleCnt="7"/>
      <dgm:spPr/>
    </dgm:pt>
    <dgm:pt modelId="{002E5BDA-FBD3-4B62-9155-D33D331AC91D}" type="pres">
      <dgm:prSet presAssocID="{2B52F0EB-DF21-4874-9923-773E80C0F2FC}" presName="connectorText" presStyleLbl="sibTrans2D1" presStyleIdx="4" presStyleCnt="7"/>
      <dgm:spPr/>
    </dgm:pt>
    <dgm:pt modelId="{82F4EA3C-0299-4EBD-8D8F-033260F71383}" type="pres">
      <dgm:prSet presAssocID="{C12DD40A-2A89-4DF9-9DD6-8C5FB8458AE8}" presName="node" presStyleLbl="node1" presStyleIdx="4" presStyleCnt="7">
        <dgm:presLayoutVars>
          <dgm:bulletEnabled val="1"/>
        </dgm:presLayoutVars>
      </dgm:prSet>
      <dgm:spPr/>
    </dgm:pt>
    <dgm:pt modelId="{B96CC796-EBDE-4B4F-BFFF-D6C1152B3314}" type="pres">
      <dgm:prSet presAssocID="{032E4FD8-3174-4972-9A55-F5B90579190C}" presName="parTrans" presStyleLbl="sibTrans2D1" presStyleIdx="5" presStyleCnt="7"/>
      <dgm:spPr/>
    </dgm:pt>
    <dgm:pt modelId="{9A155356-1BC2-497E-BC5D-1E358B6C4E71}" type="pres">
      <dgm:prSet presAssocID="{032E4FD8-3174-4972-9A55-F5B90579190C}" presName="connectorText" presStyleLbl="sibTrans2D1" presStyleIdx="5" presStyleCnt="7"/>
      <dgm:spPr/>
    </dgm:pt>
    <dgm:pt modelId="{48E88DAB-50F4-48D8-82A9-C67404D09AE1}" type="pres">
      <dgm:prSet presAssocID="{F6D5BF70-D18B-46B4-84B0-3C38ADD7526A}" presName="node" presStyleLbl="node1" presStyleIdx="5" presStyleCnt="7" custScaleX="143083" custScaleY="126446" custRadScaleRad="101544" custRadScaleInc="-29960">
        <dgm:presLayoutVars>
          <dgm:bulletEnabled val="1"/>
        </dgm:presLayoutVars>
      </dgm:prSet>
      <dgm:spPr/>
    </dgm:pt>
    <dgm:pt modelId="{9FB671ED-F52B-46C2-8FDA-A80ADB8E36A7}" type="pres">
      <dgm:prSet presAssocID="{A745E7E3-2E68-444E-AC22-BDE6CB94CBC4}" presName="parTrans" presStyleLbl="sibTrans2D1" presStyleIdx="6" presStyleCnt="7"/>
      <dgm:spPr/>
    </dgm:pt>
    <dgm:pt modelId="{CF00B076-476B-45D4-A2AD-708F79593529}" type="pres">
      <dgm:prSet presAssocID="{A745E7E3-2E68-444E-AC22-BDE6CB94CBC4}" presName="connectorText" presStyleLbl="sibTrans2D1" presStyleIdx="6" presStyleCnt="7"/>
      <dgm:spPr/>
    </dgm:pt>
    <dgm:pt modelId="{0AFC2BE2-52CC-48E6-9508-D2B103B76F99}" type="pres">
      <dgm:prSet presAssocID="{8CFBBFAE-8AC2-4DA9-9819-F09645F3024E}" presName="node" presStyleLbl="node1" presStyleIdx="6" presStyleCnt="7" custScaleX="134289" custScaleY="130464" custRadScaleRad="114958" custRadScaleInc="-54577">
        <dgm:presLayoutVars>
          <dgm:bulletEnabled val="1"/>
        </dgm:presLayoutVars>
      </dgm:prSet>
      <dgm:spPr/>
    </dgm:pt>
  </dgm:ptLst>
  <dgm:cxnLst>
    <dgm:cxn modelId="{78B05E02-BCA4-4F13-B8A0-BA1CF11A8AA2}" type="presOf" srcId="{380F9B13-CBC0-44C0-9A6A-998970C9FECD}" destId="{24D13C08-07DB-4525-B86C-EC9E07F086F8}" srcOrd="0" destOrd="0" presId="urn:microsoft.com/office/officeart/2005/8/layout/radial5"/>
    <dgm:cxn modelId="{FE937903-963F-40A5-98DF-3FE543D48C4C}" type="presOf" srcId="{2B52F0EB-DF21-4874-9923-773E80C0F2FC}" destId="{9D0077D7-D860-4FF9-A1E7-19192E0B12C9}" srcOrd="0" destOrd="0" presId="urn:microsoft.com/office/officeart/2005/8/layout/radial5"/>
    <dgm:cxn modelId="{78D5920F-DFA6-4F73-8307-2E0F32E2D95C}" type="presOf" srcId="{B8AAE594-E8A0-4DCE-AAB6-C3C7387B32AA}" destId="{877AB14A-E9CE-4932-9EA7-4EA9E074C87E}" srcOrd="0" destOrd="0" presId="urn:microsoft.com/office/officeart/2005/8/layout/radial5"/>
    <dgm:cxn modelId="{52CE301A-E5AE-425B-BD14-12B398F6803F}" type="presOf" srcId="{032E4FD8-3174-4972-9A55-F5B90579190C}" destId="{B96CC796-EBDE-4B4F-BFFF-D6C1152B3314}" srcOrd="0" destOrd="0" presId="urn:microsoft.com/office/officeart/2005/8/layout/radial5"/>
    <dgm:cxn modelId="{49086827-E986-49F7-BB0F-09349DCB1A15}" srcId="{17186BEA-93F7-419C-A4A7-34D66BF4E13B}" destId="{C12DD40A-2A89-4DF9-9DD6-8C5FB8458AE8}" srcOrd="4" destOrd="0" parTransId="{2B52F0EB-DF21-4874-9923-773E80C0F2FC}" sibTransId="{24AC096A-3AB1-426F-ADC9-582394017C9D}"/>
    <dgm:cxn modelId="{7245F42B-A256-4B8D-9B41-A729EFA77FE8}" srcId="{17186BEA-93F7-419C-A4A7-34D66BF4E13B}" destId="{54D6968D-A0BF-4AA7-A89E-287B4D894388}" srcOrd="2" destOrd="0" parTransId="{7EACC923-8228-4F7F-AA5D-C20AAC91B231}" sibTransId="{E8019B59-D306-4F84-B31E-51612CEB3A41}"/>
    <dgm:cxn modelId="{5685EC2D-B10F-4E3B-95BE-D688A5DB42F4}" type="presOf" srcId="{8B7FEE93-1256-45F5-BDDE-3E485CF7D39B}" destId="{13EA63A5-DA23-43FC-8944-596519951056}" srcOrd="0" destOrd="0" presId="urn:microsoft.com/office/officeart/2005/8/layout/radial5"/>
    <dgm:cxn modelId="{2F954E2F-8C70-4C6A-BF84-E8E87C074844}" type="presOf" srcId="{7EACC923-8228-4F7F-AA5D-C20AAC91B231}" destId="{F38A6A79-D543-4E41-B229-CB71CEA716DB}" srcOrd="1" destOrd="0" presId="urn:microsoft.com/office/officeart/2005/8/layout/radial5"/>
    <dgm:cxn modelId="{2E2AC735-8F9C-475B-A273-662945297698}" srcId="{17186BEA-93F7-419C-A4A7-34D66BF4E13B}" destId="{A49BD68D-062B-4E84-8177-DFC14416C471}" srcOrd="0" destOrd="0" parTransId="{380F9B13-CBC0-44C0-9A6A-998970C9FECD}" sibTransId="{F4DAA17C-638B-42CD-8942-BD0CB1645526}"/>
    <dgm:cxn modelId="{6F32DA3B-202A-4EEF-AF51-817635FE9280}" type="presOf" srcId="{8B0C1FF8-9580-4BA6-982F-CEA8968BDE2F}" destId="{6E56163A-C76C-488F-B20C-E2A53838A954}" srcOrd="1" destOrd="0" presId="urn:microsoft.com/office/officeart/2005/8/layout/radial5"/>
    <dgm:cxn modelId="{B480E25F-C003-474C-8546-5A27D382FCA6}" type="presOf" srcId="{2B52F0EB-DF21-4874-9923-773E80C0F2FC}" destId="{002E5BDA-FBD3-4B62-9155-D33D331AC91D}" srcOrd="1" destOrd="0" presId="urn:microsoft.com/office/officeart/2005/8/layout/radial5"/>
    <dgm:cxn modelId="{18785264-446B-410B-AA47-55488ABD0C03}" type="presOf" srcId="{C51AB74F-4035-482B-92A8-33C2600371B6}" destId="{852A8781-C5F9-456F-AC1A-205B1570BFF8}" srcOrd="0" destOrd="0" presId="urn:microsoft.com/office/officeart/2005/8/layout/radial5"/>
    <dgm:cxn modelId="{5F5CBD46-E751-46D1-9084-335EC22EC62C}" type="presOf" srcId="{A745E7E3-2E68-444E-AC22-BDE6CB94CBC4}" destId="{9FB671ED-F52B-46C2-8FDA-A80ADB8E36A7}" srcOrd="0" destOrd="0" presId="urn:microsoft.com/office/officeart/2005/8/layout/radial5"/>
    <dgm:cxn modelId="{94E82170-16CF-4FD6-BE2A-06DF106F5A84}" type="presOf" srcId="{032E4FD8-3174-4972-9A55-F5B90579190C}" destId="{9A155356-1BC2-497E-BC5D-1E358B6C4E71}" srcOrd="1" destOrd="0" presId="urn:microsoft.com/office/officeart/2005/8/layout/radial5"/>
    <dgm:cxn modelId="{70BD9873-BD61-423F-B673-6B9AFE2DF4D5}" type="presOf" srcId="{C12DD40A-2A89-4DF9-9DD6-8C5FB8458AE8}" destId="{82F4EA3C-0299-4EBD-8D8F-033260F71383}" srcOrd="0" destOrd="0" presId="urn:microsoft.com/office/officeart/2005/8/layout/radial5"/>
    <dgm:cxn modelId="{5AE2B674-F0F1-4021-9ECE-D5A0EAF1CA31}" type="presOf" srcId="{380F9B13-CBC0-44C0-9A6A-998970C9FECD}" destId="{80AE33C5-3EA4-4473-A410-8F02D0236F9A}" srcOrd="1" destOrd="0" presId="urn:microsoft.com/office/officeart/2005/8/layout/radial5"/>
    <dgm:cxn modelId="{0FE2AA75-4838-4331-9756-9A6E94E9FB56}" type="presOf" srcId="{17186BEA-93F7-419C-A4A7-34D66BF4E13B}" destId="{1DAF8927-12B0-4BEE-80C5-F81D9C520C1D}" srcOrd="0" destOrd="0" presId="urn:microsoft.com/office/officeart/2005/8/layout/radial5"/>
    <dgm:cxn modelId="{3614B857-D3F3-4DCF-8114-B3502DA3F54A}" type="presOf" srcId="{7EACC923-8228-4F7F-AA5D-C20AAC91B231}" destId="{E68478D9-CD4F-44E9-803A-2314490E9578}" srcOrd="0" destOrd="0" presId="urn:microsoft.com/office/officeart/2005/8/layout/radial5"/>
    <dgm:cxn modelId="{56914A7D-A739-47DE-BEBE-F105A4B27D7C}" srcId="{17186BEA-93F7-419C-A4A7-34D66BF4E13B}" destId="{5C1E2557-ACC7-4226-8AFB-62375994192E}" srcOrd="1" destOrd="0" parTransId="{B8AAE594-E8A0-4DCE-AAB6-C3C7387B32AA}" sibTransId="{E00FD1CB-05B2-4668-8A12-1A7494C1E7D4}"/>
    <dgm:cxn modelId="{5529F47E-7984-4B57-AA73-530A13862F98}" type="presOf" srcId="{A745E7E3-2E68-444E-AC22-BDE6CB94CBC4}" destId="{CF00B076-476B-45D4-A2AD-708F79593529}" srcOrd="1" destOrd="0" presId="urn:microsoft.com/office/officeart/2005/8/layout/radial5"/>
    <dgm:cxn modelId="{BA9E9D84-DBF4-400D-A3AA-F3AAF0261B8A}" type="presOf" srcId="{54D6968D-A0BF-4AA7-A89E-287B4D894388}" destId="{C22990F7-8DE4-4836-A05E-01C4761D24C8}" srcOrd="0" destOrd="0" presId="urn:microsoft.com/office/officeart/2005/8/layout/radial5"/>
    <dgm:cxn modelId="{5629E684-D4CC-4432-AE55-C49186A3C608}" type="presOf" srcId="{5C1E2557-ACC7-4226-8AFB-62375994192E}" destId="{A00555E4-730B-4366-8E15-5525FCA7C447}" srcOrd="0" destOrd="0" presId="urn:microsoft.com/office/officeart/2005/8/layout/radial5"/>
    <dgm:cxn modelId="{D3258E89-76D8-41FC-B361-75513789BDE8}" srcId="{17186BEA-93F7-419C-A4A7-34D66BF4E13B}" destId="{8CFBBFAE-8AC2-4DA9-9819-F09645F3024E}" srcOrd="6" destOrd="0" parTransId="{A745E7E3-2E68-444E-AC22-BDE6CB94CBC4}" sibTransId="{1DC495A5-7A11-42F8-BE6E-2013A5E3E610}"/>
    <dgm:cxn modelId="{B3F6FCA9-09D8-42BD-B447-3A2B4B10DBD3}" srcId="{17186BEA-93F7-419C-A4A7-34D66BF4E13B}" destId="{C51AB74F-4035-482B-92A8-33C2600371B6}" srcOrd="3" destOrd="0" parTransId="{8B0C1FF8-9580-4BA6-982F-CEA8968BDE2F}" sibTransId="{72A8E471-1B02-42A6-B44C-1A02C267BF62}"/>
    <dgm:cxn modelId="{663D40BF-BE0E-4995-8538-4C2DC104E22A}" srcId="{8B7FEE93-1256-45F5-BDDE-3E485CF7D39B}" destId="{17186BEA-93F7-419C-A4A7-34D66BF4E13B}" srcOrd="0" destOrd="0" parTransId="{003478C8-7C27-48C1-825E-C62AD60EF016}" sibTransId="{CDDC4E59-E8EB-4E74-8FC8-85D3F64C5C17}"/>
    <dgm:cxn modelId="{C7F1F0C6-F05F-4E26-BD7F-FCE12A9A8606}" type="presOf" srcId="{F6D5BF70-D18B-46B4-84B0-3C38ADD7526A}" destId="{48E88DAB-50F4-48D8-82A9-C67404D09AE1}" srcOrd="0" destOrd="0" presId="urn:microsoft.com/office/officeart/2005/8/layout/radial5"/>
    <dgm:cxn modelId="{D5EB5CD0-DFF4-4055-B573-773FF3F6E310}" srcId="{17186BEA-93F7-419C-A4A7-34D66BF4E13B}" destId="{F6D5BF70-D18B-46B4-84B0-3C38ADD7526A}" srcOrd="5" destOrd="0" parTransId="{032E4FD8-3174-4972-9A55-F5B90579190C}" sibTransId="{4FF85DC3-39EE-48AD-8A5E-E71DFC5AC40F}"/>
    <dgm:cxn modelId="{691D6BD1-007C-492A-835E-0309853BE412}" type="presOf" srcId="{A49BD68D-062B-4E84-8177-DFC14416C471}" destId="{666E3BAF-9715-4F45-B53D-B835BFBD9B9C}" srcOrd="0" destOrd="0" presId="urn:microsoft.com/office/officeart/2005/8/layout/radial5"/>
    <dgm:cxn modelId="{C82A58DB-5E5E-4F9C-B2D3-1005CA977811}" type="presOf" srcId="{8B0C1FF8-9580-4BA6-982F-CEA8968BDE2F}" destId="{66A5A49A-F06E-4F12-B379-071114E9D9BB}" srcOrd="0" destOrd="0" presId="urn:microsoft.com/office/officeart/2005/8/layout/radial5"/>
    <dgm:cxn modelId="{C996A2ED-F914-4F67-99EF-FA7B74265545}" type="presOf" srcId="{B8AAE594-E8A0-4DCE-AAB6-C3C7387B32AA}" destId="{86CBC18D-2D5E-447B-B56D-E3CC58CEBF0B}" srcOrd="1" destOrd="0" presId="urn:microsoft.com/office/officeart/2005/8/layout/radial5"/>
    <dgm:cxn modelId="{C7FDFDF4-9BE5-456B-9DBB-3DD9148C5197}" type="presOf" srcId="{8CFBBFAE-8AC2-4DA9-9819-F09645F3024E}" destId="{0AFC2BE2-52CC-48E6-9508-D2B103B76F99}" srcOrd="0" destOrd="0" presId="urn:microsoft.com/office/officeart/2005/8/layout/radial5"/>
    <dgm:cxn modelId="{D02872E6-2FAF-4D00-A463-4E2FED368F1B}" type="presParOf" srcId="{13EA63A5-DA23-43FC-8944-596519951056}" destId="{1DAF8927-12B0-4BEE-80C5-F81D9C520C1D}" srcOrd="0" destOrd="0" presId="urn:microsoft.com/office/officeart/2005/8/layout/radial5"/>
    <dgm:cxn modelId="{B9708CCA-23E7-4F6D-9B6B-080A9182FFD7}" type="presParOf" srcId="{13EA63A5-DA23-43FC-8944-596519951056}" destId="{24D13C08-07DB-4525-B86C-EC9E07F086F8}" srcOrd="1" destOrd="0" presId="urn:microsoft.com/office/officeart/2005/8/layout/radial5"/>
    <dgm:cxn modelId="{2A9B42F6-135C-4D1E-960F-7EE37B29D28F}" type="presParOf" srcId="{24D13C08-07DB-4525-B86C-EC9E07F086F8}" destId="{80AE33C5-3EA4-4473-A410-8F02D0236F9A}" srcOrd="0" destOrd="0" presId="urn:microsoft.com/office/officeart/2005/8/layout/radial5"/>
    <dgm:cxn modelId="{E741A569-0341-4057-9B4A-1D03E1FFBE65}" type="presParOf" srcId="{13EA63A5-DA23-43FC-8944-596519951056}" destId="{666E3BAF-9715-4F45-B53D-B835BFBD9B9C}" srcOrd="2" destOrd="0" presId="urn:microsoft.com/office/officeart/2005/8/layout/radial5"/>
    <dgm:cxn modelId="{E293F9A3-013C-4F72-9B54-B2A96646A407}" type="presParOf" srcId="{13EA63A5-DA23-43FC-8944-596519951056}" destId="{877AB14A-E9CE-4932-9EA7-4EA9E074C87E}" srcOrd="3" destOrd="0" presId="urn:microsoft.com/office/officeart/2005/8/layout/radial5"/>
    <dgm:cxn modelId="{409D57B7-A92C-4238-86CB-85C40BCFBABD}" type="presParOf" srcId="{877AB14A-E9CE-4932-9EA7-4EA9E074C87E}" destId="{86CBC18D-2D5E-447B-B56D-E3CC58CEBF0B}" srcOrd="0" destOrd="0" presId="urn:microsoft.com/office/officeart/2005/8/layout/radial5"/>
    <dgm:cxn modelId="{70B461DC-864E-44D7-BE61-019318B1D9C8}" type="presParOf" srcId="{13EA63A5-DA23-43FC-8944-596519951056}" destId="{A00555E4-730B-4366-8E15-5525FCA7C447}" srcOrd="4" destOrd="0" presId="urn:microsoft.com/office/officeart/2005/8/layout/radial5"/>
    <dgm:cxn modelId="{9E0396E2-508A-4579-BAB0-B6A25C86651D}" type="presParOf" srcId="{13EA63A5-DA23-43FC-8944-596519951056}" destId="{E68478D9-CD4F-44E9-803A-2314490E9578}" srcOrd="5" destOrd="0" presId="urn:microsoft.com/office/officeart/2005/8/layout/radial5"/>
    <dgm:cxn modelId="{EC6E0546-16DA-4AF4-AD63-1CC908130717}" type="presParOf" srcId="{E68478D9-CD4F-44E9-803A-2314490E9578}" destId="{F38A6A79-D543-4E41-B229-CB71CEA716DB}" srcOrd="0" destOrd="0" presId="urn:microsoft.com/office/officeart/2005/8/layout/radial5"/>
    <dgm:cxn modelId="{052213F4-C678-4132-9591-3A7B9305FFB1}" type="presParOf" srcId="{13EA63A5-DA23-43FC-8944-596519951056}" destId="{C22990F7-8DE4-4836-A05E-01C4761D24C8}" srcOrd="6" destOrd="0" presId="urn:microsoft.com/office/officeart/2005/8/layout/radial5"/>
    <dgm:cxn modelId="{86B584C9-A903-4408-B756-7A3BFF354280}" type="presParOf" srcId="{13EA63A5-DA23-43FC-8944-596519951056}" destId="{66A5A49A-F06E-4F12-B379-071114E9D9BB}" srcOrd="7" destOrd="0" presId="urn:microsoft.com/office/officeart/2005/8/layout/radial5"/>
    <dgm:cxn modelId="{85BAAB68-3746-49EF-B576-14BAEB4E5715}" type="presParOf" srcId="{66A5A49A-F06E-4F12-B379-071114E9D9BB}" destId="{6E56163A-C76C-488F-B20C-E2A53838A954}" srcOrd="0" destOrd="0" presId="urn:microsoft.com/office/officeart/2005/8/layout/radial5"/>
    <dgm:cxn modelId="{2458E886-D2AD-455E-A6EA-77718321109A}" type="presParOf" srcId="{13EA63A5-DA23-43FC-8944-596519951056}" destId="{852A8781-C5F9-456F-AC1A-205B1570BFF8}" srcOrd="8" destOrd="0" presId="urn:microsoft.com/office/officeart/2005/8/layout/radial5"/>
    <dgm:cxn modelId="{E4CCEE7F-9553-4230-8978-E02A59DEC5C8}" type="presParOf" srcId="{13EA63A5-DA23-43FC-8944-596519951056}" destId="{9D0077D7-D860-4FF9-A1E7-19192E0B12C9}" srcOrd="9" destOrd="0" presId="urn:microsoft.com/office/officeart/2005/8/layout/radial5"/>
    <dgm:cxn modelId="{7228DF6D-3C20-4FBC-8C01-7AA0A1BEB3D4}" type="presParOf" srcId="{9D0077D7-D860-4FF9-A1E7-19192E0B12C9}" destId="{002E5BDA-FBD3-4B62-9155-D33D331AC91D}" srcOrd="0" destOrd="0" presId="urn:microsoft.com/office/officeart/2005/8/layout/radial5"/>
    <dgm:cxn modelId="{4C59606D-BC75-4E68-97A3-6B9ECE7EC916}" type="presParOf" srcId="{13EA63A5-DA23-43FC-8944-596519951056}" destId="{82F4EA3C-0299-4EBD-8D8F-033260F71383}" srcOrd="10" destOrd="0" presId="urn:microsoft.com/office/officeart/2005/8/layout/radial5"/>
    <dgm:cxn modelId="{005C9CCF-CC34-49F4-894F-6A61797B2F20}" type="presParOf" srcId="{13EA63A5-DA23-43FC-8944-596519951056}" destId="{B96CC796-EBDE-4B4F-BFFF-D6C1152B3314}" srcOrd="11" destOrd="0" presId="urn:microsoft.com/office/officeart/2005/8/layout/radial5"/>
    <dgm:cxn modelId="{BE107509-A64E-45D0-8EC5-12F3397542ED}" type="presParOf" srcId="{B96CC796-EBDE-4B4F-BFFF-D6C1152B3314}" destId="{9A155356-1BC2-497E-BC5D-1E358B6C4E71}" srcOrd="0" destOrd="0" presId="urn:microsoft.com/office/officeart/2005/8/layout/radial5"/>
    <dgm:cxn modelId="{BBD0D4BA-F69E-4C14-8251-CA0CEFD94C4A}" type="presParOf" srcId="{13EA63A5-DA23-43FC-8944-596519951056}" destId="{48E88DAB-50F4-48D8-82A9-C67404D09AE1}" srcOrd="12" destOrd="0" presId="urn:microsoft.com/office/officeart/2005/8/layout/radial5"/>
    <dgm:cxn modelId="{A5283C25-F5C7-4800-9762-393E82FEB6AC}" type="presParOf" srcId="{13EA63A5-DA23-43FC-8944-596519951056}" destId="{9FB671ED-F52B-46C2-8FDA-A80ADB8E36A7}" srcOrd="13" destOrd="0" presId="urn:microsoft.com/office/officeart/2005/8/layout/radial5"/>
    <dgm:cxn modelId="{5B22E89B-D7C7-4155-8FFF-4C118AC25641}" type="presParOf" srcId="{9FB671ED-F52B-46C2-8FDA-A80ADB8E36A7}" destId="{CF00B076-476B-45D4-A2AD-708F79593529}" srcOrd="0" destOrd="0" presId="urn:microsoft.com/office/officeart/2005/8/layout/radial5"/>
    <dgm:cxn modelId="{B0E8EF03-13A1-4604-A7A5-8D83F715EC74}" type="presParOf" srcId="{13EA63A5-DA23-43FC-8944-596519951056}" destId="{0AFC2BE2-52CC-48E6-9508-D2B103B76F99}" srcOrd="14"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4FDE72-89BA-4FD5-B3D8-564CBD89D016}"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CA"/>
        </a:p>
      </dgm:t>
    </dgm:pt>
    <dgm:pt modelId="{9F789898-E265-4EA5-B30F-A9C8971920B7}">
      <dgm:prSet phldrT="[Text]"/>
      <dgm:spPr>
        <a:solidFill>
          <a:srgbClr val="962021"/>
        </a:solidFill>
      </dgm:spPr>
      <dgm:t>
        <a:bodyPr/>
        <a:lstStyle/>
        <a:p>
          <a:r>
            <a:rPr lang="en-US"/>
            <a:t>Building Relationships and exploring assumptions</a:t>
          </a:r>
        </a:p>
      </dgm:t>
    </dgm:pt>
    <dgm:pt modelId="{C45D5B3E-8680-4CB6-AAD1-4C4F012BB74D}" type="parTrans" cxnId="{F9AE4F86-EA96-439D-823F-622D70EBB810}">
      <dgm:prSet/>
      <dgm:spPr/>
      <dgm:t>
        <a:bodyPr/>
        <a:lstStyle/>
        <a:p>
          <a:endParaRPr lang="en-US"/>
        </a:p>
      </dgm:t>
    </dgm:pt>
    <dgm:pt modelId="{28751090-AB84-43CA-B591-E07C06E795B4}" type="sibTrans" cxnId="{F9AE4F86-EA96-439D-823F-622D70EBB810}">
      <dgm:prSet/>
      <dgm:spPr/>
      <dgm:t>
        <a:bodyPr/>
        <a:lstStyle/>
        <a:p>
          <a:endParaRPr lang="en-US"/>
        </a:p>
      </dgm:t>
    </dgm:pt>
    <dgm:pt modelId="{B74269BF-F754-4489-BF98-D9AB35636212}">
      <dgm:prSet phldrT="[Text]"/>
      <dgm:spPr>
        <a:solidFill>
          <a:schemeClr val="tx1"/>
        </a:solidFill>
      </dgm:spPr>
      <dgm:t>
        <a:bodyPr/>
        <a:lstStyle/>
        <a:p>
          <a:r>
            <a:rPr lang="en-US"/>
            <a:t>Digging into the elements and issues of RDM</a:t>
          </a:r>
        </a:p>
      </dgm:t>
    </dgm:pt>
    <dgm:pt modelId="{FEFF6CBB-381C-4A28-B710-1535FBB4C65C}" type="parTrans" cxnId="{972A2507-CA03-44FD-826E-CFCA3587B2AB}">
      <dgm:prSet/>
      <dgm:spPr/>
      <dgm:t>
        <a:bodyPr/>
        <a:lstStyle/>
        <a:p>
          <a:endParaRPr lang="en-US"/>
        </a:p>
      </dgm:t>
    </dgm:pt>
    <dgm:pt modelId="{9F510E89-CF8E-4B98-AC6A-2532B40472FC}" type="sibTrans" cxnId="{972A2507-CA03-44FD-826E-CFCA3587B2AB}">
      <dgm:prSet/>
      <dgm:spPr/>
      <dgm:t>
        <a:bodyPr/>
        <a:lstStyle/>
        <a:p>
          <a:endParaRPr lang="en-US"/>
        </a:p>
      </dgm:t>
    </dgm:pt>
    <dgm:pt modelId="{AF8CD484-D11B-4F0A-BFEA-80A76E195358}">
      <dgm:prSet phldrT="[Text]"/>
      <dgm:spPr>
        <a:solidFill>
          <a:srgbClr val="FFC000"/>
        </a:solidFill>
      </dgm:spPr>
      <dgm:t>
        <a:bodyPr/>
        <a:lstStyle/>
        <a:p>
          <a:r>
            <a:rPr lang="en-US"/>
            <a:t>Identifying concrete steps to action</a:t>
          </a:r>
        </a:p>
      </dgm:t>
    </dgm:pt>
    <dgm:pt modelId="{97B0CEDE-1F7C-4C82-B94A-201E880D2BE4}" type="parTrans" cxnId="{C078DA27-88D5-423A-9B5C-78918C08E0C6}">
      <dgm:prSet/>
      <dgm:spPr/>
      <dgm:t>
        <a:bodyPr/>
        <a:lstStyle/>
        <a:p>
          <a:endParaRPr lang="en-US"/>
        </a:p>
      </dgm:t>
    </dgm:pt>
    <dgm:pt modelId="{C0DC1D50-E6BE-4A5F-AEC6-36DD0B28C455}" type="sibTrans" cxnId="{C078DA27-88D5-423A-9B5C-78918C08E0C6}">
      <dgm:prSet/>
      <dgm:spPr/>
      <dgm:t>
        <a:bodyPr/>
        <a:lstStyle/>
        <a:p>
          <a:endParaRPr lang="en-US"/>
        </a:p>
      </dgm:t>
    </dgm:pt>
    <dgm:pt modelId="{33989BF5-9F92-43E1-9789-35240C5B6DF9}" type="pres">
      <dgm:prSet presAssocID="{2E4FDE72-89BA-4FD5-B3D8-564CBD89D016}" presName="Name0" presStyleCnt="0">
        <dgm:presLayoutVars>
          <dgm:dir/>
          <dgm:animLvl val="lvl"/>
          <dgm:resizeHandles val="exact"/>
        </dgm:presLayoutVars>
      </dgm:prSet>
      <dgm:spPr/>
    </dgm:pt>
    <dgm:pt modelId="{EEA435E0-7AD4-483D-8617-CF772E52A389}" type="pres">
      <dgm:prSet presAssocID="{9F789898-E265-4EA5-B30F-A9C8971920B7}" presName="parTxOnly" presStyleLbl="node1" presStyleIdx="0" presStyleCnt="3" custLinFactNeighborX="-25922" custLinFactNeighborY="-2889">
        <dgm:presLayoutVars>
          <dgm:chMax val="0"/>
          <dgm:chPref val="0"/>
          <dgm:bulletEnabled val="1"/>
        </dgm:presLayoutVars>
      </dgm:prSet>
      <dgm:spPr/>
    </dgm:pt>
    <dgm:pt modelId="{48CCC970-5879-49ED-B0D8-49036732F871}" type="pres">
      <dgm:prSet presAssocID="{28751090-AB84-43CA-B591-E07C06E795B4}" presName="parTxOnlySpace" presStyleCnt="0"/>
      <dgm:spPr/>
    </dgm:pt>
    <dgm:pt modelId="{76F2D994-4984-427F-9350-9E50D48CCCA6}" type="pres">
      <dgm:prSet presAssocID="{B74269BF-F754-4489-BF98-D9AB35636212}" presName="parTxOnly" presStyleLbl="node1" presStyleIdx="1" presStyleCnt="3">
        <dgm:presLayoutVars>
          <dgm:chMax val="0"/>
          <dgm:chPref val="0"/>
          <dgm:bulletEnabled val="1"/>
        </dgm:presLayoutVars>
      </dgm:prSet>
      <dgm:spPr/>
    </dgm:pt>
    <dgm:pt modelId="{60C41782-6308-4A68-A550-2FC31905C8CA}" type="pres">
      <dgm:prSet presAssocID="{9F510E89-CF8E-4B98-AC6A-2532B40472FC}" presName="parTxOnlySpace" presStyleCnt="0"/>
      <dgm:spPr/>
    </dgm:pt>
    <dgm:pt modelId="{48CE909D-BB90-4B5E-BAAF-34EA45AFDE85}" type="pres">
      <dgm:prSet presAssocID="{AF8CD484-D11B-4F0A-BFEA-80A76E195358}" presName="parTxOnly" presStyleLbl="node1" presStyleIdx="2" presStyleCnt="3">
        <dgm:presLayoutVars>
          <dgm:chMax val="0"/>
          <dgm:chPref val="0"/>
          <dgm:bulletEnabled val="1"/>
        </dgm:presLayoutVars>
      </dgm:prSet>
      <dgm:spPr/>
    </dgm:pt>
  </dgm:ptLst>
  <dgm:cxnLst>
    <dgm:cxn modelId="{972A2507-CA03-44FD-826E-CFCA3587B2AB}" srcId="{2E4FDE72-89BA-4FD5-B3D8-564CBD89D016}" destId="{B74269BF-F754-4489-BF98-D9AB35636212}" srcOrd="1" destOrd="0" parTransId="{FEFF6CBB-381C-4A28-B710-1535FBB4C65C}" sibTransId="{9F510E89-CF8E-4B98-AC6A-2532B40472FC}"/>
    <dgm:cxn modelId="{57C9E10A-749D-40C7-B2EB-B9E92458FE0B}" type="presOf" srcId="{9F789898-E265-4EA5-B30F-A9C8971920B7}" destId="{EEA435E0-7AD4-483D-8617-CF772E52A389}" srcOrd="0" destOrd="0" presId="urn:microsoft.com/office/officeart/2005/8/layout/chevron1"/>
    <dgm:cxn modelId="{C078DA27-88D5-423A-9B5C-78918C08E0C6}" srcId="{2E4FDE72-89BA-4FD5-B3D8-564CBD89D016}" destId="{AF8CD484-D11B-4F0A-BFEA-80A76E195358}" srcOrd="2" destOrd="0" parTransId="{97B0CEDE-1F7C-4C82-B94A-201E880D2BE4}" sibTransId="{C0DC1D50-E6BE-4A5F-AEC6-36DD0B28C455}"/>
    <dgm:cxn modelId="{BB1E7C7B-8534-4676-A903-70494E9C8FA2}" type="presOf" srcId="{2E4FDE72-89BA-4FD5-B3D8-564CBD89D016}" destId="{33989BF5-9F92-43E1-9789-35240C5B6DF9}" srcOrd="0" destOrd="0" presId="urn:microsoft.com/office/officeart/2005/8/layout/chevron1"/>
    <dgm:cxn modelId="{F9AE4F86-EA96-439D-823F-622D70EBB810}" srcId="{2E4FDE72-89BA-4FD5-B3D8-564CBD89D016}" destId="{9F789898-E265-4EA5-B30F-A9C8971920B7}" srcOrd="0" destOrd="0" parTransId="{C45D5B3E-8680-4CB6-AAD1-4C4F012BB74D}" sibTransId="{28751090-AB84-43CA-B591-E07C06E795B4}"/>
    <dgm:cxn modelId="{C696A9A0-422A-4D7B-AB81-1951D1706D1F}" type="presOf" srcId="{AF8CD484-D11B-4F0A-BFEA-80A76E195358}" destId="{48CE909D-BB90-4B5E-BAAF-34EA45AFDE85}" srcOrd="0" destOrd="0" presId="urn:microsoft.com/office/officeart/2005/8/layout/chevron1"/>
    <dgm:cxn modelId="{D9A147C8-6DE7-45BC-8364-269876771070}" type="presOf" srcId="{B74269BF-F754-4489-BF98-D9AB35636212}" destId="{76F2D994-4984-427F-9350-9E50D48CCCA6}" srcOrd="0" destOrd="0" presId="urn:microsoft.com/office/officeart/2005/8/layout/chevron1"/>
    <dgm:cxn modelId="{C57B5086-437B-41FC-A5A3-89CC41F4DBF5}" type="presParOf" srcId="{33989BF5-9F92-43E1-9789-35240C5B6DF9}" destId="{EEA435E0-7AD4-483D-8617-CF772E52A389}" srcOrd="0" destOrd="0" presId="urn:microsoft.com/office/officeart/2005/8/layout/chevron1"/>
    <dgm:cxn modelId="{930652D5-E168-457F-812B-0FC4583820F6}" type="presParOf" srcId="{33989BF5-9F92-43E1-9789-35240C5B6DF9}" destId="{48CCC970-5879-49ED-B0D8-49036732F871}" srcOrd="1" destOrd="0" presId="urn:microsoft.com/office/officeart/2005/8/layout/chevron1"/>
    <dgm:cxn modelId="{1A607530-DEEF-4BB9-9FE9-B23BD3C5598A}" type="presParOf" srcId="{33989BF5-9F92-43E1-9789-35240C5B6DF9}" destId="{76F2D994-4984-427F-9350-9E50D48CCCA6}" srcOrd="2" destOrd="0" presId="urn:microsoft.com/office/officeart/2005/8/layout/chevron1"/>
    <dgm:cxn modelId="{83A82716-F9E5-4D4A-AA52-20D4697F6AA9}" type="presParOf" srcId="{33989BF5-9F92-43E1-9789-35240C5B6DF9}" destId="{60C41782-6308-4A68-A550-2FC31905C8CA}" srcOrd="3" destOrd="0" presId="urn:microsoft.com/office/officeart/2005/8/layout/chevron1"/>
    <dgm:cxn modelId="{B8C38173-E1DF-452E-BE4B-271FEA93B84C}" type="presParOf" srcId="{33989BF5-9F92-43E1-9789-35240C5B6DF9}" destId="{48CE909D-BB90-4B5E-BAAF-34EA45AFDE85}" srcOrd="4"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F0A2DD-88BF-4C53-B8A0-94A155DBCB1A}"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en-US"/>
        </a:p>
      </dgm:t>
    </dgm:pt>
    <dgm:pt modelId="{244DDC7F-A5EC-42D2-94B8-EADC097EF594}">
      <dgm:prSet phldrT="[Text]"/>
      <dgm:spPr>
        <a:solidFill>
          <a:srgbClr val="962021"/>
        </a:solidFill>
      </dgm:spPr>
      <dgm:t>
        <a:bodyPr/>
        <a:lstStyle/>
        <a:p>
          <a:r>
            <a:rPr lang="en-US"/>
            <a:t>Saying what we mean</a:t>
          </a:r>
        </a:p>
      </dgm:t>
    </dgm:pt>
    <dgm:pt modelId="{5FDB8D4E-E616-4143-ACD3-E8C374A8FECB}" type="parTrans" cxnId="{A19510D0-9DD3-40FD-AE3F-7D42A8948D4F}">
      <dgm:prSet/>
      <dgm:spPr/>
      <dgm:t>
        <a:bodyPr/>
        <a:lstStyle/>
        <a:p>
          <a:endParaRPr lang="en-US"/>
        </a:p>
      </dgm:t>
    </dgm:pt>
    <dgm:pt modelId="{4753ED8E-0A9E-4A85-9940-69CB949F41C2}" type="sibTrans" cxnId="{A19510D0-9DD3-40FD-AE3F-7D42A8948D4F}">
      <dgm:prSet/>
      <dgm:spPr/>
      <dgm:t>
        <a:bodyPr/>
        <a:lstStyle/>
        <a:p>
          <a:endParaRPr lang="en-US"/>
        </a:p>
      </dgm:t>
    </dgm:pt>
    <dgm:pt modelId="{AD700B6D-12BC-445D-BEF2-9D95DEB0D932}">
      <dgm:prSet phldrT="[Text]" custT="1"/>
      <dgm:spPr/>
      <dgm:t>
        <a:bodyPr/>
        <a:lstStyle/>
        <a:p>
          <a:r>
            <a:rPr lang="en-US" sz="2400" dirty="0"/>
            <a:t>Avoiding ‘legalese’ where possible</a:t>
          </a:r>
        </a:p>
      </dgm:t>
    </dgm:pt>
    <dgm:pt modelId="{B7831C62-CFB0-46B6-B733-B241F43E323A}" type="parTrans" cxnId="{526B5D22-9C22-4A76-A5DE-EA1C3A26927E}">
      <dgm:prSet/>
      <dgm:spPr/>
      <dgm:t>
        <a:bodyPr/>
        <a:lstStyle/>
        <a:p>
          <a:endParaRPr lang="en-US"/>
        </a:p>
      </dgm:t>
    </dgm:pt>
    <dgm:pt modelId="{19E1E41A-012A-40B1-8A98-5FAC4585D3A4}" type="sibTrans" cxnId="{526B5D22-9C22-4A76-A5DE-EA1C3A26927E}">
      <dgm:prSet/>
      <dgm:spPr/>
      <dgm:t>
        <a:bodyPr/>
        <a:lstStyle/>
        <a:p>
          <a:endParaRPr lang="en-US"/>
        </a:p>
      </dgm:t>
    </dgm:pt>
    <dgm:pt modelId="{64F39FED-FBC2-413D-9121-4DAEC034D92D}">
      <dgm:prSet phldrT="[Text]"/>
      <dgm:spPr>
        <a:solidFill>
          <a:schemeClr val="tx1"/>
        </a:solidFill>
      </dgm:spPr>
      <dgm:t>
        <a:bodyPr/>
        <a:lstStyle/>
        <a:p>
          <a:r>
            <a:rPr lang="en-US"/>
            <a:t>First Nations Ownership</a:t>
          </a:r>
        </a:p>
      </dgm:t>
    </dgm:pt>
    <dgm:pt modelId="{F010335E-68C4-4C21-ACD8-A1EC725CEB37}" type="parTrans" cxnId="{879C31FC-AE62-46C3-A45A-18650AFE30F4}">
      <dgm:prSet/>
      <dgm:spPr/>
      <dgm:t>
        <a:bodyPr/>
        <a:lstStyle/>
        <a:p>
          <a:endParaRPr lang="en-US"/>
        </a:p>
      </dgm:t>
    </dgm:pt>
    <dgm:pt modelId="{C1B2D637-68D3-42AB-B58B-4FEC47527419}" type="sibTrans" cxnId="{879C31FC-AE62-46C3-A45A-18650AFE30F4}">
      <dgm:prSet/>
      <dgm:spPr/>
      <dgm:t>
        <a:bodyPr/>
        <a:lstStyle/>
        <a:p>
          <a:endParaRPr lang="en-US"/>
        </a:p>
      </dgm:t>
    </dgm:pt>
    <dgm:pt modelId="{B7971F5A-7D92-46FA-B4A5-FC012C7177C5}">
      <dgm:prSet phldrT="[Text]" custT="1"/>
      <dgm:spPr/>
      <dgm:t>
        <a:bodyPr/>
        <a:lstStyle/>
        <a:p>
          <a:r>
            <a:rPr lang="en-US" sz="2000" dirty="0"/>
            <a:t>Specifying that any data created by First Nations organizations is owned by them</a:t>
          </a:r>
        </a:p>
      </dgm:t>
    </dgm:pt>
    <dgm:pt modelId="{44DF8B6E-D575-430E-BE61-F9BA3E64A8C3}" type="parTrans" cxnId="{BB5DF2BC-E474-40B5-AE92-08EDFFC4C6A7}">
      <dgm:prSet/>
      <dgm:spPr/>
      <dgm:t>
        <a:bodyPr/>
        <a:lstStyle/>
        <a:p>
          <a:endParaRPr lang="en-US"/>
        </a:p>
      </dgm:t>
    </dgm:pt>
    <dgm:pt modelId="{391E9570-25D5-4AC7-A780-60B4F24C7784}" type="sibTrans" cxnId="{BB5DF2BC-E474-40B5-AE92-08EDFFC4C6A7}">
      <dgm:prSet/>
      <dgm:spPr/>
      <dgm:t>
        <a:bodyPr/>
        <a:lstStyle/>
        <a:p>
          <a:endParaRPr lang="en-US"/>
        </a:p>
      </dgm:t>
    </dgm:pt>
    <dgm:pt modelId="{1337A241-C968-40AD-B904-97B68CA31A57}">
      <dgm:prSet phldrT="[Text]"/>
      <dgm:spPr>
        <a:solidFill>
          <a:srgbClr val="FFC000"/>
        </a:solidFill>
      </dgm:spPr>
      <dgm:t>
        <a:bodyPr/>
        <a:lstStyle/>
        <a:p>
          <a:r>
            <a:rPr lang="en-US"/>
            <a:t>Clear research data management</a:t>
          </a:r>
        </a:p>
      </dgm:t>
    </dgm:pt>
    <dgm:pt modelId="{80CF5868-3E5D-4BA2-8E19-4B8115813E4F}" type="parTrans" cxnId="{D811A94D-8583-4B9A-9C62-2D7D4784BAC3}">
      <dgm:prSet/>
      <dgm:spPr/>
      <dgm:t>
        <a:bodyPr/>
        <a:lstStyle/>
        <a:p>
          <a:endParaRPr lang="en-US"/>
        </a:p>
      </dgm:t>
    </dgm:pt>
    <dgm:pt modelId="{62B762B9-9369-4CA1-A8B6-255B2FEC6F5B}" type="sibTrans" cxnId="{D811A94D-8583-4B9A-9C62-2D7D4784BAC3}">
      <dgm:prSet/>
      <dgm:spPr/>
      <dgm:t>
        <a:bodyPr/>
        <a:lstStyle/>
        <a:p>
          <a:endParaRPr lang="en-US"/>
        </a:p>
      </dgm:t>
    </dgm:pt>
    <dgm:pt modelId="{0C94FA82-26F8-47ED-8068-032D9DB4FDB1}">
      <dgm:prSet phldrT="[Text]" custT="1"/>
      <dgm:spPr/>
      <dgm:t>
        <a:bodyPr/>
        <a:lstStyle/>
        <a:p>
          <a:r>
            <a:rPr lang="en-US" sz="2000" dirty="0"/>
            <a:t>We specify how the data will be stored and what security measures are in place</a:t>
          </a:r>
        </a:p>
      </dgm:t>
    </dgm:pt>
    <dgm:pt modelId="{4C860B0A-87F7-43C1-A155-5270ADA163DC}" type="parTrans" cxnId="{8417394E-05A3-46F2-8C20-8B62FB500583}">
      <dgm:prSet/>
      <dgm:spPr/>
      <dgm:t>
        <a:bodyPr/>
        <a:lstStyle/>
        <a:p>
          <a:endParaRPr lang="en-US"/>
        </a:p>
      </dgm:t>
    </dgm:pt>
    <dgm:pt modelId="{61B9723D-20D0-4C84-9E03-2C5D97A25D73}" type="sibTrans" cxnId="{8417394E-05A3-46F2-8C20-8B62FB500583}">
      <dgm:prSet/>
      <dgm:spPr/>
      <dgm:t>
        <a:bodyPr/>
        <a:lstStyle/>
        <a:p>
          <a:endParaRPr lang="en-US"/>
        </a:p>
      </dgm:t>
    </dgm:pt>
    <dgm:pt modelId="{BB468FF2-7034-4A0B-8EAF-57C9BABC8FDE}">
      <dgm:prSet phldrT="[Text]" custT="1"/>
      <dgm:spPr/>
      <dgm:t>
        <a:bodyPr/>
        <a:lstStyle/>
        <a:p>
          <a:r>
            <a:rPr lang="en-US" sz="2000" dirty="0"/>
            <a:t>Specifying that First Nations organizations who created and provided the data will be given opportunities to comment on and view the analysis</a:t>
          </a:r>
        </a:p>
      </dgm:t>
    </dgm:pt>
    <dgm:pt modelId="{DEAAF58E-615D-4374-AEF9-EFF7A19EB8B1}" type="parTrans" cxnId="{938BBFFE-AD99-43D4-9401-0FB807F33671}">
      <dgm:prSet/>
      <dgm:spPr/>
      <dgm:t>
        <a:bodyPr/>
        <a:lstStyle/>
        <a:p>
          <a:endParaRPr lang="en-US"/>
        </a:p>
      </dgm:t>
    </dgm:pt>
    <dgm:pt modelId="{F173AD04-4B71-4C9B-908E-6E46CB4145C4}" type="sibTrans" cxnId="{938BBFFE-AD99-43D4-9401-0FB807F33671}">
      <dgm:prSet/>
      <dgm:spPr/>
      <dgm:t>
        <a:bodyPr/>
        <a:lstStyle/>
        <a:p>
          <a:endParaRPr lang="en-US"/>
        </a:p>
      </dgm:t>
    </dgm:pt>
    <dgm:pt modelId="{DD72A1C2-C914-4787-9353-0096C9409352}">
      <dgm:prSet phldrT="[Text]" custT="1"/>
      <dgm:spPr/>
      <dgm:t>
        <a:bodyPr/>
        <a:lstStyle/>
        <a:p>
          <a:r>
            <a:rPr lang="en-US" sz="2400" dirty="0"/>
            <a:t>Sufficient explanations and context</a:t>
          </a:r>
        </a:p>
      </dgm:t>
    </dgm:pt>
    <dgm:pt modelId="{A10A46A7-8E24-4A23-A7D3-88801CA792A1}" type="parTrans" cxnId="{3F33BDFA-ADE9-4106-9C04-990BD064D27D}">
      <dgm:prSet/>
      <dgm:spPr/>
      <dgm:t>
        <a:bodyPr/>
        <a:lstStyle/>
        <a:p>
          <a:endParaRPr lang="en-US"/>
        </a:p>
      </dgm:t>
    </dgm:pt>
    <dgm:pt modelId="{4EC61DF8-D4EF-44D7-865F-B5FA3B1A900E}" type="sibTrans" cxnId="{3F33BDFA-ADE9-4106-9C04-990BD064D27D}">
      <dgm:prSet/>
      <dgm:spPr/>
      <dgm:t>
        <a:bodyPr/>
        <a:lstStyle/>
        <a:p>
          <a:endParaRPr lang="en-US"/>
        </a:p>
      </dgm:t>
    </dgm:pt>
    <dgm:pt modelId="{A490F31C-C662-432A-A31A-4DD5DE07A73C}">
      <dgm:prSet phldrT="[Text]" custT="1"/>
      <dgm:spPr/>
      <dgm:t>
        <a:bodyPr/>
        <a:lstStyle/>
        <a:p>
          <a:r>
            <a:rPr lang="en-US" sz="2000" dirty="0"/>
            <a:t>How data will be used</a:t>
          </a:r>
        </a:p>
      </dgm:t>
    </dgm:pt>
    <dgm:pt modelId="{5FAF486D-0FE1-4018-8A68-CF16BB24C35A}" type="parTrans" cxnId="{F69973CF-4390-47DE-A393-9F9241119BB2}">
      <dgm:prSet/>
      <dgm:spPr/>
      <dgm:t>
        <a:bodyPr/>
        <a:lstStyle/>
        <a:p>
          <a:endParaRPr lang="en-US"/>
        </a:p>
      </dgm:t>
    </dgm:pt>
    <dgm:pt modelId="{64E42592-2C7D-4BB0-B1FD-9D1BD21A8D4D}" type="sibTrans" cxnId="{F69973CF-4390-47DE-A393-9F9241119BB2}">
      <dgm:prSet/>
      <dgm:spPr/>
      <dgm:t>
        <a:bodyPr/>
        <a:lstStyle/>
        <a:p>
          <a:endParaRPr lang="en-US"/>
        </a:p>
      </dgm:t>
    </dgm:pt>
    <dgm:pt modelId="{00468075-E81C-4FE8-BE66-88A3BE7970C9}">
      <dgm:prSet phldrT="[Text]" custT="1"/>
      <dgm:spPr/>
      <dgm:t>
        <a:bodyPr/>
        <a:lstStyle/>
        <a:p>
          <a:r>
            <a:rPr lang="en-US" sz="2000" dirty="0"/>
            <a:t>What the measures are after the project is complete</a:t>
          </a:r>
        </a:p>
      </dgm:t>
    </dgm:pt>
    <dgm:pt modelId="{20AA9A90-68E6-4A6F-8BFF-7EA4B02006C6}" type="parTrans" cxnId="{08453B56-4A75-4180-8B29-B118964DC132}">
      <dgm:prSet/>
      <dgm:spPr/>
      <dgm:t>
        <a:bodyPr/>
        <a:lstStyle/>
        <a:p>
          <a:endParaRPr lang="en-US"/>
        </a:p>
      </dgm:t>
    </dgm:pt>
    <dgm:pt modelId="{B9F3EBCD-2466-4EF7-B0C5-FEA3CA700DDB}" type="sibTrans" cxnId="{08453B56-4A75-4180-8B29-B118964DC132}">
      <dgm:prSet/>
      <dgm:spPr/>
      <dgm:t>
        <a:bodyPr/>
        <a:lstStyle/>
        <a:p>
          <a:endParaRPr lang="en-US"/>
        </a:p>
      </dgm:t>
    </dgm:pt>
    <dgm:pt modelId="{185F3A7E-F9B2-43CF-A188-64AC529B64AA}" type="pres">
      <dgm:prSet presAssocID="{09F0A2DD-88BF-4C53-B8A0-94A155DBCB1A}" presName="linearFlow" presStyleCnt="0">
        <dgm:presLayoutVars>
          <dgm:dir/>
          <dgm:animLvl val="lvl"/>
          <dgm:resizeHandles val="exact"/>
        </dgm:presLayoutVars>
      </dgm:prSet>
      <dgm:spPr/>
    </dgm:pt>
    <dgm:pt modelId="{6B044A19-F3FB-40AC-A635-83C224D8CEF6}" type="pres">
      <dgm:prSet presAssocID="{244DDC7F-A5EC-42D2-94B8-EADC097EF594}" presName="composite" presStyleCnt="0"/>
      <dgm:spPr/>
    </dgm:pt>
    <dgm:pt modelId="{F8091954-CA41-4A2D-9FFE-800B50885CFE}" type="pres">
      <dgm:prSet presAssocID="{244DDC7F-A5EC-42D2-94B8-EADC097EF594}" presName="parentText" presStyleLbl="alignNode1" presStyleIdx="0" presStyleCnt="3">
        <dgm:presLayoutVars>
          <dgm:chMax val="1"/>
          <dgm:bulletEnabled val="1"/>
        </dgm:presLayoutVars>
      </dgm:prSet>
      <dgm:spPr/>
    </dgm:pt>
    <dgm:pt modelId="{5831D8B6-9EFB-4705-A7CD-90D1DCDF8288}" type="pres">
      <dgm:prSet presAssocID="{244DDC7F-A5EC-42D2-94B8-EADC097EF594}" presName="descendantText" presStyleLbl="alignAcc1" presStyleIdx="0" presStyleCnt="3" custLinFactNeighborX="-668">
        <dgm:presLayoutVars>
          <dgm:bulletEnabled val="1"/>
        </dgm:presLayoutVars>
      </dgm:prSet>
      <dgm:spPr/>
    </dgm:pt>
    <dgm:pt modelId="{08F4D4EF-FDBF-457A-92A2-6C3177D4CDA4}" type="pres">
      <dgm:prSet presAssocID="{4753ED8E-0A9E-4A85-9940-69CB949F41C2}" presName="sp" presStyleCnt="0"/>
      <dgm:spPr/>
    </dgm:pt>
    <dgm:pt modelId="{563665FE-B08F-40B5-BFE9-7D0DB5C007DB}" type="pres">
      <dgm:prSet presAssocID="{64F39FED-FBC2-413D-9121-4DAEC034D92D}" presName="composite" presStyleCnt="0"/>
      <dgm:spPr/>
    </dgm:pt>
    <dgm:pt modelId="{B70AABFF-2850-4083-887E-E9CDDF6EC938}" type="pres">
      <dgm:prSet presAssocID="{64F39FED-FBC2-413D-9121-4DAEC034D92D}" presName="parentText" presStyleLbl="alignNode1" presStyleIdx="1" presStyleCnt="3">
        <dgm:presLayoutVars>
          <dgm:chMax val="1"/>
          <dgm:bulletEnabled val="1"/>
        </dgm:presLayoutVars>
      </dgm:prSet>
      <dgm:spPr/>
    </dgm:pt>
    <dgm:pt modelId="{16B12138-6584-4F79-B017-07E21EC771D5}" type="pres">
      <dgm:prSet presAssocID="{64F39FED-FBC2-413D-9121-4DAEC034D92D}" presName="descendantText" presStyleLbl="alignAcc1" presStyleIdx="1" presStyleCnt="3" custScaleY="141772">
        <dgm:presLayoutVars>
          <dgm:bulletEnabled val="1"/>
        </dgm:presLayoutVars>
      </dgm:prSet>
      <dgm:spPr/>
    </dgm:pt>
    <dgm:pt modelId="{56180D7C-9B0B-4B02-9518-1465A8FC315D}" type="pres">
      <dgm:prSet presAssocID="{C1B2D637-68D3-42AB-B58B-4FEC47527419}" presName="sp" presStyleCnt="0"/>
      <dgm:spPr/>
    </dgm:pt>
    <dgm:pt modelId="{CFBD815F-73E8-424A-AF31-133828926507}" type="pres">
      <dgm:prSet presAssocID="{1337A241-C968-40AD-B904-97B68CA31A57}" presName="composite" presStyleCnt="0"/>
      <dgm:spPr/>
    </dgm:pt>
    <dgm:pt modelId="{0AD40127-D3D3-4CD3-A005-9CFA9D3F04C3}" type="pres">
      <dgm:prSet presAssocID="{1337A241-C968-40AD-B904-97B68CA31A57}" presName="parentText" presStyleLbl="alignNode1" presStyleIdx="2" presStyleCnt="3">
        <dgm:presLayoutVars>
          <dgm:chMax val="1"/>
          <dgm:bulletEnabled val="1"/>
        </dgm:presLayoutVars>
      </dgm:prSet>
      <dgm:spPr/>
    </dgm:pt>
    <dgm:pt modelId="{02131767-65DB-4CDA-BF1B-41BA4E1F260F}" type="pres">
      <dgm:prSet presAssocID="{1337A241-C968-40AD-B904-97B68CA31A57}" presName="descendantText" presStyleLbl="alignAcc1" presStyleIdx="2" presStyleCnt="3" custScaleY="133955">
        <dgm:presLayoutVars>
          <dgm:bulletEnabled val="1"/>
        </dgm:presLayoutVars>
      </dgm:prSet>
      <dgm:spPr/>
    </dgm:pt>
  </dgm:ptLst>
  <dgm:cxnLst>
    <dgm:cxn modelId="{87CBDC12-8F45-4374-BFFD-FA4B4D555843}" type="presOf" srcId="{B7971F5A-7D92-46FA-B4A5-FC012C7177C5}" destId="{16B12138-6584-4F79-B017-07E21EC771D5}" srcOrd="0" destOrd="0" presId="urn:microsoft.com/office/officeart/2005/8/layout/chevron2"/>
    <dgm:cxn modelId="{4F910C1B-E8D2-4234-8A83-F3C17FE0A961}" type="presOf" srcId="{AD700B6D-12BC-445D-BEF2-9D95DEB0D932}" destId="{5831D8B6-9EFB-4705-A7CD-90D1DCDF8288}" srcOrd="0" destOrd="0" presId="urn:microsoft.com/office/officeart/2005/8/layout/chevron2"/>
    <dgm:cxn modelId="{D468A41B-64CE-498C-B923-F4F4036894E4}" type="presOf" srcId="{64F39FED-FBC2-413D-9121-4DAEC034D92D}" destId="{B70AABFF-2850-4083-887E-E9CDDF6EC938}" srcOrd="0" destOrd="0" presId="urn:microsoft.com/office/officeart/2005/8/layout/chevron2"/>
    <dgm:cxn modelId="{526B5D22-9C22-4A76-A5DE-EA1C3A26927E}" srcId="{244DDC7F-A5EC-42D2-94B8-EADC097EF594}" destId="{AD700B6D-12BC-445D-BEF2-9D95DEB0D932}" srcOrd="0" destOrd="0" parTransId="{B7831C62-CFB0-46B6-B733-B241F43E323A}" sibTransId="{19E1E41A-012A-40B1-8A98-5FAC4585D3A4}"/>
    <dgm:cxn modelId="{B9355661-B9B3-4547-914D-95B5653A4DEC}" type="presOf" srcId="{244DDC7F-A5EC-42D2-94B8-EADC097EF594}" destId="{F8091954-CA41-4A2D-9FFE-800B50885CFE}" srcOrd="0" destOrd="0" presId="urn:microsoft.com/office/officeart/2005/8/layout/chevron2"/>
    <dgm:cxn modelId="{BB4DFB43-CD6D-40B9-9282-0B9D1D624434}" type="presOf" srcId="{09F0A2DD-88BF-4C53-B8A0-94A155DBCB1A}" destId="{185F3A7E-F9B2-43CF-A188-64AC529B64AA}" srcOrd="0" destOrd="0" presId="urn:microsoft.com/office/officeart/2005/8/layout/chevron2"/>
    <dgm:cxn modelId="{1EE52C64-F12C-4998-B7FF-0C224B5813C4}" type="presOf" srcId="{0C94FA82-26F8-47ED-8068-032D9DB4FDB1}" destId="{02131767-65DB-4CDA-BF1B-41BA4E1F260F}" srcOrd="0" destOrd="0" presId="urn:microsoft.com/office/officeart/2005/8/layout/chevron2"/>
    <dgm:cxn modelId="{ED992A68-FCEC-4504-AE4D-8D0E09807645}" type="presOf" srcId="{BB468FF2-7034-4A0B-8EAF-57C9BABC8FDE}" destId="{16B12138-6584-4F79-B017-07E21EC771D5}" srcOrd="0" destOrd="1" presId="urn:microsoft.com/office/officeart/2005/8/layout/chevron2"/>
    <dgm:cxn modelId="{5E22A248-E100-4968-B684-6F26C25D7DBE}" type="presOf" srcId="{A490F31C-C662-432A-A31A-4DD5DE07A73C}" destId="{02131767-65DB-4CDA-BF1B-41BA4E1F260F}" srcOrd="0" destOrd="1" presId="urn:microsoft.com/office/officeart/2005/8/layout/chevron2"/>
    <dgm:cxn modelId="{B3EB506A-4FFE-408B-9D14-72F469152155}" type="presOf" srcId="{1337A241-C968-40AD-B904-97B68CA31A57}" destId="{0AD40127-D3D3-4CD3-A005-9CFA9D3F04C3}" srcOrd="0" destOrd="0" presId="urn:microsoft.com/office/officeart/2005/8/layout/chevron2"/>
    <dgm:cxn modelId="{D811A94D-8583-4B9A-9C62-2D7D4784BAC3}" srcId="{09F0A2DD-88BF-4C53-B8A0-94A155DBCB1A}" destId="{1337A241-C968-40AD-B904-97B68CA31A57}" srcOrd="2" destOrd="0" parTransId="{80CF5868-3E5D-4BA2-8E19-4B8115813E4F}" sibTransId="{62B762B9-9369-4CA1-A8B6-255B2FEC6F5B}"/>
    <dgm:cxn modelId="{8417394E-05A3-46F2-8C20-8B62FB500583}" srcId="{1337A241-C968-40AD-B904-97B68CA31A57}" destId="{0C94FA82-26F8-47ED-8068-032D9DB4FDB1}" srcOrd="0" destOrd="0" parTransId="{4C860B0A-87F7-43C1-A155-5270ADA163DC}" sibTransId="{61B9723D-20D0-4C84-9E03-2C5D97A25D73}"/>
    <dgm:cxn modelId="{5EE74174-1094-41A1-BF4C-B5EFBBE94E1F}" type="presOf" srcId="{DD72A1C2-C914-4787-9353-0096C9409352}" destId="{5831D8B6-9EFB-4705-A7CD-90D1DCDF8288}" srcOrd="0" destOrd="1" presId="urn:microsoft.com/office/officeart/2005/8/layout/chevron2"/>
    <dgm:cxn modelId="{08453B56-4A75-4180-8B29-B118964DC132}" srcId="{1337A241-C968-40AD-B904-97B68CA31A57}" destId="{00468075-E81C-4FE8-BE66-88A3BE7970C9}" srcOrd="2" destOrd="0" parTransId="{20AA9A90-68E6-4A6F-8BFF-7EA4B02006C6}" sibTransId="{B9F3EBCD-2466-4EF7-B0C5-FEA3CA700DDB}"/>
    <dgm:cxn modelId="{6D602577-61F3-4CAB-AE23-09C61181FAF6}" type="presOf" srcId="{00468075-E81C-4FE8-BE66-88A3BE7970C9}" destId="{02131767-65DB-4CDA-BF1B-41BA4E1F260F}" srcOrd="0" destOrd="2" presId="urn:microsoft.com/office/officeart/2005/8/layout/chevron2"/>
    <dgm:cxn modelId="{BB5DF2BC-E474-40B5-AE92-08EDFFC4C6A7}" srcId="{64F39FED-FBC2-413D-9121-4DAEC034D92D}" destId="{B7971F5A-7D92-46FA-B4A5-FC012C7177C5}" srcOrd="0" destOrd="0" parTransId="{44DF8B6E-D575-430E-BE61-F9BA3E64A8C3}" sibTransId="{391E9570-25D5-4AC7-A780-60B4F24C7784}"/>
    <dgm:cxn modelId="{F69973CF-4390-47DE-A393-9F9241119BB2}" srcId="{1337A241-C968-40AD-B904-97B68CA31A57}" destId="{A490F31C-C662-432A-A31A-4DD5DE07A73C}" srcOrd="1" destOrd="0" parTransId="{5FAF486D-0FE1-4018-8A68-CF16BB24C35A}" sibTransId="{64E42592-2C7D-4BB0-B1FD-9D1BD21A8D4D}"/>
    <dgm:cxn modelId="{A19510D0-9DD3-40FD-AE3F-7D42A8948D4F}" srcId="{09F0A2DD-88BF-4C53-B8A0-94A155DBCB1A}" destId="{244DDC7F-A5EC-42D2-94B8-EADC097EF594}" srcOrd="0" destOrd="0" parTransId="{5FDB8D4E-E616-4143-ACD3-E8C374A8FECB}" sibTransId="{4753ED8E-0A9E-4A85-9940-69CB949F41C2}"/>
    <dgm:cxn modelId="{3F33BDFA-ADE9-4106-9C04-990BD064D27D}" srcId="{244DDC7F-A5EC-42D2-94B8-EADC097EF594}" destId="{DD72A1C2-C914-4787-9353-0096C9409352}" srcOrd="1" destOrd="0" parTransId="{A10A46A7-8E24-4A23-A7D3-88801CA792A1}" sibTransId="{4EC61DF8-D4EF-44D7-865F-B5FA3B1A900E}"/>
    <dgm:cxn modelId="{879C31FC-AE62-46C3-A45A-18650AFE30F4}" srcId="{09F0A2DD-88BF-4C53-B8A0-94A155DBCB1A}" destId="{64F39FED-FBC2-413D-9121-4DAEC034D92D}" srcOrd="1" destOrd="0" parTransId="{F010335E-68C4-4C21-ACD8-A1EC725CEB37}" sibTransId="{C1B2D637-68D3-42AB-B58B-4FEC47527419}"/>
    <dgm:cxn modelId="{938BBFFE-AD99-43D4-9401-0FB807F33671}" srcId="{64F39FED-FBC2-413D-9121-4DAEC034D92D}" destId="{BB468FF2-7034-4A0B-8EAF-57C9BABC8FDE}" srcOrd="1" destOrd="0" parTransId="{DEAAF58E-615D-4374-AEF9-EFF7A19EB8B1}" sibTransId="{F173AD04-4B71-4C9B-908E-6E46CB4145C4}"/>
    <dgm:cxn modelId="{60C1114A-9C85-470D-96F4-FE5C1905BCA9}" type="presParOf" srcId="{185F3A7E-F9B2-43CF-A188-64AC529B64AA}" destId="{6B044A19-F3FB-40AC-A635-83C224D8CEF6}" srcOrd="0" destOrd="0" presId="urn:microsoft.com/office/officeart/2005/8/layout/chevron2"/>
    <dgm:cxn modelId="{156125FB-C761-4299-BF77-CC06A6EF9A3D}" type="presParOf" srcId="{6B044A19-F3FB-40AC-A635-83C224D8CEF6}" destId="{F8091954-CA41-4A2D-9FFE-800B50885CFE}" srcOrd="0" destOrd="0" presId="urn:microsoft.com/office/officeart/2005/8/layout/chevron2"/>
    <dgm:cxn modelId="{C35F69B7-67B4-4A97-B369-31C020240695}" type="presParOf" srcId="{6B044A19-F3FB-40AC-A635-83C224D8CEF6}" destId="{5831D8B6-9EFB-4705-A7CD-90D1DCDF8288}" srcOrd="1" destOrd="0" presId="urn:microsoft.com/office/officeart/2005/8/layout/chevron2"/>
    <dgm:cxn modelId="{AA0475EF-1B42-4CCB-BCD7-E4509B7A02B4}" type="presParOf" srcId="{185F3A7E-F9B2-43CF-A188-64AC529B64AA}" destId="{08F4D4EF-FDBF-457A-92A2-6C3177D4CDA4}" srcOrd="1" destOrd="0" presId="urn:microsoft.com/office/officeart/2005/8/layout/chevron2"/>
    <dgm:cxn modelId="{492C16C3-3520-4642-AF90-50AA646A77A2}" type="presParOf" srcId="{185F3A7E-F9B2-43CF-A188-64AC529B64AA}" destId="{563665FE-B08F-40B5-BFE9-7D0DB5C007DB}" srcOrd="2" destOrd="0" presId="urn:microsoft.com/office/officeart/2005/8/layout/chevron2"/>
    <dgm:cxn modelId="{76A83057-1568-4FA3-8A32-DF44A6F0B7EE}" type="presParOf" srcId="{563665FE-B08F-40B5-BFE9-7D0DB5C007DB}" destId="{B70AABFF-2850-4083-887E-E9CDDF6EC938}" srcOrd="0" destOrd="0" presId="urn:microsoft.com/office/officeart/2005/8/layout/chevron2"/>
    <dgm:cxn modelId="{CE947262-C8B6-465B-A66C-9D1EF19F7B37}" type="presParOf" srcId="{563665FE-B08F-40B5-BFE9-7D0DB5C007DB}" destId="{16B12138-6584-4F79-B017-07E21EC771D5}" srcOrd="1" destOrd="0" presId="urn:microsoft.com/office/officeart/2005/8/layout/chevron2"/>
    <dgm:cxn modelId="{2423A9CA-ABF5-4939-AB31-855903BFAEE4}" type="presParOf" srcId="{185F3A7E-F9B2-43CF-A188-64AC529B64AA}" destId="{56180D7C-9B0B-4B02-9518-1465A8FC315D}" srcOrd="3" destOrd="0" presId="urn:microsoft.com/office/officeart/2005/8/layout/chevron2"/>
    <dgm:cxn modelId="{9140CD5E-F736-4946-B21E-2C29D0028381}" type="presParOf" srcId="{185F3A7E-F9B2-43CF-A188-64AC529B64AA}" destId="{CFBD815F-73E8-424A-AF31-133828926507}" srcOrd="4" destOrd="0" presId="urn:microsoft.com/office/officeart/2005/8/layout/chevron2"/>
    <dgm:cxn modelId="{44B199CF-88A7-4390-B55E-24BC441422AA}" type="presParOf" srcId="{CFBD815F-73E8-424A-AF31-133828926507}" destId="{0AD40127-D3D3-4CD3-A005-9CFA9D3F04C3}" srcOrd="0" destOrd="0" presId="urn:microsoft.com/office/officeart/2005/8/layout/chevron2"/>
    <dgm:cxn modelId="{A54A99FB-C577-4353-8C9B-3C8148028DED}" type="presParOf" srcId="{CFBD815F-73E8-424A-AF31-133828926507}" destId="{02131767-65DB-4CDA-BF1B-41BA4E1F260F}"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EDD41-4BEA-4E33-99E9-7B66E3BBD74A}">
      <dsp:nvSpPr>
        <dsp:cNvPr id="0" name=""/>
        <dsp:cNvSpPr/>
      </dsp:nvSpPr>
      <dsp:spPr>
        <a:xfrm>
          <a:off x="2177974" y="62536"/>
          <a:ext cx="3001768" cy="3001768"/>
        </a:xfrm>
        <a:prstGeom prst="ellipse">
          <a:avLst/>
        </a:prstGeom>
        <a:solidFill>
          <a:srgbClr val="800001">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a:solidFill>
                <a:sysClr val="windowText" lastClr="000000"/>
              </a:solidFill>
              <a:latin typeface="Arial" panose="020B0604020202020204" pitchFamily="34" charset="0"/>
              <a:ea typeface="+mn-ea"/>
              <a:cs typeface="Arial" panose="020B0604020202020204" pitchFamily="34" charset="0"/>
            </a:rPr>
            <a:t>Data on Resources &amp; Environment</a:t>
          </a:r>
          <a:endParaRPr lang="en-CA" sz="2000" b="1" kern="1200">
            <a:solidFill>
              <a:sysClr val="windowText" lastClr="000000"/>
            </a:solidFill>
            <a:latin typeface="Arial" panose="020B0604020202020204" pitchFamily="34" charset="0"/>
            <a:ea typeface="+mn-ea"/>
            <a:cs typeface="Arial" panose="020B0604020202020204" pitchFamily="34" charset="0"/>
          </a:endParaRPr>
        </a:p>
      </dsp:txBody>
      <dsp:txXfrm>
        <a:off x="2900582" y="785665"/>
        <a:ext cx="1556552" cy="955157"/>
      </dsp:txXfrm>
    </dsp:sp>
    <dsp:sp modelId="{1A1CB76F-2C94-4FC0-B2A6-E068D2B82F64}">
      <dsp:nvSpPr>
        <dsp:cNvPr id="0" name=""/>
        <dsp:cNvSpPr/>
      </dsp:nvSpPr>
      <dsp:spPr>
        <a:xfrm>
          <a:off x="3261112" y="1938641"/>
          <a:ext cx="3001768" cy="3001768"/>
        </a:xfrm>
        <a:prstGeom prst="ellipse">
          <a:avLst/>
        </a:prstGeom>
        <a:solidFill>
          <a:srgbClr val="FC9617">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a:solidFill>
                <a:sysClr val="windowText" lastClr="000000">
                  <a:hueOff val="0"/>
                  <a:satOff val="0"/>
                  <a:lumOff val="0"/>
                  <a:alphaOff val="0"/>
                </a:sysClr>
              </a:solidFill>
              <a:latin typeface="Arial" panose="020B0604020202020204" pitchFamily="34" charset="0"/>
              <a:ea typeface="+mn-ea"/>
              <a:cs typeface="Arial" panose="020B0604020202020204" pitchFamily="34" charset="0"/>
            </a:rPr>
            <a:t>Data from First Nations </a:t>
          </a:r>
          <a:endParaRPr lang="en-CA" sz="2000" b="1" kern="1200">
            <a:solidFill>
              <a:sysClr val="windowText" lastClr="000000">
                <a:hueOff val="0"/>
                <a:satOff val="0"/>
                <a:lumOff val="0"/>
                <a:alphaOff val="0"/>
              </a:sysClr>
            </a:solidFill>
            <a:latin typeface="Arial" panose="020B0604020202020204" pitchFamily="34" charset="0"/>
            <a:ea typeface="+mn-ea"/>
            <a:cs typeface="Arial" panose="020B0604020202020204" pitchFamily="34" charset="0"/>
          </a:endParaRPr>
        </a:p>
      </dsp:txBody>
      <dsp:txXfrm>
        <a:off x="4442912" y="2955877"/>
        <a:ext cx="1273542" cy="1167414"/>
      </dsp:txXfrm>
    </dsp:sp>
    <dsp:sp modelId="{B2BB8386-84D8-4F8E-B8BE-9F677A04F155}">
      <dsp:nvSpPr>
        <dsp:cNvPr id="0" name=""/>
        <dsp:cNvSpPr/>
      </dsp:nvSpPr>
      <dsp:spPr>
        <a:xfrm>
          <a:off x="1094836" y="1938641"/>
          <a:ext cx="3001768" cy="3001768"/>
        </a:xfrm>
        <a:prstGeom prst="ellipse">
          <a:avLst/>
        </a:prstGeom>
        <a:solidFill>
          <a:srgbClr val="FFDD00">
            <a:alpha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b="1" kern="1200">
              <a:solidFill>
                <a:sysClr val="windowText" lastClr="000000">
                  <a:hueOff val="0"/>
                  <a:satOff val="0"/>
                  <a:lumOff val="0"/>
                  <a:alphaOff val="0"/>
                </a:sysClr>
              </a:solidFill>
              <a:latin typeface="Arial" panose="020B0604020202020204" pitchFamily="34" charset="0"/>
              <a:ea typeface="+mn-ea"/>
              <a:cs typeface="Arial" panose="020B0604020202020204" pitchFamily="34" charset="0"/>
            </a:rPr>
            <a:t>Data About First Nations</a:t>
          </a:r>
          <a:endParaRPr lang="en-CA" sz="2000" b="1" kern="1200">
            <a:solidFill>
              <a:sysClr val="windowText" lastClr="000000">
                <a:hueOff val="0"/>
                <a:satOff val="0"/>
                <a:lumOff val="0"/>
                <a:alphaOff val="0"/>
              </a:sysClr>
            </a:solidFill>
            <a:latin typeface="Arial" panose="020B0604020202020204" pitchFamily="34" charset="0"/>
            <a:ea typeface="+mn-ea"/>
            <a:cs typeface="Arial" panose="020B0604020202020204" pitchFamily="34" charset="0"/>
          </a:endParaRPr>
        </a:p>
      </dsp:txBody>
      <dsp:txXfrm>
        <a:off x="1641261" y="2955877"/>
        <a:ext cx="1273542" cy="11674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EDD41-4BEA-4E33-99E9-7B66E3BBD74A}">
      <dsp:nvSpPr>
        <dsp:cNvPr id="0" name=""/>
        <dsp:cNvSpPr/>
      </dsp:nvSpPr>
      <dsp:spPr>
        <a:xfrm>
          <a:off x="1939352" y="45673"/>
          <a:ext cx="2192310" cy="2192310"/>
        </a:xfrm>
        <a:prstGeom prst="ellipse">
          <a:avLst/>
        </a:prstGeom>
        <a:solidFill>
          <a:schemeClr val="accent6">
            <a:alpha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solidFill>
                <a:schemeClr val="tx1"/>
              </a:solidFill>
              <a:latin typeface="Arial" panose="020B0604020202020204" pitchFamily="34" charset="0"/>
              <a:cs typeface="Arial" panose="020B0604020202020204" pitchFamily="34" charset="0"/>
            </a:rPr>
            <a:t>Data about First Nations resources, environment</a:t>
          </a:r>
          <a:endParaRPr lang="en-CA" sz="1800" kern="1200">
            <a:solidFill>
              <a:schemeClr val="tx1"/>
            </a:solidFill>
            <a:latin typeface="Arial" panose="020B0604020202020204" pitchFamily="34" charset="0"/>
            <a:cs typeface="Arial" panose="020B0604020202020204" pitchFamily="34" charset="0"/>
          </a:endParaRPr>
        </a:p>
      </dsp:txBody>
      <dsp:txXfrm>
        <a:off x="2231660" y="429327"/>
        <a:ext cx="1607694" cy="986539"/>
      </dsp:txXfrm>
    </dsp:sp>
    <dsp:sp modelId="{1A1CB76F-2C94-4FC0-B2A6-E068D2B82F64}">
      <dsp:nvSpPr>
        <dsp:cNvPr id="0" name=""/>
        <dsp:cNvSpPr/>
      </dsp:nvSpPr>
      <dsp:spPr>
        <a:xfrm>
          <a:off x="2730411" y="1415867"/>
          <a:ext cx="2192310" cy="2192310"/>
        </a:xfrm>
        <a:prstGeom prst="ellipse">
          <a:avLst/>
        </a:prstGeom>
        <a:solidFill>
          <a:schemeClr val="accent5">
            <a:alpha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Data from First Nations</a:t>
          </a:r>
          <a:endParaRPr lang="en-CA" sz="1800" kern="1200">
            <a:latin typeface="Arial" panose="020B0604020202020204" pitchFamily="34" charset="0"/>
            <a:cs typeface="Arial" panose="020B0604020202020204" pitchFamily="34" charset="0"/>
          </a:endParaRPr>
        </a:p>
      </dsp:txBody>
      <dsp:txXfrm>
        <a:off x="3400893" y="1982214"/>
        <a:ext cx="1315386" cy="1205770"/>
      </dsp:txXfrm>
    </dsp:sp>
    <dsp:sp modelId="{B2BB8386-84D8-4F8E-B8BE-9F677A04F155}">
      <dsp:nvSpPr>
        <dsp:cNvPr id="0" name=""/>
        <dsp:cNvSpPr/>
      </dsp:nvSpPr>
      <dsp:spPr>
        <a:xfrm>
          <a:off x="1148293" y="1415867"/>
          <a:ext cx="2192310" cy="2192310"/>
        </a:xfrm>
        <a:prstGeom prst="ellipse">
          <a:avLst/>
        </a:prstGeom>
        <a:solidFill>
          <a:schemeClr val="accent2">
            <a:alpha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Data about First Nations</a:t>
          </a:r>
          <a:endParaRPr lang="en-CA" sz="1800" kern="1200">
            <a:latin typeface="Arial" panose="020B0604020202020204" pitchFamily="34" charset="0"/>
            <a:cs typeface="Arial" panose="020B0604020202020204" pitchFamily="34" charset="0"/>
          </a:endParaRPr>
        </a:p>
      </dsp:txBody>
      <dsp:txXfrm>
        <a:off x="1354736" y="1982214"/>
        <a:ext cx="1315386" cy="12057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F2CC1-7DFC-41DD-A888-0962C673B90E}">
      <dsp:nvSpPr>
        <dsp:cNvPr id="0" name=""/>
        <dsp:cNvSpPr/>
      </dsp:nvSpPr>
      <dsp:spPr>
        <a:xfrm>
          <a:off x="3925105" y="295820"/>
          <a:ext cx="3755521" cy="1304243"/>
        </a:xfrm>
        <a:prstGeom prst="ellipse">
          <a:avLst/>
        </a:prstGeom>
        <a:solidFill>
          <a:schemeClr val="bg1">
            <a:alpha val="40000"/>
          </a:schemeClr>
        </a:solidFill>
        <a:ln>
          <a:noFill/>
        </a:ln>
        <a:effectLst/>
      </dsp:spPr>
      <dsp:style>
        <a:lnRef idx="0">
          <a:scrgbClr r="0" g="0" b="0"/>
        </a:lnRef>
        <a:fillRef idx="1">
          <a:scrgbClr r="0" g="0" b="0"/>
        </a:fillRef>
        <a:effectRef idx="0">
          <a:scrgbClr r="0" g="0" b="0"/>
        </a:effectRef>
        <a:fontRef idx="minor"/>
      </dsp:style>
    </dsp:sp>
    <dsp:sp modelId="{0E646CDD-4ECC-46F8-8C02-41699200C718}">
      <dsp:nvSpPr>
        <dsp:cNvPr id="0" name=""/>
        <dsp:cNvSpPr/>
      </dsp:nvSpPr>
      <dsp:spPr>
        <a:xfrm>
          <a:off x="5432292" y="3646854"/>
          <a:ext cx="727814" cy="465801"/>
        </a:xfrm>
        <a:prstGeom prst="down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96F51A3-8246-49EF-8CCA-BFD2D6281341}">
      <dsp:nvSpPr>
        <dsp:cNvPr id="0" name=""/>
        <dsp:cNvSpPr/>
      </dsp:nvSpPr>
      <dsp:spPr>
        <a:xfrm>
          <a:off x="1786123" y="3862110"/>
          <a:ext cx="7660425" cy="87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376" tIns="341376" rIns="341376" bIns="341376" numCol="1" spcCol="1270" anchor="ctr" anchorCtr="0">
          <a:noAutofit/>
        </a:bodyPr>
        <a:lstStyle/>
        <a:p>
          <a:pPr marL="0" lvl="0" indent="0" algn="ctr" defTabSz="2133600">
            <a:lnSpc>
              <a:spcPct val="90000"/>
            </a:lnSpc>
            <a:spcBef>
              <a:spcPct val="0"/>
            </a:spcBef>
            <a:spcAft>
              <a:spcPct val="35000"/>
            </a:spcAft>
            <a:buNone/>
          </a:pPr>
          <a:r>
            <a:rPr lang="en-US" sz="4800" kern="1200">
              <a:solidFill>
                <a:schemeClr val="accent6">
                  <a:lumMod val="75000"/>
                </a:schemeClr>
              </a:solidFill>
              <a:latin typeface="Arial" panose="020B0604020202020204" pitchFamily="34" charset="0"/>
              <a:cs typeface="Arial" panose="020B0604020202020204" pitchFamily="34" charset="0"/>
            </a:rPr>
            <a:t>First Nation Control</a:t>
          </a:r>
          <a:endParaRPr lang="en-CA" sz="2700" kern="1200">
            <a:latin typeface="Arial" panose="020B0604020202020204" pitchFamily="34" charset="0"/>
            <a:cs typeface="Arial" panose="020B0604020202020204" pitchFamily="34" charset="0"/>
          </a:endParaRPr>
        </a:p>
      </dsp:txBody>
      <dsp:txXfrm>
        <a:off x="1786123" y="3862110"/>
        <a:ext cx="7660425" cy="873377"/>
      </dsp:txXfrm>
    </dsp:sp>
    <dsp:sp modelId="{CB4AF9AA-DC04-4AD7-8BB1-EF7BD79E5AAB}">
      <dsp:nvSpPr>
        <dsp:cNvPr id="0" name=""/>
        <dsp:cNvSpPr/>
      </dsp:nvSpPr>
      <dsp:spPr>
        <a:xfrm>
          <a:off x="5010549" y="1476045"/>
          <a:ext cx="1869935" cy="1759562"/>
        </a:xfrm>
        <a:prstGeom prst="ellipse">
          <a:avLst/>
        </a:prstGeom>
        <a:solidFill>
          <a:schemeClr val="accent5"/>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b="1" kern="1200">
              <a:solidFill>
                <a:schemeClr val="tx1"/>
              </a:solidFill>
              <a:latin typeface="Arial" panose="020B0604020202020204" pitchFamily="34" charset="0"/>
              <a:cs typeface="Arial" panose="020B0604020202020204" pitchFamily="34" charset="0"/>
            </a:rPr>
            <a:t>Disclosure</a:t>
          </a:r>
          <a:endParaRPr lang="en-CA" sz="1900" b="1" kern="1200">
            <a:solidFill>
              <a:schemeClr val="tx1"/>
            </a:solidFill>
            <a:latin typeface="Arial" panose="020B0604020202020204" pitchFamily="34" charset="0"/>
            <a:cs typeface="Arial" panose="020B0604020202020204" pitchFamily="34" charset="0"/>
          </a:endParaRPr>
        </a:p>
      </dsp:txBody>
      <dsp:txXfrm>
        <a:off x="5284395" y="1733727"/>
        <a:ext cx="1322243" cy="1244198"/>
      </dsp:txXfrm>
    </dsp:sp>
    <dsp:sp modelId="{2ED89CC8-2C1F-4304-8F93-1BA0D651FC27}">
      <dsp:nvSpPr>
        <dsp:cNvPr id="0" name=""/>
        <dsp:cNvSpPr/>
      </dsp:nvSpPr>
      <dsp:spPr>
        <a:xfrm>
          <a:off x="3808007" y="97925"/>
          <a:ext cx="1861524" cy="1933185"/>
        </a:xfrm>
        <a:prstGeom prst="ellipse">
          <a:avLst/>
        </a:prstGeom>
        <a:solidFill>
          <a:schemeClr val="accent2"/>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a:solidFill>
                <a:schemeClr val="tx1"/>
              </a:solidFill>
              <a:latin typeface="Arial" panose="020B0604020202020204" pitchFamily="34" charset="0"/>
              <a:cs typeface="Arial" panose="020B0604020202020204" pitchFamily="34" charset="0"/>
            </a:rPr>
            <a:t>Collection</a:t>
          </a:r>
          <a:endParaRPr lang="en-CA" sz="2000" b="1" kern="1200">
            <a:solidFill>
              <a:schemeClr val="tx1"/>
            </a:solidFill>
            <a:latin typeface="Arial" panose="020B0604020202020204" pitchFamily="34" charset="0"/>
            <a:cs typeface="Arial" panose="020B0604020202020204" pitchFamily="34" charset="0"/>
          </a:endParaRPr>
        </a:p>
      </dsp:txBody>
      <dsp:txXfrm>
        <a:off x="4080621" y="381033"/>
        <a:ext cx="1316296" cy="1366969"/>
      </dsp:txXfrm>
    </dsp:sp>
    <dsp:sp modelId="{9F772887-6D27-452A-97C8-680BE3AC87CF}">
      <dsp:nvSpPr>
        <dsp:cNvPr id="0" name=""/>
        <dsp:cNvSpPr/>
      </dsp:nvSpPr>
      <dsp:spPr>
        <a:xfrm>
          <a:off x="5939919" y="198128"/>
          <a:ext cx="1650944" cy="1545418"/>
        </a:xfrm>
        <a:prstGeom prst="ellipse">
          <a:avLst/>
        </a:prstGeom>
        <a:solidFill>
          <a:schemeClr val="accent6"/>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a:latin typeface="Arial" panose="020B0604020202020204" pitchFamily="34" charset="0"/>
              <a:cs typeface="Arial" panose="020B0604020202020204" pitchFamily="34" charset="0"/>
            </a:rPr>
            <a:t>Use</a:t>
          </a:r>
          <a:endParaRPr lang="en-CA" sz="4000" kern="1200">
            <a:latin typeface="Arial" panose="020B0604020202020204" pitchFamily="34" charset="0"/>
            <a:cs typeface="Arial" panose="020B0604020202020204" pitchFamily="34" charset="0"/>
          </a:endParaRPr>
        </a:p>
      </dsp:txBody>
      <dsp:txXfrm>
        <a:off x="6181694" y="424449"/>
        <a:ext cx="1167394" cy="1092776"/>
      </dsp:txXfrm>
    </dsp:sp>
    <dsp:sp modelId="{8DAD41E1-11FB-4B5E-A410-4060B9A15D9B}">
      <dsp:nvSpPr>
        <dsp:cNvPr id="0" name=""/>
        <dsp:cNvSpPr/>
      </dsp:nvSpPr>
      <dsp:spPr>
        <a:xfrm>
          <a:off x="3581815" y="-77476"/>
          <a:ext cx="4428801" cy="3686964"/>
        </a:xfrm>
        <a:prstGeom prst="funnel">
          <a:avLst/>
        </a:prstGeom>
        <a:solidFill>
          <a:schemeClr val="lt1">
            <a:alpha val="40000"/>
            <a:hueOff val="0"/>
            <a:satOff val="0"/>
            <a:lumOff val="0"/>
            <a:alphaOff val="0"/>
          </a:schemeClr>
        </a:solidFill>
        <a:ln w="6350" cap="flat" cmpd="sng" algn="ctr">
          <a:solidFill>
            <a:schemeClr val="tx1"/>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EDD41-4BEA-4E33-99E9-7B66E3BBD74A}">
      <dsp:nvSpPr>
        <dsp:cNvPr id="0" name=""/>
        <dsp:cNvSpPr/>
      </dsp:nvSpPr>
      <dsp:spPr>
        <a:xfrm>
          <a:off x="1368764" y="51434"/>
          <a:ext cx="2468880" cy="2468880"/>
        </a:xfrm>
        <a:prstGeom prst="ellipse">
          <a:avLst/>
        </a:prstGeom>
        <a:solidFill>
          <a:schemeClr val="accent6">
            <a:alpha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tx1"/>
              </a:solidFill>
              <a:latin typeface="Arial" panose="020B0604020202020204" pitchFamily="34" charset="0"/>
              <a:cs typeface="Arial" panose="020B0604020202020204" pitchFamily="34" charset="0"/>
            </a:rPr>
            <a:t>Data about First Nations resources &amp; environment</a:t>
          </a:r>
          <a:endParaRPr lang="en-CA" sz="2100" kern="1200">
            <a:solidFill>
              <a:schemeClr val="tx1"/>
            </a:solidFill>
            <a:latin typeface="Arial" panose="020B0604020202020204" pitchFamily="34" charset="0"/>
            <a:cs typeface="Arial" panose="020B0604020202020204" pitchFamily="34" charset="0"/>
          </a:endParaRPr>
        </a:p>
      </dsp:txBody>
      <dsp:txXfrm>
        <a:off x="1697949" y="483488"/>
        <a:ext cx="1810512" cy="1110996"/>
      </dsp:txXfrm>
    </dsp:sp>
    <dsp:sp modelId="{1A1CB76F-2C94-4FC0-B2A6-E068D2B82F64}">
      <dsp:nvSpPr>
        <dsp:cNvPr id="0" name=""/>
        <dsp:cNvSpPr/>
      </dsp:nvSpPr>
      <dsp:spPr>
        <a:xfrm>
          <a:off x="2225005" y="1645911"/>
          <a:ext cx="2468880" cy="2468880"/>
        </a:xfrm>
        <a:prstGeom prst="ellipse">
          <a:avLst/>
        </a:prstGeom>
        <a:solidFill>
          <a:schemeClr val="accent5">
            <a:alpha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a:latin typeface="Arial" panose="020B0604020202020204" pitchFamily="34" charset="0"/>
              <a:cs typeface="Arial" panose="020B0604020202020204" pitchFamily="34" charset="0"/>
            </a:rPr>
            <a:t>Data from First Nations</a:t>
          </a:r>
          <a:endParaRPr lang="en-CA" sz="2100" kern="1200">
            <a:latin typeface="Arial" panose="020B0604020202020204" pitchFamily="34" charset="0"/>
            <a:cs typeface="Arial" panose="020B0604020202020204" pitchFamily="34" charset="0"/>
          </a:endParaRPr>
        </a:p>
      </dsp:txBody>
      <dsp:txXfrm>
        <a:off x="2980071" y="2283705"/>
        <a:ext cx="1481328" cy="1357884"/>
      </dsp:txXfrm>
    </dsp:sp>
    <dsp:sp modelId="{B2BB8386-84D8-4F8E-B8BE-9F677A04F155}">
      <dsp:nvSpPr>
        <dsp:cNvPr id="0" name=""/>
        <dsp:cNvSpPr/>
      </dsp:nvSpPr>
      <dsp:spPr>
        <a:xfrm>
          <a:off x="477910" y="1594485"/>
          <a:ext cx="2468880" cy="2468880"/>
        </a:xfrm>
        <a:prstGeom prst="ellipse">
          <a:avLst/>
        </a:prstGeom>
        <a:solidFill>
          <a:schemeClr val="accent2">
            <a:alpha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a:latin typeface="Arial" panose="020B0604020202020204" pitchFamily="34" charset="0"/>
              <a:cs typeface="Arial" panose="020B0604020202020204" pitchFamily="34" charset="0"/>
            </a:rPr>
            <a:t>Data about First Nations</a:t>
          </a:r>
          <a:endParaRPr lang="en-CA" sz="2100" kern="1200">
            <a:latin typeface="Arial" panose="020B0604020202020204" pitchFamily="34" charset="0"/>
            <a:cs typeface="Arial" panose="020B0604020202020204" pitchFamily="34" charset="0"/>
          </a:endParaRPr>
        </a:p>
      </dsp:txBody>
      <dsp:txXfrm>
        <a:off x="710397" y="2232278"/>
        <a:ext cx="1481328" cy="13578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F8927-12B0-4BEE-80C5-F81D9C520C1D}">
      <dsp:nvSpPr>
        <dsp:cNvPr id="0" name=""/>
        <dsp:cNvSpPr/>
      </dsp:nvSpPr>
      <dsp:spPr>
        <a:xfrm>
          <a:off x="4007596" y="2542511"/>
          <a:ext cx="1209877" cy="120987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CA" sz="2000" kern="1200"/>
            <a:t>First Nations</a:t>
          </a:r>
        </a:p>
      </dsp:txBody>
      <dsp:txXfrm>
        <a:off x="4184778" y="2719693"/>
        <a:ext cx="855513" cy="855513"/>
      </dsp:txXfrm>
    </dsp:sp>
    <dsp:sp modelId="{24D13C08-07DB-4525-B86C-EC9E07F086F8}">
      <dsp:nvSpPr>
        <dsp:cNvPr id="0" name=""/>
        <dsp:cNvSpPr/>
      </dsp:nvSpPr>
      <dsp:spPr>
        <a:xfrm rot="14962706">
          <a:off x="4327798" y="2231386"/>
          <a:ext cx="87172"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rot="10800000">
        <a:off x="4345479" y="2353714"/>
        <a:ext cx="61020" cy="330268"/>
      </dsp:txXfrm>
    </dsp:sp>
    <dsp:sp modelId="{666E3BAF-9715-4F45-B53D-B835BFBD9B9C}">
      <dsp:nvSpPr>
        <dsp:cNvPr id="0" name=""/>
        <dsp:cNvSpPr/>
      </dsp:nvSpPr>
      <dsp:spPr>
        <a:xfrm>
          <a:off x="2540724" y="-230749"/>
          <a:ext cx="2637283" cy="275342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CA" sz="2400" b="1" kern="1200" dirty="0">
              <a:solidFill>
                <a:schemeClr val="tx1"/>
              </a:solidFill>
            </a:rPr>
            <a:t>Research Data Management</a:t>
          </a:r>
        </a:p>
      </dsp:txBody>
      <dsp:txXfrm>
        <a:off x="2926945" y="172481"/>
        <a:ext cx="1864841" cy="1946966"/>
      </dsp:txXfrm>
    </dsp:sp>
    <dsp:sp modelId="{877AB14A-E9CE-4932-9EA7-4EA9E074C87E}">
      <dsp:nvSpPr>
        <dsp:cNvPr id="0" name=""/>
        <dsp:cNvSpPr/>
      </dsp:nvSpPr>
      <dsp:spPr>
        <a:xfrm rot="18056721">
          <a:off x="4909024" y="1964653"/>
          <a:ext cx="495313"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a:off x="4945116" y="2138464"/>
        <a:ext cx="346719" cy="330268"/>
      </dsp:txXfrm>
    </dsp:sp>
    <dsp:sp modelId="{A00555E4-730B-4366-8E15-5525FCA7C447}">
      <dsp:nvSpPr>
        <dsp:cNvPr id="0" name=""/>
        <dsp:cNvSpPr/>
      </dsp:nvSpPr>
      <dsp:spPr>
        <a:xfrm>
          <a:off x="4932706" y="126656"/>
          <a:ext cx="1888975" cy="182298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CA" sz="1200" kern="1200" dirty="0"/>
            <a:t>Commercialization and Intellectual Property (IP)</a:t>
          </a:r>
        </a:p>
      </dsp:txBody>
      <dsp:txXfrm>
        <a:off x="5209340" y="393626"/>
        <a:ext cx="1335707" cy="1289044"/>
      </dsp:txXfrm>
    </dsp:sp>
    <dsp:sp modelId="{E68478D9-CD4F-44E9-803A-2314490E9578}">
      <dsp:nvSpPr>
        <dsp:cNvPr id="0" name=""/>
        <dsp:cNvSpPr/>
      </dsp:nvSpPr>
      <dsp:spPr>
        <a:xfrm rot="20825378">
          <a:off x="5296819" y="2687700"/>
          <a:ext cx="241447"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a:off x="5297735" y="2805882"/>
        <a:ext cx="169013" cy="330268"/>
      </dsp:txXfrm>
    </dsp:sp>
    <dsp:sp modelId="{C22990F7-8DE4-4836-A05E-01C4761D24C8}">
      <dsp:nvSpPr>
        <dsp:cNvPr id="0" name=""/>
        <dsp:cNvSpPr/>
      </dsp:nvSpPr>
      <dsp:spPr>
        <a:xfrm>
          <a:off x="5619915" y="1747912"/>
          <a:ext cx="1953159" cy="188954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CA" sz="2000" kern="1200"/>
            <a:t>Staff and student training and education</a:t>
          </a:r>
        </a:p>
      </dsp:txBody>
      <dsp:txXfrm>
        <a:off x="5905949" y="2024629"/>
        <a:ext cx="1381091" cy="1336109"/>
      </dsp:txXfrm>
    </dsp:sp>
    <dsp:sp modelId="{66A5A49A-F06E-4F12-B379-071114E9D9BB}">
      <dsp:nvSpPr>
        <dsp:cNvPr id="0" name=""/>
        <dsp:cNvSpPr/>
      </dsp:nvSpPr>
      <dsp:spPr>
        <a:xfrm rot="3897782">
          <a:off x="4879869" y="3686683"/>
          <a:ext cx="308836"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a:off x="4906589" y="3754800"/>
        <a:ext cx="216185" cy="330268"/>
      </dsp:txXfrm>
    </dsp:sp>
    <dsp:sp modelId="{852A8781-C5F9-456F-AC1A-205B1570BFF8}">
      <dsp:nvSpPr>
        <dsp:cNvPr id="0" name=""/>
        <dsp:cNvSpPr/>
      </dsp:nvSpPr>
      <dsp:spPr>
        <a:xfrm>
          <a:off x="4555640" y="4142626"/>
          <a:ext cx="1899276" cy="183219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CA" sz="2000" kern="1200"/>
            <a:t>Grants and research funding</a:t>
          </a:r>
        </a:p>
      </dsp:txBody>
      <dsp:txXfrm>
        <a:off x="4833783" y="4410944"/>
        <a:ext cx="1342990" cy="1295557"/>
      </dsp:txXfrm>
    </dsp:sp>
    <dsp:sp modelId="{9D0077D7-D860-4FF9-A1E7-19192E0B12C9}">
      <dsp:nvSpPr>
        <dsp:cNvPr id="0" name=""/>
        <dsp:cNvSpPr/>
      </dsp:nvSpPr>
      <dsp:spPr>
        <a:xfrm rot="6942857">
          <a:off x="3944515" y="3789993"/>
          <a:ext cx="452092"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rot="10800000">
        <a:off x="4041752" y="3838985"/>
        <a:ext cx="316464" cy="330268"/>
      </dsp:txXfrm>
    </dsp:sp>
    <dsp:sp modelId="{82F4EA3C-0299-4EBD-8D8F-033260F71383}">
      <dsp:nvSpPr>
        <dsp:cNvPr id="0" name=""/>
        <dsp:cNvSpPr/>
      </dsp:nvSpPr>
      <dsp:spPr>
        <a:xfrm>
          <a:off x="2935322" y="4388863"/>
          <a:ext cx="1457070" cy="1457070"/>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kern="1200"/>
            <a:t>REBs</a:t>
          </a:r>
        </a:p>
      </dsp:txBody>
      <dsp:txXfrm>
        <a:off x="3148705" y="4602246"/>
        <a:ext cx="1030304" cy="1030304"/>
      </dsp:txXfrm>
    </dsp:sp>
    <dsp:sp modelId="{B96CC796-EBDE-4B4F-BFFF-D6C1152B3314}">
      <dsp:nvSpPr>
        <dsp:cNvPr id="0" name=""/>
        <dsp:cNvSpPr/>
      </dsp:nvSpPr>
      <dsp:spPr>
        <a:xfrm rot="9566331">
          <a:off x="3621527" y="3185260"/>
          <a:ext cx="312945"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rot="10800000">
        <a:off x="3712420" y="3278864"/>
        <a:ext cx="219062" cy="330268"/>
      </dsp:txXfrm>
    </dsp:sp>
    <dsp:sp modelId="{48E88DAB-50F4-48D8-82A9-C67404D09AE1}">
      <dsp:nvSpPr>
        <dsp:cNvPr id="0" name=""/>
        <dsp:cNvSpPr/>
      </dsp:nvSpPr>
      <dsp:spPr>
        <a:xfrm>
          <a:off x="1491321" y="3006008"/>
          <a:ext cx="2084820" cy="1842407"/>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kern="1200"/>
            <a:t>Student and administrative data</a:t>
          </a:r>
        </a:p>
      </dsp:txBody>
      <dsp:txXfrm>
        <a:off x="1796636" y="3275822"/>
        <a:ext cx="1474190" cy="1302779"/>
      </dsp:txXfrm>
    </dsp:sp>
    <dsp:sp modelId="{9FB671ED-F52B-46C2-8FDA-A80ADB8E36A7}">
      <dsp:nvSpPr>
        <dsp:cNvPr id="0" name=""/>
        <dsp:cNvSpPr/>
      </dsp:nvSpPr>
      <dsp:spPr>
        <a:xfrm rot="12272241">
          <a:off x="3401768" y="2432634"/>
          <a:ext cx="495672" cy="5504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CA" sz="1600" kern="1200"/>
        </a:p>
      </dsp:txBody>
      <dsp:txXfrm rot="10800000">
        <a:off x="3543755" y="2573601"/>
        <a:ext cx="346970" cy="330268"/>
      </dsp:txXfrm>
    </dsp:sp>
    <dsp:sp modelId="{0AFC2BE2-52CC-48E6-9508-D2B103B76F99}">
      <dsp:nvSpPr>
        <dsp:cNvPr id="0" name=""/>
        <dsp:cNvSpPr/>
      </dsp:nvSpPr>
      <dsp:spPr>
        <a:xfrm>
          <a:off x="1347656" y="1153138"/>
          <a:ext cx="1956685" cy="190095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kern="1200" dirty="0"/>
            <a:t>Lands and waters, territory</a:t>
          </a:r>
        </a:p>
      </dsp:txBody>
      <dsp:txXfrm>
        <a:off x="1634206" y="1431526"/>
        <a:ext cx="1383585" cy="134417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A435E0-7AD4-483D-8617-CF772E52A389}">
      <dsp:nvSpPr>
        <dsp:cNvPr id="0" name=""/>
        <dsp:cNvSpPr/>
      </dsp:nvSpPr>
      <dsp:spPr>
        <a:xfrm>
          <a:off x="0" y="1906859"/>
          <a:ext cx="2591643" cy="1036657"/>
        </a:xfrm>
        <a:prstGeom prst="chevron">
          <a:avLst/>
        </a:prstGeom>
        <a:solidFill>
          <a:srgbClr val="96202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a:t>Building Relationships and exploring assumptions</a:t>
          </a:r>
        </a:p>
      </dsp:txBody>
      <dsp:txXfrm>
        <a:off x="518329" y="1906859"/>
        <a:ext cx="1554986" cy="1036657"/>
      </dsp:txXfrm>
    </dsp:sp>
    <dsp:sp modelId="{76F2D994-4984-427F-9350-9E50D48CCCA6}">
      <dsp:nvSpPr>
        <dsp:cNvPr id="0" name=""/>
        <dsp:cNvSpPr/>
      </dsp:nvSpPr>
      <dsp:spPr>
        <a:xfrm>
          <a:off x="2334605" y="1936808"/>
          <a:ext cx="2591643" cy="1036657"/>
        </a:xfrm>
        <a:prstGeom prst="chevron">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a:t>Digging into the elements and issues of RDM</a:t>
          </a:r>
        </a:p>
      </dsp:txBody>
      <dsp:txXfrm>
        <a:off x="2852934" y="1936808"/>
        <a:ext cx="1554986" cy="1036657"/>
      </dsp:txXfrm>
    </dsp:sp>
    <dsp:sp modelId="{48CE909D-BB90-4B5E-BAAF-34EA45AFDE85}">
      <dsp:nvSpPr>
        <dsp:cNvPr id="0" name=""/>
        <dsp:cNvSpPr/>
      </dsp:nvSpPr>
      <dsp:spPr>
        <a:xfrm>
          <a:off x="4667084" y="1936808"/>
          <a:ext cx="2591643" cy="1036657"/>
        </a:xfrm>
        <a:prstGeom prst="chevron">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a:t>Identifying concrete steps to action</a:t>
          </a:r>
        </a:p>
      </dsp:txBody>
      <dsp:txXfrm>
        <a:off x="5185413" y="1936808"/>
        <a:ext cx="1554986" cy="103665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91954-CA41-4A2D-9FFE-800B50885CFE}">
      <dsp:nvSpPr>
        <dsp:cNvPr id="0" name=""/>
        <dsp:cNvSpPr/>
      </dsp:nvSpPr>
      <dsp:spPr>
        <a:xfrm rot="5400000">
          <a:off x="-288435" y="343411"/>
          <a:ext cx="1922900" cy="1346030"/>
        </a:xfrm>
        <a:prstGeom prst="chevron">
          <a:avLst/>
        </a:prstGeom>
        <a:solidFill>
          <a:srgbClr val="962021"/>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Saying what we mean</a:t>
          </a:r>
        </a:p>
      </dsp:txBody>
      <dsp:txXfrm rot="-5400000">
        <a:off x="0" y="727991"/>
        <a:ext cx="1346030" cy="576870"/>
      </dsp:txXfrm>
    </dsp:sp>
    <dsp:sp modelId="{5831D8B6-9EFB-4705-A7CD-90D1DCDF8288}">
      <dsp:nvSpPr>
        <dsp:cNvPr id="0" name=""/>
        <dsp:cNvSpPr/>
      </dsp:nvSpPr>
      <dsp:spPr>
        <a:xfrm rot="5400000">
          <a:off x="3228803" y="-1861753"/>
          <a:ext cx="1249885" cy="5083344"/>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Avoiding ‘legalese’ where possible</a:t>
          </a:r>
        </a:p>
        <a:p>
          <a:pPr marL="228600" lvl="1" indent="-228600" algn="l" defTabSz="1066800">
            <a:lnSpc>
              <a:spcPct val="90000"/>
            </a:lnSpc>
            <a:spcBef>
              <a:spcPct val="0"/>
            </a:spcBef>
            <a:spcAft>
              <a:spcPct val="15000"/>
            </a:spcAft>
            <a:buChar char="•"/>
          </a:pPr>
          <a:r>
            <a:rPr lang="en-US" sz="2400" kern="1200" dirty="0"/>
            <a:t>Sufficient explanations and context</a:t>
          </a:r>
        </a:p>
      </dsp:txBody>
      <dsp:txXfrm rot="-5400000">
        <a:off x="1312074" y="115990"/>
        <a:ext cx="5022330" cy="1127857"/>
      </dsp:txXfrm>
    </dsp:sp>
    <dsp:sp modelId="{B70AABFF-2850-4083-887E-E9CDDF6EC938}">
      <dsp:nvSpPr>
        <dsp:cNvPr id="0" name=""/>
        <dsp:cNvSpPr/>
      </dsp:nvSpPr>
      <dsp:spPr>
        <a:xfrm rot="5400000">
          <a:off x="-288435" y="2355945"/>
          <a:ext cx="1922900" cy="1346030"/>
        </a:xfrm>
        <a:prstGeom prst="chevron">
          <a:avLst/>
        </a:prstGeom>
        <a:solidFill>
          <a:schemeClr val="tx1"/>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First Nations Ownership</a:t>
          </a:r>
        </a:p>
      </dsp:txBody>
      <dsp:txXfrm rot="-5400000">
        <a:off x="0" y="2740525"/>
        <a:ext cx="1346030" cy="576870"/>
      </dsp:txXfrm>
    </dsp:sp>
    <dsp:sp modelId="{16B12138-6584-4F79-B017-07E21EC771D5}">
      <dsp:nvSpPr>
        <dsp:cNvPr id="0" name=""/>
        <dsp:cNvSpPr/>
      </dsp:nvSpPr>
      <dsp:spPr>
        <a:xfrm rot="5400000">
          <a:off x="3001708" y="150780"/>
          <a:ext cx="1771987" cy="5083344"/>
        </a:xfrm>
        <a:prstGeom prst="round2SameRect">
          <a:avLst/>
        </a:prstGeom>
        <a:solidFill>
          <a:schemeClr val="lt1">
            <a:alpha val="90000"/>
            <a:hueOff val="0"/>
            <a:satOff val="0"/>
            <a:lumOff val="0"/>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Specifying that any data created by First Nations organizations is owned by them</a:t>
          </a:r>
        </a:p>
        <a:p>
          <a:pPr marL="228600" lvl="1" indent="-228600" algn="l" defTabSz="889000">
            <a:lnSpc>
              <a:spcPct val="90000"/>
            </a:lnSpc>
            <a:spcBef>
              <a:spcPct val="0"/>
            </a:spcBef>
            <a:spcAft>
              <a:spcPct val="15000"/>
            </a:spcAft>
            <a:buChar char="•"/>
          </a:pPr>
          <a:r>
            <a:rPr lang="en-US" sz="2000" kern="1200" dirty="0"/>
            <a:t>Specifying that First Nations organizations who created and provided the data will be given opportunities to comment on and view the analysis</a:t>
          </a:r>
        </a:p>
      </dsp:txBody>
      <dsp:txXfrm rot="-5400000">
        <a:off x="1346030" y="1892960"/>
        <a:ext cx="4996843" cy="1598985"/>
      </dsp:txXfrm>
    </dsp:sp>
    <dsp:sp modelId="{0AD40127-D3D3-4CD3-A005-9CFA9D3F04C3}">
      <dsp:nvSpPr>
        <dsp:cNvPr id="0" name=""/>
        <dsp:cNvSpPr/>
      </dsp:nvSpPr>
      <dsp:spPr>
        <a:xfrm rot="5400000">
          <a:off x="-288435" y="4319628"/>
          <a:ext cx="1922900" cy="1346030"/>
        </a:xfrm>
        <a:prstGeom prst="chevron">
          <a:avLst/>
        </a:prstGeom>
        <a:solidFill>
          <a:srgbClr val="FFC000"/>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Clear research data management</a:t>
          </a:r>
        </a:p>
      </dsp:txBody>
      <dsp:txXfrm rot="-5400000">
        <a:off x="0" y="4704208"/>
        <a:ext cx="1346030" cy="576870"/>
      </dsp:txXfrm>
    </dsp:sp>
    <dsp:sp modelId="{02131767-65DB-4CDA-BF1B-41BA4E1F260F}">
      <dsp:nvSpPr>
        <dsp:cNvPr id="0" name=""/>
        <dsp:cNvSpPr/>
      </dsp:nvSpPr>
      <dsp:spPr>
        <a:xfrm rot="5400000">
          <a:off x="3050560" y="2114463"/>
          <a:ext cx="1674283" cy="5083344"/>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We specify how the data will be stored and what security measures are in place</a:t>
          </a:r>
        </a:p>
        <a:p>
          <a:pPr marL="228600" lvl="1" indent="-228600" algn="l" defTabSz="889000">
            <a:lnSpc>
              <a:spcPct val="90000"/>
            </a:lnSpc>
            <a:spcBef>
              <a:spcPct val="0"/>
            </a:spcBef>
            <a:spcAft>
              <a:spcPct val="15000"/>
            </a:spcAft>
            <a:buChar char="•"/>
          </a:pPr>
          <a:r>
            <a:rPr lang="en-US" sz="2000" kern="1200" dirty="0"/>
            <a:t>How data will be used</a:t>
          </a:r>
        </a:p>
        <a:p>
          <a:pPr marL="228600" lvl="1" indent="-228600" algn="l" defTabSz="889000">
            <a:lnSpc>
              <a:spcPct val="90000"/>
            </a:lnSpc>
            <a:spcBef>
              <a:spcPct val="0"/>
            </a:spcBef>
            <a:spcAft>
              <a:spcPct val="15000"/>
            </a:spcAft>
            <a:buChar char="•"/>
          </a:pPr>
          <a:r>
            <a:rPr lang="en-US" sz="2000" kern="1200" dirty="0"/>
            <a:t>What the measures are after the project is complete</a:t>
          </a:r>
        </a:p>
      </dsp:txBody>
      <dsp:txXfrm rot="-5400000">
        <a:off x="1346030" y="3900725"/>
        <a:ext cx="5001612" cy="1510819"/>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endParaRPr lang="en-CA"/>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a:lvl1pPr>
          </a:lstStyle>
          <a:p>
            <a:fld id="{9EB6DF31-6C3F-4844-B1AC-DC39840B2FBC}" type="datetimeFigureOut">
              <a:rPr lang="en-CA" smtClean="0"/>
              <a:t>2025-10-28</a:t>
            </a:fld>
            <a:endParaRPr lang="en-CA"/>
          </a:p>
        </p:txBody>
      </p:sp>
      <p:sp>
        <p:nvSpPr>
          <p:cNvPr id="4" name="Slide Image Placeholder 3"/>
          <p:cNvSpPr>
            <a:spLocks noGrp="1" noRot="1" noChangeAspect="1"/>
          </p:cNvSpPr>
          <p:nvPr>
            <p:ph type="sldImg" idx="2"/>
          </p:nvPr>
        </p:nvSpPr>
        <p:spPr>
          <a:xfrm>
            <a:off x="706438" y="1155700"/>
            <a:ext cx="5541962" cy="3117850"/>
          </a:xfrm>
          <a:prstGeom prst="rect">
            <a:avLst/>
          </a:prstGeom>
          <a:noFill/>
          <a:ln w="12700">
            <a:solidFill>
              <a:prstClr val="black"/>
            </a:solidFill>
          </a:ln>
        </p:spPr>
        <p:txBody>
          <a:bodyPr vert="horz" lIns="92546" tIns="46273" rIns="92546" bIns="46273" rtlCol="0" anchor="ctr"/>
          <a:lstStyle/>
          <a:p>
            <a:endParaRPr lang="en-CA"/>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a:lvl1pPr>
          </a:lstStyle>
          <a:p>
            <a:endParaRPr lang="en-CA"/>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a:lvl1pPr>
          </a:lstStyle>
          <a:p>
            <a:fld id="{A4B10040-1C1E-4C76-8553-30D176E4E9E4}" type="slidenum">
              <a:rPr lang="en-CA" smtClean="0"/>
              <a:t>‹#›</a:t>
            </a:fld>
            <a:endParaRPr lang="en-CA"/>
          </a:p>
        </p:txBody>
      </p:sp>
    </p:spTree>
    <p:extLst>
      <p:ext uri="{BB962C8B-B14F-4D97-AF65-F5344CB8AC3E}">
        <p14:creationId xmlns:p14="http://schemas.microsoft.com/office/powerpoint/2010/main" val="462981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 am very happy to be here with you in Treaty One territory and the homeland of the Metis, Quite personal for me to be here with you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Introduce self  the Birds, </a:t>
            </a:r>
            <a:r>
              <a:rPr lang="en-US" dirty="0" err="1"/>
              <a:t>Cromarties</a:t>
            </a:r>
            <a:r>
              <a:rPr lang="en-US" dirty="0"/>
              <a:t>, Houries, and Sutherlands. My mother’s fathers family. Took scrip and left St. Andrews for Birch Hills </a:t>
            </a:r>
            <a:r>
              <a:rPr lang="en-US" dirty="0" err="1"/>
              <a:t>Sask</a:t>
            </a:r>
            <a:r>
              <a:rPr lang="en-US" dirty="0"/>
              <a:t>, and eventually Northern Alberta.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3A4964AD-B3F1-451F-BDBE-D62504A04457}" type="slidenum">
              <a:rPr lang="en-CA" smtClean="0"/>
              <a:t>1</a:t>
            </a:fld>
            <a:endParaRPr lang="en-CA"/>
          </a:p>
        </p:txBody>
      </p:sp>
    </p:spTree>
    <p:extLst>
      <p:ext uri="{BB962C8B-B14F-4D97-AF65-F5344CB8AC3E}">
        <p14:creationId xmlns:p14="http://schemas.microsoft.com/office/powerpoint/2010/main" val="3477457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a:t>Incorporated in 2010</a:t>
            </a:r>
          </a:p>
          <a:p>
            <a:r>
              <a:rPr lang="en-US"/>
              <a:t>Technical, apolitical not for profit, called for by AFN resolution in 2009.</a:t>
            </a:r>
          </a:p>
          <a:p>
            <a:r>
              <a:rPr lang="en-US"/>
              <a:t>Comprised of ten regional member organizations</a:t>
            </a:r>
          </a:p>
          <a:p>
            <a:endParaRPr lang="en-CA"/>
          </a:p>
          <a:p>
            <a:r>
              <a:rPr lang="en-CA"/>
              <a:t>Three broad categories of work – E and T and capacity building, research and the national surveys. The work my team focuses on is in bold.</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8C1628-F5B6-417B-A29E-E584936A6235}" type="slidenum">
              <a:rPr kumimoji="0" lang="en-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0229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First Nations data is any data about First Nations, from First Nations, and about or derived from First Nations territories, lands and waters</a:t>
            </a:r>
          </a:p>
          <a:p>
            <a:endParaRPr lang="en-CA" dirty="0"/>
          </a:p>
          <a:p>
            <a:r>
              <a:rPr lang="en-CA" dirty="0"/>
              <a:t>So think about that for a moment. </a:t>
            </a:r>
          </a:p>
          <a:p>
            <a:endParaRPr lang="en-CA" dirty="0"/>
          </a:p>
          <a:p>
            <a:r>
              <a:rPr lang="en-CA" dirty="0"/>
              <a:t>That’s a lot. It might be better to ask what doesn’t that cover.</a:t>
            </a:r>
          </a:p>
          <a:p>
            <a:endParaRPr lang="en-CA" dirty="0"/>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8C1628-F5B6-417B-A29E-E584936A6235}"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1402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people’s data and information are a people’s collective resource</a:t>
            </a:r>
          </a:p>
          <a:p>
            <a:endParaRPr lang="en-US" dirty="0"/>
          </a:p>
          <a:p>
            <a:r>
              <a:rPr lang="en-US" dirty="0"/>
              <a:t>First Nations, as sovereign nations and rights holders, have an inherent right to govern their peoples, lands, and resources.  </a:t>
            </a:r>
          </a:p>
          <a:p>
            <a:r>
              <a:rPr lang="en-US" dirty="0"/>
              <a:t>These rights are confirmed in Section 35 of the Canadian Constitution, Section 25 of the Canadian Charter of Human Rights, and the UN Declaration on the Rights of Indigenous Peoples (UNDRIP)</a:t>
            </a:r>
          </a:p>
          <a:p>
            <a:endParaRPr lang="en-US" dirty="0"/>
          </a:p>
          <a:p>
            <a:r>
              <a:rPr lang="en-US" dirty="0"/>
              <a:t>These rights are operationalized by the right of a First Nation to exercise authority over its data &amp; information.</a:t>
            </a:r>
          </a:p>
          <a:p>
            <a:endParaRPr lang="en-US" dirty="0"/>
          </a:p>
          <a:p>
            <a:r>
              <a:rPr lang="en-US" dirty="0"/>
              <a:t>First Nations data sovereignty means First Nations data is governed by First Nations laws, protocols, and policies.</a:t>
            </a:r>
          </a:p>
          <a:p>
            <a:endParaRPr lang="en-US" dirty="0"/>
          </a:p>
          <a:p>
            <a:r>
              <a:rPr lang="en-US" dirty="0"/>
              <a:t>These laws, protocols, and policies are determined by rights-holding First Nations governments acknowledged by their people. </a:t>
            </a:r>
          </a:p>
          <a:p>
            <a:endParaRPr lang="en-US" dirty="0"/>
          </a:p>
          <a:p>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3A673C-3A07-44D7-8B39-1B8B64AAA1E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1932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declaration recognizes and reaffirms “that [I]</a:t>
            </a:r>
            <a:r>
              <a:rPr lang="en-US" err="1"/>
              <a:t>ndigenous</a:t>
            </a:r>
            <a:r>
              <a:rPr lang="en-US"/>
              <a:t> individuals are entitled without discrimination to all human rights recognized in international law, and that [I]</a:t>
            </a:r>
            <a:r>
              <a:rPr lang="en-US" err="1"/>
              <a:t>ndigenous</a:t>
            </a:r>
            <a:r>
              <a:rPr lang="en-US"/>
              <a:t> peoples possess </a:t>
            </a:r>
            <a:r>
              <a:rPr lang="en-US" b="1"/>
              <a:t>collective rights </a:t>
            </a:r>
            <a:r>
              <a:rPr lang="en-US"/>
              <a:t>that are indispensable for their existence, well-being and integral development as peoples”.</a:t>
            </a:r>
            <a:endParaRPr lang="en-CA"/>
          </a:p>
          <a:p>
            <a:endParaRPr lang="en-CA"/>
          </a:p>
          <a:p>
            <a:endParaRPr lang="en-CA"/>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3A673C-3A07-44D7-8B39-1B8B64AAA1E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8425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10"/>
              </a:spcAft>
            </a:pPr>
            <a:r>
              <a:rPr lang="en-CA" sz="1800" kern="100" dirty="0">
                <a:latin typeface="Calibri" panose="020F0502020204030204" pitchFamily="34" charset="0"/>
                <a:ea typeface="Calibri" panose="020F0502020204030204" pitchFamily="34" charset="0"/>
                <a:cs typeface="Times New Roman" panose="02020603050405020304" pitchFamily="18" charset="0"/>
              </a:rPr>
              <a:t>The principles were developed by First Nations and allied leaders, health data workers, researchers, and community members – they are owned by all First Nations. </a:t>
            </a:r>
          </a:p>
          <a:p>
            <a:pPr>
              <a:lnSpc>
                <a:spcPct val="107000"/>
              </a:lnSpc>
              <a:spcAft>
                <a:spcPts val="810"/>
              </a:spcAft>
            </a:pPr>
            <a:endParaRPr lang="en-CA" sz="18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10"/>
              </a:spcAft>
            </a:pPr>
            <a:r>
              <a:rPr lang="en-CA" sz="1800" kern="100" dirty="0">
                <a:latin typeface="Calibri" panose="020F0502020204030204" pitchFamily="34" charset="0"/>
                <a:ea typeface="Calibri" panose="020F0502020204030204" pitchFamily="34" charset="0"/>
                <a:cs typeface="Times New Roman" panose="02020603050405020304" pitchFamily="18" charset="0"/>
              </a:rPr>
              <a:t>As the national steering committee that developed the OCA and then OCAP acronym became the First Nations Information Governance Centre in 2010, we were entrusted with the stewardship of the principles.</a:t>
            </a:r>
          </a:p>
          <a:p>
            <a:endParaRPr lang="en-CA" dirty="0"/>
          </a:p>
        </p:txBody>
      </p:sp>
      <p:sp>
        <p:nvSpPr>
          <p:cNvPr id="4" name="Slide Number Placeholder 3"/>
          <p:cNvSpPr>
            <a:spLocks noGrp="1"/>
          </p:cNvSpPr>
          <p:nvPr>
            <p:ph type="sldNum" sz="quarter" idx="5"/>
          </p:nvPr>
        </p:nvSpPr>
        <p:spPr/>
        <p:txBody>
          <a:bodyPr/>
          <a:lstStyle/>
          <a:p>
            <a:fld id="{C28C1628-F5B6-417B-A29E-E584936A6235}" type="slidenum">
              <a:rPr lang="en-CA" smtClean="0"/>
              <a:t>6</a:t>
            </a:fld>
            <a:endParaRPr lang="en-CA"/>
          </a:p>
        </p:txBody>
      </p:sp>
    </p:spTree>
    <p:extLst>
      <p:ext uri="{BB962C8B-B14F-4D97-AF65-F5344CB8AC3E}">
        <p14:creationId xmlns:p14="http://schemas.microsoft.com/office/powerpoint/2010/main" val="2319701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2675" y="661988"/>
            <a:ext cx="4418013" cy="2484437"/>
          </a:xfrm>
        </p:spPr>
      </p:sp>
      <p:sp>
        <p:nvSpPr>
          <p:cNvPr id="3" name="Notes Placeholder 2"/>
          <p:cNvSpPr>
            <a:spLocks noGrp="1"/>
          </p:cNvSpPr>
          <p:nvPr>
            <p:ph type="body" idx="1"/>
          </p:nvPr>
        </p:nvSpPr>
        <p:spPr/>
        <p:txBody>
          <a:bodyPr/>
          <a:lstStyle/>
          <a:p>
            <a:pPr>
              <a:lnSpc>
                <a:spcPct val="100000"/>
              </a:lnSpc>
              <a:spcBef>
                <a:spcPts val="0"/>
              </a:spcBef>
              <a:spcAft>
                <a:spcPts val="1350"/>
              </a:spcAft>
            </a:pPr>
            <a:r>
              <a:rPr lang="en-US" sz="1200" dirty="0"/>
              <a:t>OWNERSHIP:</a:t>
            </a:r>
          </a:p>
          <a:p>
            <a:pPr>
              <a:lnSpc>
                <a:spcPct val="100000"/>
              </a:lnSpc>
              <a:spcBef>
                <a:spcPts val="0"/>
              </a:spcBef>
              <a:spcAft>
                <a:spcPts val="1350"/>
              </a:spcAft>
            </a:pPr>
            <a:endParaRPr lang="en-US" sz="1200" dirty="0"/>
          </a:p>
          <a:p>
            <a:pPr>
              <a:lnSpc>
                <a:spcPct val="100000"/>
              </a:lnSpc>
              <a:spcBef>
                <a:spcPts val="0"/>
              </a:spcBef>
              <a:spcAft>
                <a:spcPts val="1350"/>
              </a:spcAft>
            </a:pPr>
            <a:r>
              <a:rPr lang="en-US" sz="1200" dirty="0"/>
              <a:t>First Nations are the rightful owners of their data regardless of where the data is housed/held. </a:t>
            </a:r>
          </a:p>
          <a:p>
            <a:pPr>
              <a:lnSpc>
                <a:spcPct val="100000"/>
              </a:lnSpc>
              <a:spcBef>
                <a:spcPts val="0"/>
              </a:spcBef>
              <a:spcAft>
                <a:spcPts val="1350"/>
              </a:spcAft>
            </a:pPr>
            <a:endParaRPr lang="en-US" sz="1200" dirty="0"/>
          </a:p>
          <a:p>
            <a:pPr>
              <a:lnSpc>
                <a:spcPct val="100000"/>
              </a:lnSpc>
              <a:spcBef>
                <a:spcPts val="0"/>
              </a:spcBef>
              <a:spcAft>
                <a:spcPts val="1350"/>
              </a:spcAft>
            </a:pPr>
            <a:r>
              <a:rPr lang="en-US" sz="1200" dirty="0"/>
              <a:t>In the most fundamental sense, collective ownership over data allows First Nations to take ownership over their own identity, and not allowing others to define who they are. </a:t>
            </a:r>
          </a:p>
          <a:p>
            <a:pPr>
              <a:lnSpc>
                <a:spcPct val="100000"/>
              </a:lnSpc>
              <a:spcBef>
                <a:spcPts val="0"/>
              </a:spcBef>
              <a:spcAft>
                <a:spcPts val="1350"/>
              </a:spcAft>
            </a:pPr>
            <a:endParaRPr lang="en-US" sz="1200" dirty="0"/>
          </a:p>
          <a:p>
            <a:pPr>
              <a:lnSpc>
                <a:spcPct val="100000"/>
              </a:lnSpc>
              <a:spcBef>
                <a:spcPts val="0"/>
              </a:spcBef>
              <a:spcAft>
                <a:spcPts val="1350"/>
              </a:spcAft>
            </a:pPr>
            <a:endParaRPr lang="en-CA" sz="1400" dirty="0"/>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E607FC34-7821-46CB-A885-A03AE76A764C}" type="slidenum">
              <a:rPr kumimoji="0" lang="en-CA" sz="1200" b="0" i="0" u="none" strike="noStrike" kern="1200" cap="none" spc="0" normalizeH="0" baseline="0" noProof="0">
                <a:ln>
                  <a:noFill/>
                </a:ln>
                <a:solidFill>
                  <a:prstClr val="black"/>
                </a:solidFill>
                <a:effectLst/>
                <a:uLnTx/>
                <a:uFillTx/>
                <a:latin typeface="Calibri"/>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25152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2675" y="661988"/>
            <a:ext cx="4418013" cy="2484437"/>
          </a:xfrm>
        </p:spPr>
      </p:sp>
      <p:sp>
        <p:nvSpPr>
          <p:cNvPr id="3" name="Notes Placeholder 2"/>
          <p:cNvSpPr>
            <a:spLocks noGrp="1"/>
          </p:cNvSpPr>
          <p:nvPr>
            <p:ph type="body" idx="1"/>
          </p:nvPr>
        </p:nvSpPr>
        <p:spPr/>
        <p:txBody>
          <a:bodyPr/>
          <a:lstStyle/>
          <a:p>
            <a:r>
              <a:rPr lang="en-US" dirty="0"/>
              <a:t>CONTROL:</a:t>
            </a:r>
          </a:p>
          <a:p>
            <a:endParaRPr lang="en-US" dirty="0"/>
          </a:p>
          <a:p>
            <a:r>
              <a:rPr lang="en-US" dirty="0"/>
              <a:t>First Nations control what data is collected in their communities, how it is collected and by whom, where it is held, and how it will be disposed of.</a:t>
            </a:r>
          </a:p>
          <a:p>
            <a:endParaRPr lang="en-US" dirty="0"/>
          </a:p>
          <a:p>
            <a:r>
              <a:rPr lang="en-US" dirty="0"/>
              <a:t>A key point to remember is that control extends to all elements of the data collection and management process, whether for research or governance, including setting the agenda, deciding what standards will be used to measure good outcomes, and how and where the data will be preserved.</a:t>
            </a:r>
          </a:p>
          <a:p>
            <a:endParaRPr lang="en-CA" dirty="0"/>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E607FC34-7821-46CB-A885-A03AE76A764C}" type="slidenum">
              <a:rPr kumimoji="0" lang="en-CA" sz="1200" b="0" i="0" u="none" strike="noStrike" kern="1200" cap="none" spc="0" normalizeH="0" baseline="0" noProof="0">
                <a:ln>
                  <a:noFill/>
                </a:ln>
                <a:solidFill>
                  <a:prstClr val="black"/>
                </a:solidFill>
                <a:effectLst/>
                <a:uLnTx/>
                <a:uFillTx/>
                <a:latin typeface="Calibri"/>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8</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5137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ACCESS:</a:t>
            </a:r>
          </a:p>
          <a:p>
            <a:endParaRPr lang="en-US"/>
          </a:p>
          <a:p>
            <a:r>
              <a:rPr lang="en-US"/>
              <a:t>First Nations must have access to their data and information resources no matter where they are located (physically or jurisdictionally) and determine who else can access it and under what circumstances — now and in the future.</a:t>
            </a: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8D2766-C49B-4C1A-9FEE-6F146754B0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352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2675" y="661988"/>
            <a:ext cx="4418013" cy="2484437"/>
          </a:xfrm>
        </p:spPr>
      </p:sp>
      <p:sp>
        <p:nvSpPr>
          <p:cNvPr id="3" name="Notes Placeholder 2"/>
          <p:cNvSpPr>
            <a:spLocks noGrp="1"/>
          </p:cNvSpPr>
          <p:nvPr>
            <p:ph type="body" idx="1"/>
          </p:nvPr>
        </p:nvSpPr>
        <p:spPr/>
        <p:txBody>
          <a:bodyPr/>
          <a:lstStyle/>
          <a:p>
            <a:r>
              <a:rPr lang="en-US"/>
              <a:t>POSSESSION:</a:t>
            </a:r>
          </a:p>
          <a:p>
            <a:endParaRPr lang="en-US"/>
          </a:p>
          <a:p>
            <a:r>
              <a:rPr lang="en-US"/>
              <a:t>First Nations must be able to bring any data or information resources collected by them or about them into their jurisdiction, whether by possession within their territory or by exercising their jurisdiction through other means.</a:t>
            </a:r>
          </a:p>
          <a:p>
            <a:endParaRPr lang="en-US"/>
          </a:p>
          <a:p>
            <a:r>
              <a:rPr lang="en-US"/>
              <a:t>Even in the digital era, the bundle of rights and capacities associated with “possession” remain important to realizing data sovereignty.</a:t>
            </a:r>
          </a:p>
          <a:p>
            <a:endParaRPr lang="en-CA"/>
          </a:p>
        </p:txBody>
      </p:sp>
      <p:sp>
        <p:nvSpPr>
          <p:cNvPr id="4" name="Slide Number Placeholder 3"/>
          <p:cNvSpPr>
            <a:spLocks noGrp="1"/>
          </p:cNvSpPr>
          <p:nvPr>
            <p:ph type="sldNum" sz="quarter" idx="10"/>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E607FC34-7821-46CB-A885-A03AE76A764C}" type="slidenum">
              <a:rPr kumimoji="0" lang="en-CA" sz="1200" b="0" i="0" u="none" strike="noStrike" kern="1200" cap="none" spc="0" normalizeH="0" baseline="0" noProof="0">
                <a:ln>
                  <a:noFill/>
                </a:ln>
                <a:solidFill>
                  <a:prstClr val="black"/>
                </a:solidFill>
                <a:effectLst/>
                <a:uLnTx/>
                <a:uFillTx/>
                <a:latin typeface="Calibri"/>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10</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78441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b="1" dirty="0"/>
              <a:t>Other jurisdictions can be in law – like asserting traditional law to protect cultural knowledge and practices. All of this applies to both historical and contemporary data that is in physical or digital form.</a:t>
            </a:r>
          </a:p>
          <a:p>
            <a:endParaRPr lang="en-US" dirty="0"/>
          </a:p>
          <a:p>
            <a:r>
              <a:rPr lang="en-US" dirty="0"/>
              <a:t>Asserting OCAP can happen in different ways, but as we know, principles without tangible examples are not practically useful. We believe that each First Nation should assert OCAP in the ways that make the most sense to them, their unique needs, </a:t>
            </a:r>
            <a:r>
              <a:rPr lang="en-CA" dirty="0"/>
              <a:t>we keep threads in both how people apply OCAP and how they relate to it. It can be a framework, a tool in your tool box, or anything that you can find useful in asserting your rights along with other relevant frameworks to your community or organization. </a:t>
            </a:r>
          </a:p>
          <a:p>
            <a:endParaRPr lang="en-CA" dirty="0"/>
          </a:p>
          <a:p>
            <a:r>
              <a:rPr lang="en-CA" dirty="0"/>
              <a:t>Emphasis that there is no certification in OCAP.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7AA1DB-59F5-46F8-B6A0-78F7A50F29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3297344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A4B10040-1C1E-4C76-8553-30D176E4E9E4}" type="slidenum">
              <a:rPr lang="en-CA" smtClean="0"/>
              <a:t>12</a:t>
            </a:fld>
            <a:endParaRPr lang="en-CA"/>
          </a:p>
        </p:txBody>
      </p:sp>
    </p:spTree>
    <p:extLst>
      <p:ext uri="{BB962C8B-B14F-4D97-AF65-F5344CB8AC3E}">
        <p14:creationId xmlns:p14="http://schemas.microsoft.com/office/powerpoint/2010/main" val="783176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A4B10040-1C1E-4C76-8553-30D176E4E9E4}" type="slidenum">
              <a:rPr lang="en-CA" smtClean="0"/>
              <a:t>13</a:t>
            </a:fld>
            <a:endParaRPr lang="en-CA"/>
          </a:p>
        </p:txBody>
      </p:sp>
    </p:spTree>
    <p:extLst>
      <p:ext uri="{BB962C8B-B14F-4D97-AF65-F5344CB8AC3E}">
        <p14:creationId xmlns:p14="http://schemas.microsoft.com/office/powerpoint/2010/main" val="397142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76B87-5FE0-1F16-A939-0DECC7607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37555-AD51-4199-8073-6F6750DD4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8E57B-199B-CD9E-8607-4936512AB0E1}"/>
              </a:ext>
            </a:extLst>
          </p:cNvPr>
          <p:cNvSpPr>
            <a:spLocks noGrp="1"/>
          </p:cNvSpPr>
          <p:nvPr>
            <p:ph type="body" idx="1"/>
          </p:nvPr>
        </p:nvSpPr>
        <p:spPr/>
        <p:txBody>
          <a:bodyPr/>
          <a:lstStyle/>
          <a:p>
            <a:r>
              <a:rPr lang="en-US" dirty="0"/>
              <a:t>OCAP® was established in 1998 during a meeting of the National Steering Committee (NSC) of the First Nations and Inuit Regional Longitudinal Health Survey, a precursor to the First Nations Regional Health Survey (FNRHS, or RHS). Originally, OCAP® began as “OCA” with the members of the NSC affixing a “P” soon after to acknowledge the importance of First Nations’ people possessing their own data.</a:t>
            </a:r>
          </a:p>
          <a:p>
            <a:endParaRPr lang="en-CA" dirty="0"/>
          </a:p>
        </p:txBody>
      </p:sp>
      <p:sp>
        <p:nvSpPr>
          <p:cNvPr id="4" name="Slide Number Placeholder 3">
            <a:extLst>
              <a:ext uri="{FF2B5EF4-FFF2-40B4-BE49-F238E27FC236}">
                <a16:creationId xmlns:a16="http://schemas.microsoft.com/office/drawing/2014/main" id="{EB31B8D6-4AF3-B3AC-4F6F-98B98629E6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0040-1C1E-4C76-8553-30D176E4E9E4}"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271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CARE principles in full:</a:t>
            </a:r>
          </a:p>
          <a:p>
            <a:r>
              <a:rPr lang="en-US" dirty="0"/>
              <a:t>Collective Benefit: Data ecosystems shall be designed and function in ways that enable Indigenous Peoples to derive benefit from the data.</a:t>
            </a:r>
          </a:p>
          <a:p>
            <a:r>
              <a:rPr lang="en-US" dirty="0"/>
              <a:t>Authority to Control: Indigenous Peoples’ rights and interests in Indigenous data must be </a:t>
            </a:r>
            <a:r>
              <a:rPr lang="en-US" dirty="0" err="1"/>
              <a:t>recognised</a:t>
            </a:r>
            <a:r>
              <a:rPr lang="en-US" dirty="0"/>
              <a:t> and their authority to control such data be empowered. </a:t>
            </a:r>
          </a:p>
          <a:p>
            <a:r>
              <a:rPr lang="en-US" dirty="0"/>
              <a:t>Responsibility: Those working with Indigenous data have a responsibility to share how those data are used to support Indigenous Peoples’ self determination and collective benefit. </a:t>
            </a:r>
          </a:p>
          <a:p>
            <a:r>
              <a:rPr lang="en-US" dirty="0"/>
              <a:t>Ethics: Indigenous Peoples’ rights and wellbeing should be the primary concern at all stages of the data life cycle and across the data ecosystem.</a:t>
            </a:r>
          </a:p>
          <a:p>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8C1628-F5B6-417B-A29E-E584936A6235}"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9135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2675" y="661988"/>
            <a:ext cx="4418013" cy="2484437"/>
          </a:xfrm>
        </p:spPr>
      </p:sp>
      <p:sp>
        <p:nvSpPr>
          <p:cNvPr id="3" name="Notes Placeholder 2"/>
          <p:cNvSpPr>
            <a:spLocks noGrp="1"/>
          </p:cNvSpPr>
          <p:nvPr>
            <p:ph type="body" idx="1"/>
          </p:nvPr>
        </p:nvSpPr>
        <p:spPr/>
        <p:txBody>
          <a:bodyPr/>
          <a:lstStyle/>
          <a:p>
            <a:pPr defTabSz="1021806">
              <a:defRPr/>
            </a:pPr>
            <a:endParaRPr lang="en-C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3C8729-C564-4EEF-915A-0800618D6057}"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6358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633C2-ECCF-1D04-2803-FABAC4865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6F25D-CD19-99BD-A776-920A1E616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5D736-0594-A558-ED68-9CFBA24BEDE2}"/>
              </a:ext>
            </a:extLst>
          </p:cNvPr>
          <p:cNvSpPr>
            <a:spLocks noGrp="1"/>
          </p:cNvSpPr>
          <p:nvPr>
            <p:ph type="body" idx="1"/>
          </p:nvPr>
        </p:nvSpPr>
        <p:spPr/>
        <p:txBody>
          <a:bodyPr/>
          <a:lstStyle/>
          <a:p>
            <a:r>
              <a:rPr lang="en-US"/>
              <a:t>At universities and research institutions there are also Intellectual Property, commercialization, funding, and other policies related to research that cross many legal, ethical, and First Nations jurisdictional lines. </a:t>
            </a:r>
          </a:p>
          <a:p>
            <a:endParaRPr lang="en-US"/>
          </a:p>
          <a:p>
            <a:r>
              <a:rPr lang="en-US"/>
              <a:t>This is on top of other functions of research institutions, like education and maintaining administrative data, which come with their own information governance and data sovereignty challenges and opportunities. </a:t>
            </a:r>
          </a:p>
          <a:p>
            <a:endParaRPr lang="en-US"/>
          </a:p>
          <a:p>
            <a:r>
              <a:rPr lang="en-US"/>
              <a:t>Imagine the structural and epistemological challenges First Nations face when forced to assert control over their collective information resources in each of these often siloed contexts.</a:t>
            </a:r>
          </a:p>
          <a:p>
            <a:endParaRPr lang="en-US"/>
          </a:p>
          <a:p>
            <a:endParaRPr lang="en-CA"/>
          </a:p>
        </p:txBody>
      </p:sp>
      <p:sp>
        <p:nvSpPr>
          <p:cNvPr id="4" name="Slide Number Placeholder 3">
            <a:extLst>
              <a:ext uri="{FF2B5EF4-FFF2-40B4-BE49-F238E27FC236}">
                <a16:creationId xmlns:a16="http://schemas.microsoft.com/office/drawing/2014/main" id="{2A8AF080-E2F6-714C-BBED-042585A2D2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8C1628-F5B6-417B-A29E-E584936A6235}"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433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discuss research data, and research data management, let’s expand on what constitutes data. Data as a concept can be confusing, especially since we do not want to further the </a:t>
            </a:r>
            <a:r>
              <a:rPr lang="en-US" dirty="0" err="1"/>
              <a:t>datafication</a:t>
            </a:r>
            <a:r>
              <a:rPr lang="en-US" dirty="0"/>
              <a:t> traditional knowledge. However, when data is defined as facts, measurements, recordings, records, or observations collected by researchers and others, with a minimum of contextual interpretation. And that data may be in any format or medium such as text, numbers, symbols, images, and films, it might encompass traditional knowledge. This means, that these items should be protected with unique considerations in the research data management process. Research data is the data that collected from research materials such as data that describes an animal’s </a:t>
            </a:r>
            <a:r>
              <a:rPr lang="en-US" dirty="0" err="1"/>
              <a:t>behaviour</a:t>
            </a:r>
            <a:r>
              <a:rPr lang="en-US" dirty="0"/>
              <a:t> under certain conditions, or an analysis of the ideas captured within archival documents – not just the documents themselves, which would be classified as research materials. Research Materials are the objects of study such as a human or ecological bio-sample, documents from an archive, or a run of salmon. Managing this data across a research project can be challenging depending on the situations. </a:t>
            </a:r>
            <a:r>
              <a:rPr lang="en-US" b="1" dirty="0"/>
              <a:t>In the bigger picture, the creation of “data” from “research materials” always involves the removal of vital context from that information. </a:t>
            </a:r>
            <a:r>
              <a:rPr lang="en-US" dirty="0"/>
              <a:t>That is why we are exploring the needs of First Nations through the complexities of research data management to better understand what lessons and tools communities and governments can use to protect their data. </a:t>
            </a:r>
          </a:p>
          <a:p>
            <a:endParaRPr lang="en-US" dirty="0"/>
          </a:p>
          <a:p>
            <a:r>
              <a:rPr lang="en-US" dirty="0"/>
              <a:t>[read slide points]</a:t>
            </a:r>
          </a:p>
          <a:p>
            <a:endParaRPr lang="en-US" dirty="0"/>
          </a:p>
          <a:p>
            <a:r>
              <a:rPr lang="en-US" dirty="0"/>
              <a:t>From a data use perspective effective Research Data Management ensures that data remains usable and accessible over its lifecycle. Research Data Management is concerned with research data including both physical and digital data. However, there is more focus on the digital because contemporary Research Data Management requires the use of digital research infrastructure to track and manage data and some research materials even if the data is itself not digitized. From a data governance perspective, effective Research Data Management ensures that data is being handled in a way that is compliant with the applicable laws and policies, which we will get into next. </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7AA1DB-59F5-46F8-B6A0-78F7A50F29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373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sng" dirty="0">
                <a:solidFill>
                  <a:srgbClr val="D13438"/>
                </a:solidFill>
                <a:effectLst/>
                <a:latin typeface="Aptos" panose="020B0004020202020204" pitchFamily="34" charset="0"/>
              </a:rPr>
              <a:t>RDM is an important subject because it is about the entire lifecycle of data, and if we make the choice – can include particular attention to long-term – intergenerational, perhaps indefinite – governance and care of data.</a:t>
            </a:r>
          </a:p>
          <a:p>
            <a:endParaRPr lang="en-US" sz="1800" b="0" i="0" u="sng" dirty="0">
              <a:solidFill>
                <a:srgbClr val="D13438"/>
              </a:solidFill>
              <a:effectLst/>
              <a:latin typeface="Aptos" panose="020B0004020202020204" pitchFamily="34" charset="0"/>
            </a:endParaRPr>
          </a:p>
          <a:p>
            <a:r>
              <a:rPr lang="en-US" sz="1800" b="0" i="0" dirty="0">
                <a:solidFill>
                  <a:srgbClr val="000000"/>
                </a:solidFill>
                <a:effectLst/>
                <a:latin typeface="Aptos" panose="020B0004020202020204" pitchFamily="34" charset="0"/>
              </a:rPr>
              <a:t>Some First Nations may want to work with universities and colleges – but want to do it in a way that benefits them, increases their own capacity to care for and benefit from their own data, and advances their self-governance and data sovereignty. </a:t>
            </a:r>
          </a:p>
          <a:p>
            <a:endParaRPr lang="en-US" sz="1800" b="0" i="0" dirty="0">
              <a:solidFill>
                <a:srgbClr val="000000"/>
              </a:solidFill>
              <a:effectLst/>
              <a:latin typeface="Aptos" panose="020B0004020202020204" pitchFamily="34" charset="0"/>
            </a:endParaRPr>
          </a:p>
          <a:p>
            <a:pPr algn="l" rtl="0" fontAlgn="base">
              <a:lnSpc>
                <a:spcPts val="1466"/>
              </a:lnSpc>
              <a:spcAft>
                <a:spcPts val="800"/>
              </a:spcAft>
            </a:pPr>
            <a:r>
              <a:rPr lang="en-US" sz="1800" b="0" i="0" dirty="0">
                <a:solidFill>
                  <a:srgbClr val="000000"/>
                </a:solidFill>
                <a:effectLst/>
                <a:latin typeface="Aptos" panose="020B0004020202020204" pitchFamily="34" charset="0"/>
              </a:rPr>
              <a:t>With a small grant from the SSHRC Connections program, we hosted four dialogues over 8 to 9 months last year, to promote respectful critique and frank reflection on current research institution practices, and the opportunities for constructive visioning of First Nations and </a:t>
            </a:r>
            <a:r>
              <a:rPr lang="en-US" sz="1800" b="0" i="0" dirty="0" err="1">
                <a:solidFill>
                  <a:srgbClr val="000000"/>
                </a:solidFill>
                <a:effectLst/>
                <a:latin typeface="Aptos" panose="020B0004020202020204" pitchFamily="34" charset="0"/>
              </a:rPr>
              <a:t>Nunatsiavut</a:t>
            </a:r>
            <a:r>
              <a:rPr lang="en-US" sz="1800" b="0" i="0" dirty="0">
                <a:solidFill>
                  <a:srgbClr val="000000"/>
                </a:solidFill>
                <a:effectLst/>
                <a:latin typeface="Aptos" panose="020B0004020202020204" pitchFamily="34" charset="0"/>
              </a:rPr>
              <a:t> communities’ aspirations and needs for their own data governance and sovereignty. </a:t>
            </a:r>
            <a:endParaRPr lang="en-US" b="0" i="0" dirty="0">
              <a:solidFill>
                <a:srgbClr val="000000"/>
              </a:solidFill>
              <a:effectLst/>
              <a:latin typeface="Aptos" panose="020B0004020202020204" pitchFamily="34" charset="0"/>
            </a:endParaRPr>
          </a:p>
          <a:p>
            <a:pPr algn="l" rtl="0" fontAlgn="base">
              <a:lnSpc>
                <a:spcPts val="1376"/>
              </a:lnSpc>
              <a:spcAft>
                <a:spcPts val="800"/>
              </a:spcAft>
            </a:pPr>
            <a:endParaRPr lang="en-US" sz="1800" b="0" i="0" u="sng" dirty="0">
              <a:solidFill>
                <a:srgbClr val="D13438"/>
              </a:solidFill>
              <a:effectLst/>
              <a:latin typeface="Aptos" panose="020B0004020202020204" pitchFamily="34" charset="0"/>
            </a:endParaRPr>
          </a:p>
          <a:p>
            <a:pPr algn="l" rtl="0" fontAlgn="base">
              <a:lnSpc>
                <a:spcPts val="1376"/>
              </a:lnSpc>
              <a:spcAft>
                <a:spcPts val="800"/>
              </a:spcAft>
            </a:pPr>
            <a:r>
              <a:rPr lang="en-US" sz="1800" b="0" i="0" u="sng" dirty="0">
                <a:solidFill>
                  <a:srgbClr val="D13438"/>
                </a:solidFill>
                <a:effectLst/>
                <a:latin typeface="Aptos" panose="020B0004020202020204" pitchFamily="34" charset="0"/>
              </a:rPr>
              <a:t>The g</a:t>
            </a:r>
            <a:r>
              <a:rPr lang="en-US" sz="1800" b="0" i="0" dirty="0">
                <a:solidFill>
                  <a:srgbClr val="000000"/>
                </a:solidFill>
                <a:effectLst/>
                <a:latin typeface="Aptos" panose="020B0004020202020204" pitchFamily="34" charset="0"/>
              </a:rPr>
              <a:t>oals</a:t>
            </a:r>
            <a:r>
              <a:rPr lang="en-US" sz="1800" b="0" i="0" u="sng" dirty="0">
                <a:solidFill>
                  <a:srgbClr val="D13438"/>
                </a:solidFill>
                <a:effectLst/>
                <a:latin typeface="Aptos" panose="020B0004020202020204" pitchFamily="34" charset="0"/>
              </a:rPr>
              <a:t> we set for ourselves at the outset were</a:t>
            </a:r>
            <a:r>
              <a:rPr lang="en-US" sz="1800" b="0" i="0" dirty="0">
                <a:solidFill>
                  <a:srgbClr val="000000"/>
                </a:solidFill>
                <a:effectLst/>
                <a:latin typeface="Aptos" panose="020B0004020202020204" pitchFamily="34" charset="0"/>
              </a:rPr>
              <a:t>: </a:t>
            </a:r>
            <a:endParaRPr lang="en-US" b="0" i="0" dirty="0">
              <a:solidFill>
                <a:srgbClr val="000000"/>
              </a:solidFill>
              <a:effectLst/>
              <a:latin typeface="Aptos" panose="020B0004020202020204" pitchFamily="34" charset="0"/>
            </a:endParaRPr>
          </a:p>
          <a:p>
            <a:pPr algn="l" rtl="0" fontAlgn="base">
              <a:lnSpc>
                <a:spcPts val="1376"/>
              </a:lnSpc>
              <a:buFont typeface="Arial" panose="020B0604020202020204" pitchFamily="34" charset="0"/>
              <a:buChar char="•"/>
            </a:pPr>
            <a:r>
              <a:rPr lang="en-US" sz="1800" b="0" i="0" dirty="0">
                <a:solidFill>
                  <a:srgbClr val="000000"/>
                </a:solidFill>
                <a:effectLst/>
                <a:latin typeface="Aptos" panose="020B0004020202020204" pitchFamily="34" charset="0"/>
              </a:rPr>
              <a:t>Build stronger relations between First Nations and </a:t>
            </a:r>
            <a:r>
              <a:rPr lang="en-US" sz="1800" b="0" i="0" dirty="0" err="1">
                <a:solidFill>
                  <a:srgbClr val="000000"/>
                </a:solidFill>
                <a:effectLst/>
                <a:latin typeface="Aptos" panose="020B0004020202020204" pitchFamily="34" charset="0"/>
              </a:rPr>
              <a:t>Nunatsiavut</a:t>
            </a:r>
            <a:r>
              <a:rPr lang="en-US" sz="1800" b="0" i="0" dirty="0">
                <a:solidFill>
                  <a:srgbClr val="000000"/>
                </a:solidFill>
                <a:effectLst/>
                <a:latin typeface="Aptos" panose="020B0004020202020204" pitchFamily="34" charset="0"/>
              </a:rPr>
              <a:t> and local universities and colleges.  The main focus was clarity on expectations and transparency on how research institutions work. </a:t>
            </a:r>
          </a:p>
          <a:p>
            <a:pPr algn="l" rtl="0" fontAlgn="base">
              <a:lnSpc>
                <a:spcPts val="1376"/>
              </a:lnSpc>
              <a:buFont typeface="Arial" panose="020B0604020202020204" pitchFamily="34" charset="0"/>
              <a:buChar char="•"/>
            </a:pPr>
            <a:r>
              <a:rPr lang="en-US" sz="1800" b="0" i="0" dirty="0">
                <a:solidFill>
                  <a:srgbClr val="000000"/>
                </a:solidFill>
                <a:effectLst/>
                <a:latin typeface="Aptos" panose="020B0004020202020204" pitchFamily="34" charset="0"/>
              </a:rPr>
              <a:t>Learn about how institutions are thinking about and approaching issues of Indigenous data sovereignty.  </a:t>
            </a:r>
          </a:p>
          <a:p>
            <a:pPr algn="l" rtl="0" fontAlgn="base">
              <a:lnSpc>
                <a:spcPts val="1376"/>
              </a:lnSpc>
              <a:buFont typeface="Arial" panose="020B0604020202020204" pitchFamily="34" charset="0"/>
              <a:buChar char="•"/>
            </a:pPr>
            <a:r>
              <a:rPr lang="en-US" sz="1800" b="0" i="0" dirty="0">
                <a:solidFill>
                  <a:srgbClr val="000000"/>
                </a:solidFill>
                <a:effectLst/>
                <a:latin typeface="Aptos" panose="020B0004020202020204" pitchFamily="34" charset="0"/>
              </a:rPr>
              <a:t>Deepen understanding of Indigenous data sovereignty (IDS) within the context of research data management (RDM) in general.  </a:t>
            </a:r>
          </a:p>
          <a:p>
            <a:pPr algn="l" rtl="0" fontAlgn="base">
              <a:lnSpc>
                <a:spcPts val="1376"/>
              </a:lnSpc>
              <a:buFont typeface="Arial" panose="020B0604020202020204" pitchFamily="34" charset="0"/>
              <a:buChar char="•"/>
            </a:pPr>
            <a:r>
              <a:rPr lang="en-US" sz="1800" b="0" i="0" dirty="0">
                <a:solidFill>
                  <a:srgbClr val="000000"/>
                </a:solidFill>
                <a:effectLst/>
                <a:latin typeface="Aptos" panose="020B0004020202020204" pitchFamily="34" charset="0"/>
              </a:rPr>
              <a:t>Identify ways for universities and colleges to respect First Nations and </a:t>
            </a:r>
            <a:r>
              <a:rPr lang="en-US" sz="1800" b="0" i="0" dirty="0" err="1">
                <a:solidFill>
                  <a:srgbClr val="000000"/>
                </a:solidFill>
                <a:effectLst/>
                <a:latin typeface="Aptos" panose="020B0004020202020204" pitchFamily="34" charset="0"/>
              </a:rPr>
              <a:t>Nunatsiavut</a:t>
            </a:r>
            <a:r>
              <a:rPr lang="en-US" sz="1800" b="0" i="0" dirty="0">
                <a:solidFill>
                  <a:srgbClr val="000000"/>
                </a:solidFill>
                <a:effectLst/>
                <a:latin typeface="Aptos" panose="020B0004020202020204" pitchFamily="34" charset="0"/>
              </a:rPr>
              <a:t> data sovereignty and the principles of OCAP® in research data management in line with each First Nation’s vision and worldview.   </a:t>
            </a:r>
          </a:p>
          <a:p>
            <a:endParaRPr lang="en-US" dirty="0"/>
          </a:p>
        </p:txBody>
      </p:sp>
      <p:sp>
        <p:nvSpPr>
          <p:cNvPr id="4" name="Slide Number Placeholder 3"/>
          <p:cNvSpPr>
            <a:spLocks noGrp="1"/>
          </p:cNvSpPr>
          <p:nvPr>
            <p:ph type="sldNum" sz="quarter" idx="5"/>
          </p:nvPr>
        </p:nvSpPr>
        <p:spPr/>
        <p:txBody>
          <a:bodyPr/>
          <a:lstStyle/>
          <a:p>
            <a:fld id="{257AA1DB-59F5-46F8-B6A0-78F7A50F29E3}" type="slidenum">
              <a:rPr lang="en-US" smtClean="0"/>
              <a:t>19</a:t>
            </a:fld>
            <a:endParaRPr lang="en-US"/>
          </a:p>
        </p:txBody>
      </p:sp>
    </p:spTree>
    <p:extLst>
      <p:ext uri="{BB962C8B-B14F-4D97-AF65-F5344CB8AC3E}">
        <p14:creationId xmlns:p14="http://schemas.microsoft.com/office/powerpoint/2010/main" val="3730084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5512-EB3E-0B44-EEF1-B1E9E3307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2A06B-0B3D-9FBB-A6DD-8EBA9C59C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49F29-0D2E-E35B-A90F-EC016A77ED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4CF07A-9D29-656D-D41A-9CAFD0FA4EA9}"/>
              </a:ext>
            </a:extLst>
          </p:cNvPr>
          <p:cNvSpPr>
            <a:spLocks noGrp="1"/>
          </p:cNvSpPr>
          <p:nvPr>
            <p:ph type="sldNum" sz="quarter" idx="5"/>
          </p:nvPr>
        </p:nvSpPr>
        <p:spPr/>
        <p:txBody>
          <a:bodyPr/>
          <a:lstStyle/>
          <a:p>
            <a:fld id="{257AA1DB-59F5-46F8-B6A0-78F7A50F29E3}" type="slidenum">
              <a:rPr lang="en-US" smtClean="0"/>
              <a:t>20</a:t>
            </a:fld>
            <a:endParaRPr lang="en-US"/>
          </a:p>
        </p:txBody>
      </p:sp>
    </p:spTree>
    <p:extLst>
      <p:ext uri="{BB962C8B-B14F-4D97-AF65-F5344CB8AC3E}">
        <p14:creationId xmlns:p14="http://schemas.microsoft.com/office/powerpoint/2010/main" val="3238946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92F43-AD76-50C1-F54F-A60D7C7BB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329FD3-2F97-E7B4-29CA-4CC717F52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828A1-737D-F78E-438F-E972972BCD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8F71AE-DF46-0FFD-A56F-4E287CBF1692}"/>
              </a:ext>
            </a:extLst>
          </p:cNvPr>
          <p:cNvSpPr>
            <a:spLocks noGrp="1"/>
          </p:cNvSpPr>
          <p:nvPr>
            <p:ph type="sldNum" sz="quarter" idx="5"/>
          </p:nvPr>
        </p:nvSpPr>
        <p:spPr/>
        <p:txBody>
          <a:bodyPr/>
          <a:lstStyle/>
          <a:p>
            <a:fld id="{257AA1DB-59F5-46F8-B6A0-78F7A50F29E3}" type="slidenum">
              <a:rPr lang="en-US" smtClean="0"/>
              <a:t>21</a:t>
            </a:fld>
            <a:endParaRPr lang="en-US"/>
          </a:p>
        </p:txBody>
      </p:sp>
    </p:spTree>
    <p:extLst>
      <p:ext uri="{BB962C8B-B14F-4D97-AF65-F5344CB8AC3E}">
        <p14:creationId xmlns:p14="http://schemas.microsoft.com/office/powerpoint/2010/main" val="4041389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85A6E-FDE6-D5D2-2CC4-1250205C0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E02EC-7B50-C3E6-EEA2-A43BCB7A9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B6925B-A9F3-C1B6-3DF0-69572F8D98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call it Research Data Management is Making Data in Relation, or RDM is MDR.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from a researcher’s data use perspective, effective Research Data Management ensures that data remains usable and accessible over its lifecycle.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solidFill>
                  <a:schemeClr val="tx1"/>
                </a:solidFill>
              </a:rPr>
              <a:t>So when research institutions talk about </a:t>
            </a:r>
            <a:r>
              <a:rPr lang="en-CA" b="1" dirty="0">
                <a:solidFill>
                  <a:schemeClr val="tx1"/>
                </a:solidFill>
              </a:rPr>
              <a:t>R</a:t>
            </a:r>
            <a:r>
              <a:rPr lang="en-CA" dirty="0">
                <a:solidFill>
                  <a:schemeClr val="tx1"/>
                </a:solidFill>
              </a:rPr>
              <a:t>esearch </a:t>
            </a:r>
            <a:r>
              <a:rPr lang="en-CA" b="1" dirty="0">
                <a:solidFill>
                  <a:schemeClr val="tx1"/>
                </a:solidFill>
              </a:rPr>
              <a:t>D</a:t>
            </a:r>
            <a:r>
              <a:rPr lang="en-CA" dirty="0">
                <a:solidFill>
                  <a:schemeClr val="tx1"/>
                </a:solidFill>
              </a:rPr>
              <a:t>ata </a:t>
            </a:r>
            <a:r>
              <a:rPr lang="en-CA" b="1" dirty="0">
                <a:solidFill>
                  <a:schemeClr val="tx1"/>
                </a:solidFill>
              </a:rPr>
              <a:t>M</a:t>
            </a:r>
            <a:r>
              <a:rPr lang="en-CA" dirty="0">
                <a:solidFill>
                  <a:schemeClr val="tx1"/>
                </a:solidFill>
              </a:rPr>
              <a:t>anagement, they mean </a:t>
            </a:r>
            <a:r>
              <a:rPr lang="en-US" dirty="0">
                <a:solidFill>
                  <a:schemeClr val="tx1"/>
                </a:solidFill>
              </a:rPr>
              <a:t>that data remains usable and accessible over its lifecycle – to the researchers and potentially thousands of other researchers.</a:t>
            </a:r>
            <a:r>
              <a:rPr lang="en-CA" dirty="0">
                <a:solidFill>
                  <a:schemeClr val="tx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solidFill>
                  <a:schemeClr val="tx1"/>
                </a:solidFill>
              </a:rPr>
              <a:t>If we begin with an MDR framework, </a:t>
            </a:r>
            <a:r>
              <a:rPr lang="en-US" sz="1200" b="1" dirty="0">
                <a:solidFill>
                  <a:schemeClr val="tx1"/>
                </a:solidFill>
              </a:rPr>
              <a:t>M</a:t>
            </a:r>
            <a:r>
              <a:rPr lang="en-US" sz="1200" dirty="0">
                <a:solidFill>
                  <a:schemeClr val="tx1"/>
                </a:solidFill>
              </a:rPr>
              <a:t>aking </a:t>
            </a:r>
            <a:r>
              <a:rPr lang="en-US" sz="1200" b="1" dirty="0">
                <a:solidFill>
                  <a:schemeClr val="tx1"/>
                </a:solidFill>
              </a:rPr>
              <a:t>D</a:t>
            </a:r>
            <a:r>
              <a:rPr lang="en-US" sz="1200" dirty="0">
                <a:solidFill>
                  <a:schemeClr val="tx1"/>
                </a:solidFill>
              </a:rPr>
              <a:t>ata in </a:t>
            </a:r>
            <a:r>
              <a:rPr lang="en-US" sz="1200" b="1" dirty="0">
                <a:solidFill>
                  <a:schemeClr val="tx1"/>
                </a:solidFill>
              </a:rPr>
              <a:t>R</a:t>
            </a:r>
            <a:r>
              <a:rPr lang="en-US" sz="1200" dirty="0">
                <a:solidFill>
                  <a:schemeClr val="tx1"/>
                </a:solidFill>
              </a:rPr>
              <a:t>elation: data is created and cared for with continuous consideration for </a:t>
            </a:r>
            <a:r>
              <a:rPr lang="en-US" sz="1200" i="1" dirty="0">
                <a:solidFill>
                  <a:schemeClr val="tx1"/>
                </a:solidFill>
              </a:rPr>
              <a:t>community</a:t>
            </a:r>
            <a:r>
              <a:rPr lang="en-US" sz="1200" dirty="0">
                <a:solidFill>
                  <a:schemeClr val="tx1"/>
                </a:solidFill>
              </a:rPr>
              <a:t> context</a:t>
            </a:r>
            <a:endParaRPr lang="en-CA" sz="12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solidFill>
                <a:schemeClr val="tx1"/>
              </a:solidFill>
            </a:endParaRPr>
          </a:p>
        </p:txBody>
      </p:sp>
      <p:sp>
        <p:nvSpPr>
          <p:cNvPr id="4" name="Slide Number Placeholder 3">
            <a:extLst>
              <a:ext uri="{FF2B5EF4-FFF2-40B4-BE49-F238E27FC236}">
                <a16:creationId xmlns:a16="http://schemas.microsoft.com/office/drawing/2014/main" id="{A3C4213C-CA75-D522-1535-A815365A00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7AA1DB-59F5-46F8-B6A0-78F7A50F29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4492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975DD-E624-4375-C5FB-924833F13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A7614-8FB8-1B31-807C-B1216AE4F4E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8F9E3DF-F851-6828-282F-47416D8B6CF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simple change in agreement between two parties – FNIGC and a federal agency</a:t>
            </a:r>
            <a:endParaRPr lang="en-CA" dirty="0"/>
          </a:p>
          <a:p>
            <a:endParaRPr lang="en-CA" dirty="0"/>
          </a:p>
        </p:txBody>
      </p:sp>
      <p:sp>
        <p:nvSpPr>
          <p:cNvPr id="4" name="Slide Number Placeholder 3">
            <a:extLst>
              <a:ext uri="{FF2B5EF4-FFF2-40B4-BE49-F238E27FC236}">
                <a16:creationId xmlns:a16="http://schemas.microsoft.com/office/drawing/2014/main" id="{B6BB54DC-CA29-F08A-5B51-082DC35660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3A673C-3A07-44D7-8B39-1B8B64AAA1E2}"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3255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CA" sz="1200" dirty="0">
                <a:latin typeface="Arial" panose="020B0604020202020204" pitchFamily="34" charset="0"/>
                <a:cs typeface="Arial" panose="020B0604020202020204" pitchFamily="34" charset="0"/>
              </a:rPr>
              <a:t>When we talk about putting the OCAP principles into practise, we can use the example of how we approach data sharing agreements where we are entrusted as data stewards and ensuring contract language respected OCAP for First Nations organizations who provided collected data to the project. Recently, we worked on a project with a department of the federal government in partnership with different Indigenous organizations that serve First Nations, Inuit, and Metis people and communities. The department collected data from them for us to research, analyse, and prepare into a report. When creating our data stewardship agreement we specified that the agreement would be put into plain terms wherever possible, shifting language from terms like “to licence” to “give permission.” We were able to do this in contextual sections of the agreement, the more binding policy sections of the agreement, we had to leave in standard legal language to protect the organizations and their data in the Canadian legal tradition – this is not ideal, but it is what we must work within. </a:t>
            </a:r>
          </a:p>
          <a:p>
            <a:endParaRPr lang="en-CA" sz="1200" dirty="0">
              <a:latin typeface="Arial" panose="020B0604020202020204" pitchFamily="34" charset="0"/>
              <a:cs typeface="Arial" panose="020B0604020202020204" pitchFamily="34" charset="0"/>
            </a:endParaRPr>
          </a:p>
          <a:p>
            <a:r>
              <a:rPr lang="en-CA" sz="1200" dirty="0">
                <a:latin typeface="Arial" panose="020B0604020202020204" pitchFamily="34" charset="0"/>
                <a:cs typeface="Arial" panose="020B0604020202020204" pitchFamily="34" charset="0"/>
              </a:rPr>
              <a:t>Additionally, when the data sharing agreement was shared with the government department they had some confusion about the ownership of data. It is the common institutional understanding that if they provide the funds for a data collection that they then own that data and can use it for whatever research projects they need without sharing back the collected information. Under FNIGC’s data stewardship agreement, the team refused to steward the data if it was not specified in the agreement that the Indigenous organizations that contributed the data owned the data. FNIGC also noted how many times in the process these organizations would get to see the progress of the project and to comment on how the data was used in the analysis – so that they are not misrepresented.</a:t>
            </a:r>
          </a:p>
          <a:p>
            <a:endParaRPr lang="en-CA" sz="1200" dirty="0">
              <a:latin typeface="Arial" panose="020B0604020202020204" pitchFamily="34" charset="0"/>
              <a:cs typeface="Arial" panose="020B0604020202020204" pitchFamily="34" charset="0"/>
            </a:endParaRPr>
          </a:p>
          <a:p>
            <a:r>
              <a:rPr lang="en-CA" sz="1200" dirty="0">
                <a:latin typeface="Arial" panose="020B0604020202020204" pitchFamily="34" charset="0"/>
                <a:cs typeface="Arial" panose="020B0604020202020204" pitchFamily="34" charset="0"/>
              </a:rPr>
              <a:t>Finally, another aspect of this data stewardship agreement that asserts, respects, and affirms the OCAP principles is a clear research data management plan. This includes informing the Indigenous organizations who own the data how we are going to store their data, what security measures are in place, that FNIGC is not allowed to use this data for secondary purposes, how long we will have access to the data, and then what happens after that term is up. In this specific project example, we noted that all original data, anonymized, and analysed data would be returned to them and our copies would be destroyed. FNIGC specified that the only kept item would be the final report that would be delivered to the organizations and the funder. We also made it clear that this final report could be made public, but that they would have authority to comment on this work before submission so it could be changed to better reflect the organization’s meaning and keep accountable to those who created the data. </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7AA1DB-59F5-46F8-B6A0-78F7A50F29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22335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E121E-ECEC-F1C9-7DBD-0E47F08E0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DB67B-A988-25CE-B2DF-5410F00A0F2E}"/>
              </a:ext>
            </a:extLst>
          </p:cNvPr>
          <p:cNvSpPr>
            <a:spLocks noGrp="1" noRot="1" noChangeAspect="1"/>
          </p:cNvSpPr>
          <p:nvPr>
            <p:ph type="sldImg"/>
          </p:nvPr>
        </p:nvSpPr>
        <p:spPr>
          <a:xfrm>
            <a:off x="1082675" y="661988"/>
            <a:ext cx="4418013" cy="2484437"/>
          </a:xfrm>
        </p:spPr>
      </p:sp>
      <p:sp>
        <p:nvSpPr>
          <p:cNvPr id="3" name="Notes Placeholder 2">
            <a:extLst>
              <a:ext uri="{FF2B5EF4-FFF2-40B4-BE49-F238E27FC236}">
                <a16:creationId xmlns:a16="http://schemas.microsoft.com/office/drawing/2014/main" id="{384E67CB-087F-67C5-0E39-D44C5C01C1C6}"/>
              </a:ext>
            </a:extLst>
          </p:cNvPr>
          <p:cNvSpPr>
            <a:spLocks noGrp="1"/>
          </p:cNvSpPr>
          <p:nvPr>
            <p:ph type="body" idx="1"/>
          </p:nvPr>
        </p:nvSpPr>
        <p:spPr/>
        <p:txBody>
          <a:bodyPr/>
          <a:lstStyle/>
          <a:p>
            <a:pPr defTabSz="1021806">
              <a:defRPr/>
            </a:pPr>
            <a:endParaRPr lang="en-CA" dirty="0"/>
          </a:p>
        </p:txBody>
      </p:sp>
      <p:sp>
        <p:nvSpPr>
          <p:cNvPr id="4" name="Slide Number Placeholder 3">
            <a:extLst>
              <a:ext uri="{FF2B5EF4-FFF2-40B4-BE49-F238E27FC236}">
                <a16:creationId xmlns:a16="http://schemas.microsoft.com/office/drawing/2014/main" id="{01DAD0A7-F89B-3ADD-5232-0B1DCA3373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3C8729-C564-4EEF-915A-0800618D6057}"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1364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71EF-C521-204D-B3F8-2B2EA229A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C2BA00D5-4348-E636-839B-B2E3C9AE34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1D888534-4FFD-B88E-C6C3-FD57E2DC4A81}"/>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5" name="Footer Placeholder 4">
            <a:extLst>
              <a:ext uri="{FF2B5EF4-FFF2-40B4-BE49-F238E27FC236}">
                <a16:creationId xmlns:a16="http://schemas.microsoft.com/office/drawing/2014/main" id="{6734076A-7AED-662E-A1D2-F8425004B06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C3E51CA-D952-5918-80A1-FE3E29627275}"/>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1166703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732E-C6E1-5867-A76C-B697FA97918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E937D54-BB71-90B7-14EA-CBBAD444C1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94D0B8B-D644-4638-50CE-C72CE179C867}"/>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5" name="Footer Placeholder 4">
            <a:extLst>
              <a:ext uri="{FF2B5EF4-FFF2-40B4-BE49-F238E27FC236}">
                <a16:creationId xmlns:a16="http://schemas.microsoft.com/office/drawing/2014/main" id="{F9B74F44-BCCC-9D42-B0EE-52237E9BE22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F104855-567D-C75B-022C-E6555F8B7B17}"/>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1906552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621C3-E404-C2A8-B5D6-325A1EDEE3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BF3B940-D071-E8BE-A89F-3900C43E1C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3D9DB5-5E02-1F96-7701-EE171A64993C}"/>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5" name="Footer Placeholder 4">
            <a:extLst>
              <a:ext uri="{FF2B5EF4-FFF2-40B4-BE49-F238E27FC236}">
                <a16:creationId xmlns:a16="http://schemas.microsoft.com/office/drawing/2014/main" id="{25D57947-400F-480C-2FFA-06693A064E9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34B6289-F1DE-A815-7681-4D0F8D6E8E3C}"/>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1886285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ED2DD-5A52-2D13-5120-C4768EE91C8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9E5931F-A8F6-5D64-3F0F-873937CB96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C786567-2222-FB4A-5125-5338EEDEA2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E09B8815-3D17-C156-EDB1-C4D3B66B46DA}"/>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6" name="Footer Placeholder 5">
            <a:extLst>
              <a:ext uri="{FF2B5EF4-FFF2-40B4-BE49-F238E27FC236}">
                <a16:creationId xmlns:a16="http://schemas.microsoft.com/office/drawing/2014/main" id="{5DF3D195-0F47-E8CC-91F0-9E5DDED09F7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F6D1B46-5922-6AA3-C98E-13009E473DE6}"/>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2677289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E7AE7-E56F-D5CC-3868-1E1A8B532471}"/>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BF5AC8-C0F6-4EBA-0B3C-406C19BFC3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4429ED-0C3B-FADA-D93F-D2E1304B55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23DAA87-0484-1A49-8FC1-CBFE2ACE83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49D457-C692-0C18-3929-250BE28C3C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818C020-E5FC-A3FF-E26F-5A9D52AF8267}"/>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8" name="Footer Placeholder 7">
            <a:extLst>
              <a:ext uri="{FF2B5EF4-FFF2-40B4-BE49-F238E27FC236}">
                <a16:creationId xmlns:a16="http://schemas.microsoft.com/office/drawing/2014/main" id="{18BF7068-AAD9-E497-3E40-5562573049F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ABC0418-486E-C959-CD77-F719396A2E11}"/>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201680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4E2D9-F647-9E5B-9557-DB54FDE2F9AA}"/>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9C7A41D-DD7F-90ED-0EC9-6710C65262DD}"/>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4" name="Footer Placeholder 3">
            <a:extLst>
              <a:ext uri="{FF2B5EF4-FFF2-40B4-BE49-F238E27FC236}">
                <a16:creationId xmlns:a16="http://schemas.microsoft.com/office/drawing/2014/main" id="{61473AF4-D96C-B4D6-AD25-D63512D7394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D9E2EFF-B6D7-B564-7BE7-62A41C5548F0}"/>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142252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F0AB37-98A1-1764-EAA0-F129E3BCC469}"/>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3" name="Footer Placeholder 2">
            <a:extLst>
              <a:ext uri="{FF2B5EF4-FFF2-40B4-BE49-F238E27FC236}">
                <a16:creationId xmlns:a16="http://schemas.microsoft.com/office/drawing/2014/main" id="{7240E758-84A5-2C77-B700-D468A5E94886}"/>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EA72801-5E94-9044-34FF-0A78612D6B3E}"/>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162887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4C841-5CEF-B8F9-3A56-0C3A19BE48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9BC2723-D046-9830-B228-4D61251E53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029373E-1B42-A0A8-67F5-2B43C6FECC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B76833-366C-0D11-FDC4-A7846329501F}"/>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6" name="Footer Placeholder 5">
            <a:extLst>
              <a:ext uri="{FF2B5EF4-FFF2-40B4-BE49-F238E27FC236}">
                <a16:creationId xmlns:a16="http://schemas.microsoft.com/office/drawing/2014/main" id="{9D04F733-4039-BB5E-7B54-E25E27B3878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B2E8CE-6506-6FF1-39A0-EDF854FBDDE3}"/>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800603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F281-E60C-EA5D-56B4-FF4F103670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C8FAC94-68C3-6C42-561C-C136809180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A65CC215-E93E-ECC0-E030-AC8FBB9CE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91A007-14B9-5A66-B3BD-50AC3D3517A1}"/>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6" name="Footer Placeholder 5">
            <a:extLst>
              <a:ext uri="{FF2B5EF4-FFF2-40B4-BE49-F238E27FC236}">
                <a16:creationId xmlns:a16="http://schemas.microsoft.com/office/drawing/2014/main" id="{4EEC70A6-A58F-F341-75A5-350273CDF60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BFAD15D-23B5-2463-E35F-0E787E5222AB}"/>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424061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431B-A511-E6DC-175E-C6A6F7A22E5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B042855-55F7-FC49-1A88-48FE2BD508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AC7F70B-9453-1C6C-C12B-C187BE85106E}"/>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5" name="Footer Placeholder 4">
            <a:extLst>
              <a:ext uri="{FF2B5EF4-FFF2-40B4-BE49-F238E27FC236}">
                <a16:creationId xmlns:a16="http://schemas.microsoft.com/office/drawing/2014/main" id="{9589FB27-BD02-D71C-6A03-3C1AC369719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828EA36-09AE-DB9B-6FC2-A9DB1B1AEF13}"/>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700929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B25520-40C6-F97F-0B60-D22666C1EF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C31B3DE-8A72-78F4-10AB-5DFD472E4F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4617431-C058-D338-AB65-BC80F3730981}"/>
              </a:ext>
            </a:extLst>
          </p:cNvPr>
          <p:cNvSpPr>
            <a:spLocks noGrp="1"/>
          </p:cNvSpPr>
          <p:nvPr>
            <p:ph type="dt" sz="half" idx="10"/>
          </p:nvPr>
        </p:nvSpPr>
        <p:spPr/>
        <p:txBody>
          <a:bodyPr/>
          <a:lstStyle/>
          <a:p>
            <a:fld id="{57EF657C-75AF-4B7D-947C-8CDE2557322E}" type="datetimeFigureOut">
              <a:rPr lang="en-CA" smtClean="0"/>
              <a:t>2025-10-28</a:t>
            </a:fld>
            <a:endParaRPr lang="en-CA"/>
          </a:p>
        </p:txBody>
      </p:sp>
      <p:sp>
        <p:nvSpPr>
          <p:cNvPr id="5" name="Footer Placeholder 4">
            <a:extLst>
              <a:ext uri="{FF2B5EF4-FFF2-40B4-BE49-F238E27FC236}">
                <a16:creationId xmlns:a16="http://schemas.microsoft.com/office/drawing/2014/main" id="{15AB875F-04AE-173D-A64C-AB3F12157DF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B8C19F0-4073-BDDF-EB6C-CF094496454F}"/>
              </a:ext>
            </a:extLst>
          </p:cNvPr>
          <p:cNvSpPr>
            <a:spLocks noGrp="1"/>
          </p:cNvSpPr>
          <p:nvPr>
            <p:ph type="sldNum" sz="quarter" idx="12"/>
          </p:nvPr>
        </p:nvSpPr>
        <p:spPr/>
        <p:txBody>
          <a:bodyPr/>
          <a:lstStyle/>
          <a:p>
            <a:fld id="{78D5765B-A541-4D6A-BA83-1D548EC88D30}" type="slidenum">
              <a:rPr lang="en-CA" smtClean="0"/>
              <a:t>‹#›</a:t>
            </a:fld>
            <a:endParaRPr lang="en-CA"/>
          </a:p>
        </p:txBody>
      </p:sp>
    </p:spTree>
    <p:extLst>
      <p:ext uri="{BB962C8B-B14F-4D97-AF65-F5344CB8AC3E}">
        <p14:creationId xmlns:p14="http://schemas.microsoft.com/office/powerpoint/2010/main" val="38978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F0946-548B-6F42-8E13-EF6E2F65A1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0EBA5D93-A545-E2E9-E6F6-65903743C8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03FED29-9CBC-43CF-4EFF-F7E97E1A61B9}"/>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5" name="Footer Placeholder 4">
            <a:extLst>
              <a:ext uri="{FF2B5EF4-FFF2-40B4-BE49-F238E27FC236}">
                <a16:creationId xmlns:a16="http://schemas.microsoft.com/office/drawing/2014/main" id="{2310917E-806A-B422-3AA0-318FB8599B5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8D7CA7A-EB0D-593E-171B-43A6AA6E63C0}"/>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2293867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02872-F804-4634-8FB6-72EC1935109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6AC2506-1273-3220-1CF2-BEBCBBA6E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47F1A6D-FD2B-C556-92E3-3FC8A6B8C662}"/>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5" name="Footer Placeholder 4">
            <a:extLst>
              <a:ext uri="{FF2B5EF4-FFF2-40B4-BE49-F238E27FC236}">
                <a16:creationId xmlns:a16="http://schemas.microsoft.com/office/drawing/2014/main" id="{38619BEA-2B9A-78B8-2476-637293C145A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F23610-80B7-77AD-0CD3-1F5E5DF5A587}"/>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1140728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52D10-3AD2-D8A1-53E2-A49047E4C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54D77B2-3064-FACD-6C2E-7C40A22E28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7998C5-962A-EDE6-E8D0-C7FF11057A08}"/>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5" name="Footer Placeholder 4">
            <a:extLst>
              <a:ext uri="{FF2B5EF4-FFF2-40B4-BE49-F238E27FC236}">
                <a16:creationId xmlns:a16="http://schemas.microsoft.com/office/drawing/2014/main" id="{0A78F533-0215-8B0F-159C-04E95A09F0C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B58F4B5-D068-1AA8-8CFC-8498C7F6B053}"/>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137103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6A90-EB8F-5F04-FB0E-F04CA619271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1B9AF73-6F79-A7C5-E868-6AF261003D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8859EB1-5F52-F572-668A-6942DB57FA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8FBDE41-32FF-C43A-F8AF-8A8DDF4E9881}"/>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6" name="Footer Placeholder 5">
            <a:extLst>
              <a:ext uri="{FF2B5EF4-FFF2-40B4-BE49-F238E27FC236}">
                <a16:creationId xmlns:a16="http://schemas.microsoft.com/office/drawing/2014/main" id="{338DF018-854F-76C3-4014-AE2956AE421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38B0641-8B08-9BBD-1D56-315CBBF2620A}"/>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3308499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96683-2FA2-B163-F679-F3DF5E0E5C99}"/>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4624C01-78AB-D44B-5E00-8AD7869AB6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4381A2-68FB-0DD9-0E03-9CEA3DD6D6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58E23A5-F517-DF1E-DA37-AF0B653DC7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AA22A8-8073-FD9C-33CE-26CB247CB5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BC226BD-52C6-A523-0019-D4BCDBECAA8C}"/>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8" name="Footer Placeholder 7">
            <a:extLst>
              <a:ext uri="{FF2B5EF4-FFF2-40B4-BE49-F238E27FC236}">
                <a16:creationId xmlns:a16="http://schemas.microsoft.com/office/drawing/2014/main" id="{E9906E3F-C3AF-B475-4EAF-96A87C927250}"/>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998AB9C-1C3D-8B97-878D-15117D2073D9}"/>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501035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3DD55-58F3-6068-29C5-2EF88147745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3D9E0B0-773E-5114-863E-8087DE17DD17}"/>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4" name="Footer Placeholder 3">
            <a:extLst>
              <a:ext uri="{FF2B5EF4-FFF2-40B4-BE49-F238E27FC236}">
                <a16:creationId xmlns:a16="http://schemas.microsoft.com/office/drawing/2014/main" id="{C97181B1-9022-35F4-279D-0ED7F6BCC0D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4EB6F2B-A111-6D19-54B4-44EBA0FE6020}"/>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2904786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D9EF5D-E05C-AEE8-260B-33EBD4AF902E}"/>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3" name="Footer Placeholder 2">
            <a:extLst>
              <a:ext uri="{FF2B5EF4-FFF2-40B4-BE49-F238E27FC236}">
                <a16:creationId xmlns:a16="http://schemas.microsoft.com/office/drawing/2014/main" id="{9BEE77DF-4EBF-7493-5E46-09CA561E9EA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FDA09FC-5872-322F-C91A-CBF1FF53FBA4}"/>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2507206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0CE45-7E94-5A2E-5267-BED43DAC9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3E32EC3-4B3E-DFCA-B5DF-F99BEAD38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1E785C3-EB43-AEE8-B4AB-A3836B930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ED991E-875E-9162-14E6-0413B75467CB}"/>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6" name="Footer Placeholder 5">
            <a:extLst>
              <a:ext uri="{FF2B5EF4-FFF2-40B4-BE49-F238E27FC236}">
                <a16:creationId xmlns:a16="http://schemas.microsoft.com/office/drawing/2014/main" id="{5968BEC8-1255-AE57-21C7-0582E0229CE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8357076-F982-9426-37A9-C4031A3F9825}"/>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26130541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C6E40-40F5-8799-106D-2BA67191C1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286040C-34FE-CE0B-97CB-8A29B75A6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0E068D7A-83B0-5CA4-860F-F63FC35607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B19A59-9A5B-336E-A9A8-DB25375E3C71}"/>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6" name="Footer Placeholder 5">
            <a:extLst>
              <a:ext uri="{FF2B5EF4-FFF2-40B4-BE49-F238E27FC236}">
                <a16:creationId xmlns:a16="http://schemas.microsoft.com/office/drawing/2014/main" id="{821F207B-0A49-499C-A72E-AE53F6E27A0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A3D76CB-D08F-AAE0-3CA5-98E1AC5842A8}"/>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34541144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0B08D-99E4-1CD6-2A81-460C26D2C17D}"/>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0CC97F4-7E81-2D07-D22D-01B8526E8F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AAE3EF-57EC-57BD-E09E-9350CB058624}"/>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5" name="Footer Placeholder 4">
            <a:extLst>
              <a:ext uri="{FF2B5EF4-FFF2-40B4-BE49-F238E27FC236}">
                <a16:creationId xmlns:a16="http://schemas.microsoft.com/office/drawing/2014/main" id="{A1FFD165-9E78-BE3D-DC9F-63D138F6903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83089BE-AFD3-53FF-414F-4963140F818C}"/>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14357139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67D02-46D1-07EF-0513-F985CA8CF2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6DBA355-90BA-9CBB-71FB-77F39AEBD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487087D-602D-F549-3A18-034ECD9A4C92}"/>
              </a:ext>
            </a:extLst>
          </p:cNvPr>
          <p:cNvSpPr>
            <a:spLocks noGrp="1"/>
          </p:cNvSpPr>
          <p:nvPr>
            <p:ph type="dt" sz="half" idx="10"/>
          </p:nvPr>
        </p:nvSpPr>
        <p:spPr/>
        <p:txBody>
          <a:bodyPr/>
          <a:lstStyle/>
          <a:p>
            <a:fld id="{34BC570D-9597-4612-B56F-7A2D141A09D9}" type="datetimeFigureOut">
              <a:rPr lang="en-CA" smtClean="0"/>
              <a:t>2025-10-28</a:t>
            </a:fld>
            <a:endParaRPr lang="en-CA"/>
          </a:p>
        </p:txBody>
      </p:sp>
      <p:sp>
        <p:nvSpPr>
          <p:cNvPr id="5" name="Footer Placeholder 4">
            <a:extLst>
              <a:ext uri="{FF2B5EF4-FFF2-40B4-BE49-F238E27FC236}">
                <a16:creationId xmlns:a16="http://schemas.microsoft.com/office/drawing/2014/main" id="{E65B97E4-89D1-C939-1DD8-E203579504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4EC1F4E-16B6-CB7B-2EF5-C3F922D9409B}"/>
              </a:ext>
            </a:extLst>
          </p:cNvPr>
          <p:cNvSpPr>
            <a:spLocks noGrp="1"/>
          </p:cNvSpPr>
          <p:nvPr>
            <p:ph type="sldNum" sz="quarter" idx="12"/>
          </p:nvPr>
        </p:nvSpPr>
        <p:spPr/>
        <p:txBody>
          <a:bodyPr/>
          <a:lstStyle/>
          <a:p>
            <a:fld id="{180698F0-ABDC-41DD-B1E2-D2EADA5D4B0E}" type="slidenum">
              <a:rPr lang="en-CA" smtClean="0"/>
              <a:t>‹#›</a:t>
            </a:fld>
            <a:endParaRPr lang="en-CA"/>
          </a:p>
        </p:txBody>
      </p:sp>
    </p:spTree>
    <p:extLst>
      <p:ext uri="{BB962C8B-B14F-4D97-AF65-F5344CB8AC3E}">
        <p14:creationId xmlns:p14="http://schemas.microsoft.com/office/powerpoint/2010/main" val="37827833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D1D7F-CEE8-488C-AACA-0CCE52B0E2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2942195-B974-4158-9B59-B37993697D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88E01481-0E25-4782-BDF1-017203259393}"/>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5" name="Footer Placeholder 4">
            <a:extLst>
              <a:ext uri="{FF2B5EF4-FFF2-40B4-BE49-F238E27FC236}">
                <a16:creationId xmlns:a16="http://schemas.microsoft.com/office/drawing/2014/main" id="{4AFC7777-E12C-4EF8-9B0D-4C71F220FD4C}"/>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DB742575-ECC4-4136-AA21-E2F7BBE1E4C0}"/>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34471654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54EB4-0AD2-4E28-9330-39590F0161D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06826D8-ED45-429F-8822-837FA3A4DB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CA8EFD0-4B40-400C-B5CD-33BB6B6C39DF}"/>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5" name="Footer Placeholder 4">
            <a:extLst>
              <a:ext uri="{FF2B5EF4-FFF2-40B4-BE49-F238E27FC236}">
                <a16:creationId xmlns:a16="http://schemas.microsoft.com/office/drawing/2014/main" id="{5E64F9D6-EC3C-4F97-B3D6-51C0CD761D95}"/>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6186C293-0624-4455-9816-2C540FBD735E}"/>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32059287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66716-40DC-4E01-BBF4-8949045F3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C4397EC-8A1E-4031-8259-626FE1DA07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752315F-6711-471C-8E89-6DD3531546F6}"/>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5" name="Footer Placeholder 4">
            <a:extLst>
              <a:ext uri="{FF2B5EF4-FFF2-40B4-BE49-F238E27FC236}">
                <a16:creationId xmlns:a16="http://schemas.microsoft.com/office/drawing/2014/main" id="{F6788CC5-55FB-4731-AB46-157882F30B6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1A0C9A4D-C81E-475F-8A66-CF1D37A2CC84}"/>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15582611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6E81-BAF1-4C3A-8109-494F74A53DD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B6FAC82-B373-4A6D-9EC8-304BF2EB591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AA96AEF-961C-4198-AB37-4288BB7C924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4669AFF-43C4-4213-9A93-5BD0E6E92AC1}"/>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6" name="Footer Placeholder 5">
            <a:extLst>
              <a:ext uri="{FF2B5EF4-FFF2-40B4-BE49-F238E27FC236}">
                <a16:creationId xmlns:a16="http://schemas.microsoft.com/office/drawing/2014/main" id="{17B7E096-FACB-401A-A6ED-20F7F7F00F4B}"/>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AE09E9CB-E13D-4100-882F-29406D09BBC5}"/>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42828014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6E81-BAF1-4C3A-8109-494F74A53DD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B6FAC82-B373-4A6D-9EC8-304BF2EB591D}"/>
              </a:ext>
            </a:extLst>
          </p:cNvPr>
          <p:cNvSpPr>
            <a:spLocks noGrp="1"/>
          </p:cNvSpPr>
          <p:nvPr>
            <p:ph sz="half" idx="1"/>
          </p:nvPr>
        </p:nvSpPr>
        <p:spPr>
          <a:xfrm>
            <a:off x="838200" y="1825625"/>
            <a:ext cx="32004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4669AFF-43C4-4213-9A93-5BD0E6E92AC1}"/>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6" name="Footer Placeholder 5">
            <a:extLst>
              <a:ext uri="{FF2B5EF4-FFF2-40B4-BE49-F238E27FC236}">
                <a16:creationId xmlns:a16="http://schemas.microsoft.com/office/drawing/2014/main" id="{17B7E096-FACB-401A-A6ED-20F7F7F00F4B}"/>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AE09E9CB-E13D-4100-882F-29406D09BBC5}"/>
              </a:ext>
            </a:extLst>
          </p:cNvPr>
          <p:cNvSpPr>
            <a:spLocks noGrp="1"/>
          </p:cNvSpPr>
          <p:nvPr>
            <p:ph type="sldNum" sz="quarter" idx="12"/>
          </p:nvPr>
        </p:nvSpPr>
        <p:spPr/>
        <p:txBody>
          <a:bodyPr/>
          <a:lstStyle/>
          <a:p>
            <a:fld id="{C6AA1D28-241D-4D24-88F3-BF4725C3A657}" type="slidenum">
              <a:rPr lang="en-CA" smtClean="0"/>
              <a:t>‹#›</a:t>
            </a:fld>
            <a:endParaRPr lang="en-CA"/>
          </a:p>
        </p:txBody>
      </p:sp>
      <p:sp>
        <p:nvSpPr>
          <p:cNvPr id="8" name="Content Placeholder 2">
            <a:extLst>
              <a:ext uri="{FF2B5EF4-FFF2-40B4-BE49-F238E27FC236}">
                <a16:creationId xmlns:a16="http://schemas.microsoft.com/office/drawing/2014/main" id="{D204FECB-BC90-47F9-AF6E-203441FA8F2E}"/>
              </a:ext>
            </a:extLst>
          </p:cNvPr>
          <p:cNvSpPr>
            <a:spLocks noGrp="1"/>
          </p:cNvSpPr>
          <p:nvPr>
            <p:ph sz="half" idx="13"/>
          </p:nvPr>
        </p:nvSpPr>
        <p:spPr>
          <a:xfrm>
            <a:off x="4495800" y="1847850"/>
            <a:ext cx="32004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
            <a:extLst>
              <a:ext uri="{FF2B5EF4-FFF2-40B4-BE49-F238E27FC236}">
                <a16:creationId xmlns:a16="http://schemas.microsoft.com/office/drawing/2014/main" id="{DF661DE1-5317-4A08-ADA8-28D5A8788B24}"/>
              </a:ext>
            </a:extLst>
          </p:cNvPr>
          <p:cNvSpPr>
            <a:spLocks noGrp="1"/>
          </p:cNvSpPr>
          <p:nvPr>
            <p:ph sz="half" idx="14"/>
          </p:nvPr>
        </p:nvSpPr>
        <p:spPr>
          <a:xfrm>
            <a:off x="8166538" y="1825625"/>
            <a:ext cx="32004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127472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93027-8DAC-4DA1-B25E-96F3329C980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24D2C3D-00C2-4B95-BB25-7DF84EB034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02910BD-882A-468C-8893-F4DE276B9D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0A63FEF-CDDF-4B86-A59D-5551292534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2142E74-D60A-4A51-9D61-34B9228E476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C0717DB-C9B6-438A-AC93-4D47C02ED316}"/>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8" name="Footer Placeholder 7">
            <a:extLst>
              <a:ext uri="{FF2B5EF4-FFF2-40B4-BE49-F238E27FC236}">
                <a16:creationId xmlns:a16="http://schemas.microsoft.com/office/drawing/2014/main" id="{440AFED5-5B0C-472B-BFCD-EECD8C719DD3}"/>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61225C34-A09B-40A3-9C09-B38D97DA19BB}"/>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3800040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F1146-EBEE-4284-891C-9067AB18E67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65B468A-2A4C-4B58-AB77-2785170373EA}"/>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4" name="Footer Placeholder 3">
            <a:extLst>
              <a:ext uri="{FF2B5EF4-FFF2-40B4-BE49-F238E27FC236}">
                <a16:creationId xmlns:a16="http://schemas.microsoft.com/office/drawing/2014/main" id="{6C1670CC-D52B-4DEE-8465-DBAB4F37ECD3}"/>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BD2A5EE9-D579-476A-B4A7-AB9A34A59BF2}"/>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16836488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70BDFE-38B4-4CFF-9B50-622EF9F9084F}"/>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3" name="Footer Placeholder 2">
            <a:extLst>
              <a:ext uri="{FF2B5EF4-FFF2-40B4-BE49-F238E27FC236}">
                <a16:creationId xmlns:a16="http://schemas.microsoft.com/office/drawing/2014/main" id="{9836297F-1E7B-46B9-BF05-41AAE3823463}"/>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4" name="Slide Number Placeholder 3">
            <a:extLst>
              <a:ext uri="{FF2B5EF4-FFF2-40B4-BE49-F238E27FC236}">
                <a16:creationId xmlns:a16="http://schemas.microsoft.com/office/drawing/2014/main" id="{EA944682-F447-4283-9C96-F267112894D3}"/>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16300837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50FCC-59FF-4083-8A57-133176D941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1F1B937-13C4-49C2-9956-C06E3AE8F0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E4CDD96-7F72-4273-8938-06DEC6855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1F5F8C-6F3C-442E-BDA1-4AED86842887}"/>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6" name="Footer Placeholder 5">
            <a:extLst>
              <a:ext uri="{FF2B5EF4-FFF2-40B4-BE49-F238E27FC236}">
                <a16:creationId xmlns:a16="http://schemas.microsoft.com/office/drawing/2014/main" id="{6CA266C8-7AEE-43D3-93F4-3351F0401F90}"/>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CBBE8950-0149-4C3D-8E91-D242F1F7F232}"/>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2725031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479DD-041E-405D-A02A-4EC86A1480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A250DAC4-8440-40FE-9503-D99F1FE06A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DAF147B-2E2B-4CF3-AA17-E66EA1278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1328D4-CD24-4BA3-A9C7-62ABCEEE8201}"/>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6" name="Footer Placeholder 5">
            <a:extLst>
              <a:ext uri="{FF2B5EF4-FFF2-40B4-BE49-F238E27FC236}">
                <a16:creationId xmlns:a16="http://schemas.microsoft.com/office/drawing/2014/main" id="{75DF3943-DC28-4044-BE1F-625D9F76594F}"/>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6DEA3020-A1CB-4F9C-9738-03DD92038517}"/>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32559889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32579-7C13-4A7A-A1A1-27BD8A06985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79143C8-D311-4B1F-992F-3E405F909BE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024E0CD-FD2A-4EE2-B92B-CFE6C32636AB}"/>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5" name="Footer Placeholder 4">
            <a:extLst>
              <a:ext uri="{FF2B5EF4-FFF2-40B4-BE49-F238E27FC236}">
                <a16:creationId xmlns:a16="http://schemas.microsoft.com/office/drawing/2014/main" id="{BD4957E3-F39D-48FF-8FCC-A4A2E0162C22}"/>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FFC0D828-85C8-490D-94BC-6B9081095089}"/>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11663209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2220E2-B8FA-446E-AD31-5D57143A02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5C14B2E-E118-40EA-8B61-5CE37CD96EE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E4AFAFC-9BA1-4AF1-97B0-E06041001D5C}"/>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5" name="Footer Placeholder 4">
            <a:extLst>
              <a:ext uri="{FF2B5EF4-FFF2-40B4-BE49-F238E27FC236}">
                <a16:creationId xmlns:a16="http://schemas.microsoft.com/office/drawing/2014/main" id="{D67DEBEC-8926-4431-8090-E9B21FD1B02F}"/>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76556C66-1D28-4864-9244-7A9631EC64F3}"/>
              </a:ext>
            </a:extLst>
          </p:cNvPr>
          <p:cNvSpPr>
            <a:spLocks noGrp="1"/>
          </p:cNvSpPr>
          <p:nvPr>
            <p:ph type="sldNum" sz="quarter" idx="12"/>
          </p:nvPr>
        </p:nvSpPr>
        <p:spPr/>
        <p:txBody>
          <a:bodyPr/>
          <a:lstStyle/>
          <a:p>
            <a:fld id="{C6AA1D28-241D-4D24-88F3-BF4725C3A657}" type="slidenum">
              <a:rPr lang="en-CA" smtClean="0"/>
              <a:t>‹#›</a:t>
            </a:fld>
            <a:endParaRPr lang="en-CA"/>
          </a:p>
        </p:txBody>
      </p:sp>
    </p:spTree>
    <p:extLst>
      <p:ext uri="{BB962C8B-B14F-4D97-AF65-F5344CB8AC3E}">
        <p14:creationId xmlns:p14="http://schemas.microsoft.com/office/powerpoint/2010/main" val="4908365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1571F-6F3F-465C-BDDA-C35DB21F74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32F0E3BA-F767-4AD1-934C-F0D08B124F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FD4EB9D3-36B2-41BE-877D-A7CB6B09B9B3}"/>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5" name="Footer Placeholder 4">
            <a:extLst>
              <a:ext uri="{FF2B5EF4-FFF2-40B4-BE49-F238E27FC236}">
                <a16:creationId xmlns:a16="http://schemas.microsoft.com/office/drawing/2014/main" id="{6D2E8D13-33DA-46BA-875F-4AA681F6124B}"/>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28254922-2D7C-4647-B8D3-A36DA29156F8}"/>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10233939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8A65-9D5A-4A76-9B15-C5EAD67238A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7FB583C-5FE1-48A2-A1B7-B5F1937C9B6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19C8A3A-AB88-438F-AEC7-4EB345CC1ECD}"/>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5" name="Footer Placeholder 4">
            <a:extLst>
              <a:ext uri="{FF2B5EF4-FFF2-40B4-BE49-F238E27FC236}">
                <a16:creationId xmlns:a16="http://schemas.microsoft.com/office/drawing/2014/main" id="{842017D5-2F47-45AE-961D-7B7E6E544ABD}"/>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3B2094C3-8A2A-4BF9-BFD5-B0B0315AC218}"/>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35793096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CE025-2B7D-4AFD-BAF3-84883C9227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B4668D5-72B7-481C-A942-4F3BAB3FAE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1D17572-1817-492C-BF29-79AB1F1817E5}"/>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5" name="Footer Placeholder 4">
            <a:extLst>
              <a:ext uri="{FF2B5EF4-FFF2-40B4-BE49-F238E27FC236}">
                <a16:creationId xmlns:a16="http://schemas.microsoft.com/office/drawing/2014/main" id="{03166048-EA41-458F-865A-DE1AA0DEDD4D}"/>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E5582025-DE74-4847-8236-BDCE9FB612A7}"/>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38680612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F70C-C3B2-4973-A75B-5C95BD45B75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4D69AE3-E4FA-4064-B974-88AD8E79C32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EA5EB33-983A-4032-AB50-66E8608E6DB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893BA0F-CBB3-4AB6-A1E1-61F137890C85}"/>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6" name="Footer Placeholder 5">
            <a:extLst>
              <a:ext uri="{FF2B5EF4-FFF2-40B4-BE49-F238E27FC236}">
                <a16:creationId xmlns:a16="http://schemas.microsoft.com/office/drawing/2014/main" id="{C2F7196C-2D5A-42FB-8DCC-ACDC8165FE7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1B852243-DCB5-48B1-A87E-A9EE32F4D2A3}"/>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8023611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0999-B7E3-4E84-8895-6EA2FB75466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9B2ED66-D53E-4A48-B97E-C9BDF3A453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292BDA0-6CFE-40A2-A52F-0F708AC1079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C285A356-1A60-465A-88E1-D7E5C4FCE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C414F29-16BD-4C4D-B249-BB3AC11014D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01A9622-5ADE-4F4E-B11C-AA731D936EA2}"/>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8" name="Footer Placeholder 7">
            <a:extLst>
              <a:ext uri="{FF2B5EF4-FFF2-40B4-BE49-F238E27FC236}">
                <a16:creationId xmlns:a16="http://schemas.microsoft.com/office/drawing/2014/main" id="{42040E6D-3718-45DA-BD04-CD344DE95F07}"/>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0DD0055E-31B8-4E09-90A3-3BFF496F4ABB}"/>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31284236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0999-B7E3-4E84-8895-6EA2FB75466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9B2ED66-D53E-4A48-B97E-C9BDF3A4533B}"/>
              </a:ext>
            </a:extLst>
          </p:cNvPr>
          <p:cNvSpPr>
            <a:spLocks noGrp="1"/>
          </p:cNvSpPr>
          <p:nvPr>
            <p:ph type="body" idx="1"/>
          </p:nvPr>
        </p:nvSpPr>
        <p:spPr>
          <a:xfrm>
            <a:off x="839789" y="1681163"/>
            <a:ext cx="3049587" cy="823912"/>
          </a:xfrm>
        </p:spPr>
        <p:txBody>
          <a:bodyPr anchor="b"/>
          <a:lstStyle>
            <a:lvl1pPr marL="0" indent="0">
              <a:buNone/>
              <a:defRPr sz="2400" b="1">
                <a:solidFill>
                  <a:srgbClr val="64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292BDA0-6CFE-40A2-A52F-0F708AC1079C}"/>
              </a:ext>
            </a:extLst>
          </p:cNvPr>
          <p:cNvSpPr>
            <a:spLocks noGrp="1"/>
          </p:cNvSpPr>
          <p:nvPr>
            <p:ph sz="half" idx="2"/>
          </p:nvPr>
        </p:nvSpPr>
        <p:spPr>
          <a:xfrm>
            <a:off x="839789" y="2505075"/>
            <a:ext cx="30495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01A9622-5ADE-4F4E-B11C-AA731D936EA2}"/>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8" name="Footer Placeholder 7">
            <a:extLst>
              <a:ext uri="{FF2B5EF4-FFF2-40B4-BE49-F238E27FC236}">
                <a16:creationId xmlns:a16="http://schemas.microsoft.com/office/drawing/2014/main" id="{42040E6D-3718-45DA-BD04-CD344DE95F07}"/>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0DD0055E-31B8-4E09-90A3-3BFF496F4ABB}"/>
              </a:ext>
            </a:extLst>
          </p:cNvPr>
          <p:cNvSpPr>
            <a:spLocks noGrp="1"/>
          </p:cNvSpPr>
          <p:nvPr>
            <p:ph type="sldNum" sz="quarter" idx="12"/>
          </p:nvPr>
        </p:nvSpPr>
        <p:spPr/>
        <p:txBody>
          <a:bodyPr/>
          <a:lstStyle/>
          <a:p>
            <a:fld id="{E4CC0E75-03EE-4E86-93D2-066F3EB2A4E8}" type="slidenum">
              <a:rPr lang="en-CA" smtClean="0"/>
              <a:t>‹#›</a:t>
            </a:fld>
            <a:endParaRPr lang="en-CA"/>
          </a:p>
        </p:txBody>
      </p:sp>
      <p:sp>
        <p:nvSpPr>
          <p:cNvPr id="10" name="Text Placeholder 2">
            <a:extLst>
              <a:ext uri="{FF2B5EF4-FFF2-40B4-BE49-F238E27FC236}">
                <a16:creationId xmlns:a16="http://schemas.microsoft.com/office/drawing/2014/main" id="{57E37222-EFF1-4763-86A9-A730EDCBA790}"/>
              </a:ext>
            </a:extLst>
          </p:cNvPr>
          <p:cNvSpPr>
            <a:spLocks noGrp="1"/>
          </p:cNvSpPr>
          <p:nvPr>
            <p:ph type="body" idx="13"/>
          </p:nvPr>
        </p:nvSpPr>
        <p:spPr>
          <a:xfrm>
            <a:off x="4562169" y="1690688"/>
            <a:ext cx="3049587" cy="823912"/>
          </a:xfrm>
        </p:spPr>
        <p:txBody>
          <a:bodyPr anchor="b"/>
          <a:lstStyle>
            <a:lvl1pPr marL="0" indent="0">
              <a:buNone/>
              <a:defRPr sz="2400" b="1">
                <a:solidFill>
                  <a:srgbClr val="64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1" name="Content Placeholder 3">
            <a:extLst>
              <a:ext uri="{FF2B5EF4-FFF2-40B4-BE49-F238E27FC236}">
                <a16:creationId xmlns:a16="http://schemas.microsoft.com/office/drawing/2014/main" id="{724B3455-8427-4914-9701-64DA643CCCA6}"/>
              </a:ext>
            </a:extLst>
          </p:cNvPr>
          <p:cNvSpPr>
            <a:spLocks noGrp="1"/>
          </p:cNvSpPr>
          <p:nvPr>
            <p:ph sz="half" idx="14"/>
          </p:nvPr>
        </p:nvSpPr>
        <p:spPr>
          <a:xfrm>
            <a:off x="4572001" y="2514600"/>
            <a:ext cx="30495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2" name="Text Placeholder 2">
            <a:extLst>
              <a:ext uri="{FF2B5EF4-FFF2-40B4-BE49-F238E27FC236}">
                <a16:creationId xmlns:a16="http://schemas.microsoft.com/office/drawing/2014/main" id="{A5F54573-9DCF-4CF5-8EA1-DE14D20BC0B0}"/>
              </a:ext>
            </a:extLst>
          </p:cNvPr>
          <p:cNvSpPr>
            <a:spLocks noGrp="1"/>
          </p:cNvSpPr>
          <p:nvPr>
            <p:ph type="body" idx="15"/>
          </p:nvPr>
        </p:nvSpPr>
        <p:spPr>
          <a:xfrm>
            <a:off x="8304213" y="1700213"/>
            <a:ext cx="3049587" cy="823912"/>
          </a:xfrm>
        </p:spPr>
        <p:txBody>
          <a:bodyPr anchor="b"/>
          <a:lstStyle>
            <a:lvl1pPr marL="0" indent="0">
              <a:buNone/>
              <a:defRPr sz="2400" b="1">
                <a:solidFill>
                  <a:srgbClr val="6400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3">
            <a:extLst>
              <a:ext uri="{FF2B5EF4-FFF2-40B4-BE49-F238E27FC236}">
                <a16:creationId xmlns:a16="http://schemas.microsoft.com/office/drawing/2014/main" id="{E1D88DE3-C686-4E90-BC84-BB989068DB8C}"/>
              </a:ext>
            </a:extLst>
          </p:cNvPr>
          <p:cNvSpPr>
            <a:spLocks noGrp="1"/>
          </p:cNvSpPr>
          <p:nvPr>
            <p:ph sz="half" idx="16"/>
          </p:nvPr>
        </p:nvSpPr>
        <p:spPr>
          <a:xfrm>
            <a:off x="8304213" y="2524125"/>
            <a:ext cx="30495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813672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140CD-2979-4706-971C-4FC972E0311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21BD080-BBAA-47CA-AFED-D1066DD80E04}"/>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4" name="Footer Placeholder 3">
            <a:extLst>
              <a:ext uri="{FF2B5EF4-FFF2-40B4-BE49-F238E27FC236}">
                <a16:creationId xmlns:a16="http://schemas.microsoft.com/office/drawing/2014/main" id="{77301519-2CB7-41B8-8AE0-803A323B14B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0FC11D14-93F8-4997-BB46-CB472427B37C}"/>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14917462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9DE15B-EAFC-4670-B208-D90CD076A8C8}"/>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3" name="Footer Placeholder 2">
            <a:extLst>
              <a:ext uri="{FF2B5EF4-FFF2-40B4-BE49-F238E27FC236}">
                <a16:creationId xmlns:a16="http://schemas.microsoft.com/office/drawing/2014/main" id="{FE2121FA-6A9D-4B1E-BB12-84766FF2E18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4" name="Slide Number Placeholder 3">
            <a:extLst>
              <a:ext uri="{FF2B5EF4-FFF2-40B4-BE49-F238E27FC236}">
                <a16:creationId xmlns:a16="http://schemas.microsoft.com/office/drawing/2014/main" id="{44723A87-E520-4299-A2DB-E334A5415E50}"/>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36491905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14430-A6D3-4333-BB93-B47DECCE7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2DACD80-6434-4124-93F8-12220763D9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098A793-4893-4CE4-BB92-DE15020AD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9FEE06B-6495-4A90-A019-7175689DF612}"/>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6" name="Footer Placeholder 5">
            <a:extLst>
              <a:ext uri="{FF2B5EF4-FFF2-40B4-BE49-F238E27FC236}">
                <a16:creationId xmlns:a16="http://schemas.microsoft.com/office/drawing/2014/main" id="{B3299D83-9F5D-4C34-B730-AD4486C6B62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B5905F8F-8688-4D52-A24B-3957D9A263FC}"/>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42331290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F2632-0C3D-4185-9660-6EE2DDC960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55293AA-5261-4158-9665-39E58E869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8806E5E-6596-416C-A574-D0CFB5440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6D8BE34-7A87-43E1-8416-28A58108E900}"/>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6" name="Footer Placeholder 5">
            <a:extLst>
              <a:ext uri="{FF2B5EF4-FFF2-40B4-BE49-F238E27FC236}">
                <a16:creationId xmlns:a16="http://schemas.microsoft.com/office/drawing/2014/main" id="{02BE8B2B-F6BD-494B-9DF9-52859552AB03}"/>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13D71DD0-A9EC-4F93-BB89-A84A479437A7}"/>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21210042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DDF13-CD46-4F56-8D48-03FF6A13075C}"/>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EB7A43D-C327-4614-A1C8-38BF9105C59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0DF778-1F21-4071-9492-CD252F892C3C}"/>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5" name="Footer Placeholder 4">
            <a:extLst>
              <a:ext uri="{FF2B5EF4-FFF2-40B4-BE49-F238E27FC236}">
                <a16:creationId xmlns:a16="http://schemas.microsoft.com/office/drawing/2014/main" id="{29C2F96A-57D7-4ED3-83B1-B8BAB37656A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5F3D7A65-3DB5-48D1-8ABA-023D02367E71}"/>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314889191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007-DC12-450E-9D0C-ED81E201AA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E965AA4-188E-43F2-98CB-EBC6ABC5B14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CEF8F97-106B-4C8E-9C29-324CEFD3C6B2}"/>
              </a:ext>
            </a:extLst>
          </p:cNvPr>
          <p:cNvSpPr>
            <a:spLocks noGrp="1"/>
          </p:cNvSpPr>
          <p:nvPr>
            <p:ph type="dt" sz="half" idx="10"/>
          </p:nvPr>
        </p:nvSpPr>
        <p:spPr>
          <a:xfrm>
            <a:off x="838200" y="6356350"/>
            <a:ext cx="2743200" cy="365125"/>
          </a:xfrm>
          <a:prstGeom prst="rect">
            <a:avLst/>
          </a:prstGeom>
        </p:spPr>
        <p:txBody>
          <a:bodyPr/>
          <a:lstStyle/>
          <a:p>
            <a:fld id="{E8E8DC9B-B953-4618-8398-60022EA21187}" type="datetimeFigureOut">
              <a:rPr lang="en-CA" smtClean="0"/>
              <a:t>2025-10-28</a:t>
            </a:fld>
            <a:endParaRPr lang="en-CA"/>
          </a:p>
        </p:txBody>
      </p:sp>
      <p:sp>
        <p:nvSpPr>
          <p:cNvPr id="5" name="Footer Placeholder 4">
            <a:extLst>
              <a:ext uri="{FF2B5EF4-FFF2-40B4-BE49-F238E27FC236}">
                <a16:creationId xmlns:a16="http://schemas.microsoft.com/office/drawing/2014/main" id="{D884DA1F-008B-4AD3-85BB-F2137927A687}"/>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89235C78-E1E7-457F-A64D-412457FD551D}"/>
              </a:ext>
            </a:extLst>
          </p:cNvPr>
          <p:cNvSpPr>
            <a:spLocks noGrp="1"/>
          </p:cNvSpPr>
          <p:nvPr>
            <p:ph type="sldNum" sz="quarter" idx="12"/>
          </p:nvPr>
        </p:nvSpPr>
        <p:spPr/>
        <p:txBody>
          <a:bodyPr/>
          <a:lstStyle/>
          <a:p>
            <a:fld id="{E4CC0E75-03EE-4E86-93D2-066F3EB2A4E8}" type="slidenum">
              <a:rPr lang="en-CA" smtClean="0"/>
              <a:t>‹#›</a:t>
            </a:fld>
            <a:endParaRPr lang="en-CA"/>
          </a:p>
        </p:txBody>
      </p:sp>
    </p:spTree>
    <p:extLst>
      <p:ext uri="{BB962C8B-B14F-4D97-AF65-F5344CB8AC3E}">
        <p14:creationId xmlns:p14="http://schemas.microsoft.com/office/powerpoint/2010/main" val="5983661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7195-5843-45C8-950E-2ED80F9064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5318355-B1C9-4C08-958C-31BE2969CD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C8A8E73-876C-400A-AB7C-4400C64B815F}"/>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5" name="Footer Placeholder 4">
            <a:extLst>
              <a:ext uri="{FF2B5EF4-FFF2-40B4-BE49-F238E27FC236}">
                <a16:creationId xmlns:a16="http://schemas.microsoft.com/office/drawing/2014/main" id="{17BCAF86-3672-4E1F-A4C7-2A3A3C5CECF2}"/>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A72A57C0-29C8-423D-B633-6B9C11A84AEE}"/>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20558204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050D8-3BAC-40E0-AB61-A55CC715E2E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20A9F28-24F1-4AE4-987C-581663DD162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13306C2-74EE-4F3B-B06D-1A356D2F8B1A}"/>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5" name="Footer Placeholder 4">
            <a:extLst>
              <a:ext uri="{FF2B5EF4-FFF2-40B4-BE49-F238E27FC236}">
                <a16:creationId xmlns:a16="http://schemas.microsoft.com/office/drawing/2014/main" id="{6DC13090-D593-4C46-A61D-3765D1EFFEB2}"/>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FE7658A0-5F1E-418B-94A7-5B3D07B6FF8D}"/>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19204328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7AFEE-D633-4192-BB8B-B9C77E5ED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9ED7F9E-0ABE-434B-B2E1-976DF98191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4783FD0-E105-452D-984C-CE32DDC5C4FB}"/>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5" name="Footer Placeholder 4">
            <a:extLst>
              <a:ext uri="{FF2B5EF4-FFF2-40B4-BE49-F238E27FC236}">
                <a16:creationId xmlns:a16="http://schemas.microsoft.com/office/drawing/2014/main" id="{6F5158BB-42AD-454C-AD62-8372C96811A3}"/>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42CC9472-BE87-49BE-9C21-DD212DF0C6DC}"/>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35207882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5BE0C-B46F-462D-A91E-6AEA686198E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8A3100A-B01F-49EE-944D-B997C9A3958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5E2E9D7E-96B7-417C-9E62-BC95433CA2D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02CD654-F0C0-4361-BB36-250BEE22FDE8}"/>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6" name="Footer Placeholder 5">
            <a:extLst>
              <a:ext uri="{FF2B5EF4-FFF2-40B4-BE49-F238E27FC236}">
                <a16:creationId xmlns:a16="http://schemas.microsoft.com/office/drawing/2014/main" id="{8ECDEE29-B6F9-4982-9A69-5DAEB19E7BA1}"/>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7E9BEFF6-C5D0-49D6-A417-AB37E4EDE950}"/>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18345462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0C6DD-3ED2-486B-9451-5CA43933A9D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610BCBF-BE70-41B5-941A-C32350ED2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53D873-4259-47B8-A570-1312B81D1B6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2C96209-BEB3-4A1E-A907-143E2AA249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E21006B-70FE-4EAE-8F56-54726A533C3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BEDEFCA-19D2-4A90-AED1-510A237EB67C}"/>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8" name="Footer Placeholder 7">
            <a:extLst>
              <a:ext uri="{FF2B5EF4-FFF2-40B4-BE49-F238E27FC236}">
                <a16:creationId xmlns:a16="http://schemas.microsoft.com/office/drawing/2014/main" id="{8F7155EA-29B3-41C8-A3AD-ED77ECD50966}"/>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9" name="Slide Number Placeholder 8">
            <a:extLst>
              <a:ext uri="{FF2B5EF4-FFF2-40B4-BE49-F238E27FC236}">
                <a16:creationId xmlns:a16="http://schemas.microsoft.com/office/drawing/2014/main" id="{07C2FB77-67CF-48B1-BB17-1B632B88DD3F}"/>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18232026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CA9A-3FF2-4819-9D5B-DBA5B466375A}"/>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5FD131C-F117-4650-8274-EAC8192D04C8}"/>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4" name="Footer Placeholder 3">
            <a:extLst>
              <a:ext uri="{FF2B5EF4-FFF2-40B4-BE49-F238E27FC236}">
                <a16:creationId xmlns:a16="http://schemas.microsoft.com/office/drawing/2014/main" id="{F09768E0-9D6C-4BA2-8EE7-5756B5FB18D8}"/>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5" name="Slide Number Placeholder 4">
            <a:extLst>
              <a:ext uri="{FF2B5EF4-FFF2-40B4-BE49-F238E27FC236}">
                <a16:creationId xmlns:a16="http://schemas.microsoft.com/office/drawing/2014/main" id="{495543D1-0CE6-4AC6-B526-8AE0BED823AF}"/>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30809341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804983-EEDC-4B17-8A25-D73F4946577E}"/>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3" name="Footer Placeholder 2">
            <a:extLst>
              <a:ext uri="{FF2B5EF4-FFF2-40B4-BE49-F238E27FC236}">
                <a16:creationId xmlns:a16="http://schemas.microsoft.com/office/drawing/2014/main" id="{4927B616-97D8-4A10-9D94-D87F7D91C5C2}"/>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4" name="Slide Number Placeholder 3">
            <a:extLst>
              <a:ext uri="{FF2B5EF4-FFF2-40B4-BE49-F238E27FC236}">
                <a16:creationId xmlns:a16="http://schemas.microsoft.com/office/drawing/2014/main" id="{32AAC4CA-6967-42E7-99EF-48EC61E9032A}"/>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10856780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778F-E35A-4CCE-A423-9E1C8E36D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F5DE7F5-956D-4B95-A76C-FA97DAC8DD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D23A6C9-7E8E-4F80-A4BA-505B9B6C1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32DF1D-C7EE-4A2B-93F9-8E07C7E217BF}"/>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6" name="Footer Placeholder 5">
            <a:extLst>
              <a:ext uri="{FF2B5EF4-FFF2-40B4-BE49-F238E27FC236}">
                <a16:creationId xmlns:a16="http://schemas.microsoft.com/office/drawing/2014/main" id="{3FCE4D7F-71D1-4E0D-8165-CA62F53A235C}"/>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67AC1DD4-ED7F-49D5-B799-4A54C3E6AA90}"/>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20492647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255A6-06BD-4D70-B7B4-D5EEC9AAC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2DFA956-0856-4DF6-8AFD-4CD05A13DC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25D6EB2D-BEC2-4F1D-9A85-87CB857B5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34CFDF3-69D6-4EA4-ACB2-1669AEA78A78}"/>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6" name="Footer Placeholder 5">
            <a:extLst>
              <a:ext uri="{FF2B5EF4-FFF2-40B4-BE49-F238E27FC236}">
                <a16:creationId xmlns:a16="http://schemas.microsoft.com/office/drawing/2014/main" id="{05117BAC-0D33-495A-8346-2F4C9E89D78A}"/>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4E2B0AD4-9C64-463E-9534-024D0396442B}"/>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17315483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1D92-3F9A-4B92-B557-969B99B44A6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8A164CC8-E88C-468C-B32D-B39F14286DD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D6A68FD-5283-4170-A3CB-95CA94C7E5FB}"/>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5" name="Footer Placeholder 4">
            <a:extLst>
              <a:ext uri="{FF2B5EF4-FFF2-40B4-BE49-F238E27FC236}">
                <a16:creationId xmlns:a16="http://schemas.microsoft.com/office/drawing/2014/main" id="{C3D4E819-13F4-44E4-852B-9FBB72615F96}"/>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E03AB20C-BDE1-425B-AE72-65735CB37F34}"/>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6162046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74FF9E-71A9-4103-AD3C-3971F46017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1FA2403-1515-4293-A874-2BD0D3A04BE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E5F6BFE-2A18-4ED1-AAF2-12FF92465DD1}"/>
              </a:ext>
            </a:extLst>
          </p:cNvPr>
          <p:cNvSpPr>
            <a:spLocks noGrp="1"/>
          </p:cNvSpPr>
          <p:nvPr>
            <p:ph type="dt" sz="half" idx="10"/>
          </p:nvPr>
        </p:nvSpPr>
        <p:spPr>
          <a:xfrm>
            <a:off x="838200" y="6356350"/>
            <a:ext cx="2743200" cy="365125"/>
          </a:xfrm>
          <a:prstGeom prst="rect">
            <a:avLst/>
          </a:prstGeom>
        </p:spPr>
        <p:txBody>
          <a:bodyPr/>
          <a:lstStyle/>
          <a:p>
            <a:fld id="{7DFB0CC5-22AE-47AB-AF71-B4A42B63259B}" type="datetimeFigureOut">
              <a:rPr lang="en-CA" smtClean="0"/>
              <a:t>2025-10-28</a:t>
            </a:fld>
            <a:endParaRPr lang="en-CA"/>
          </a:p>
        </p:txBody>
      </p:sp>
      <p:sp>
        <p:nvSpPr>
          <p:cNvPr id="5" name="Footer Placeholder 4">
            <a:extLst>
              <a:ext uri="{FF2B5EF4-FFF2-40B4-BE49-F238E27FC236}">
                <a16:creationId xmlns:a16="http://schemas.microsoft.com/office/drawing/2014/main" id="{71BC5C1B-E9EC-4219-8AA6-ADAD3CF9F544}"/>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6" name="Slide Number Placeholder 5">
            <a:extLst>
              <a:ext uri="{FF2B5EF4-FFF2-40B4-BE49-F238E27FC236}">
                <a16:creationId xmlns:a16="http://schemas.microsoft.com/office/drawing/2014/main" id="{35845287-FCF1-445C-BDE3-27B3C1B54BC0}"/>
              </a:ext>
            </a:extLst>
          </p:cNvPr>
          <p:cNvSpPr>
            <a:spLocks noGrp="1"/>
          </p:cNvSpPr>
          <p:nvPr>
            <p:ph type="sldNum" sz="quarter" idx="12"/>
          </p:nvPr>
        </p:nvSpPr>
        <p:spPr/>
        <p:txBody>
          <a:bodyPr/>
          <a:lstStyle/>
          <a:p>
            <a:fld id="{681E94FC-2C4F-4C48-AB39-32FDE4759F7B}" type="slidenum">
              <a:rPr lang="en-CA" smtClean="0"/>
              <a:t>‹#›</a:t>
            </a:fld>
            <a:endParaRPr lang="en-CA"/>
          </a:p>
        </p:txBody>
      </p:sp>
    </p:spTree>
    <p:extLst>
      <p:ext uri="{BB962C8B-B14F-4D97-AF65-F5344CB8AC3E}">
        <p14:creationId xmlns:p14="http://schemas.microsoft.com/office/powerpoint/2010/main" val="1922020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96E81-BAF1-4C3A-8109-494F74A53DD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B6FAC82-B373-4A6D-9EC8-304BF2EB591D}"/>
              </a:ext>
            </a:extLst>
          </p:cNvPr>
          <p:cNvSpPr>
            <a:spLocks noGrp="1"/>
          </p:cNvSpPr>
          <p:nvPr>
            <p:ph sz="half" idx="1"/>
          </p:nvPr>
        </p:nvSpPr>
        <p:spPr>
          <a:xfrm>
            <a:off x="838200" y="1825625"/>
            <a:ext cx="32004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4669AFF-43C4-4213-9A93-5BD0E6E92AC1}"/>
              </a:ext>
            </a:extLst>
          </p:cNvPr>
          <p:cNvSpPr>
            <a:spLocks noGrp="1"/>
          </p:cNvSpPr>
          <p:nvPr>
            <p:ph type="dt" sz="half" idx="10"/>
          </p:nvPr>
        </p:nvSpPr>
        <p:spPr>
          <a:xfrm>
            <a:off x="838200" y="6356350"/>
            <a:ext cx="2743200" cy="365125"/>
          </a:xfrm>
          <a:prstGeom prst="rect">
            <a:avLst/>
          </a:prstGeom>
        </p:spPr>
        <p:txBody>
          <a:bodyPr/>
          <a:lstStyle/>
          <a:p>
            <a:fld id="{8610CD84-7982-4137-A502-81CCC13FD7E1}" type="datetimeFigureOut">
              <a:rPr lang="en-CA" smtClean="0"/>
              <a:t>2025-10-28</a:t>
            </a:fld>
            <a:endParaRPr lang="en-CA"/>
          </a:p>
        </p:txBody>
      </p:sp>
      <p:sp>
        <p:nvSpPr>
          <p:cNvPr id="6" name="Footer Placeholder 5">
            <a:extLst>
              <a:ext uri="{FF2B5EF4-FFF2-40B4-BE49-F238E27FC236}">
                <a16:creationId xmlns:a16="http://schemas.microsoft.com/office/drawing/2014/main" id="{17B7E096-FACB-401A-A6ED-20F7F7F00F4B}"/>
              </a:ext>
            </a:extLst>
          </p:cNvPr>
          <p:cNvSpPr>
            <a:spLocks noGrp="1"/>
          </p:cNvSpPr>
          <p:nvPr>
            <p:ph type="ftr" sz="quarter" idx="11"/>
          </p:nvPr>
        </p:nvSpPr>
        <p:spPr>
          <a:xfrm>
            <a:off x="4038600" y="6356350"/>
            <a:ext cx="4114800" cy="365125"/>
          </a:xfrm>
          <a:prstGeom prst="rect">
            <a:avLst/>
          </a:prstGeom>
        </p:spPr>
        <p:txBody>
          <a:bodyPr/>
          <a:lstStyle/>
          <a:p>
            <a:endParaRPr lang="en-CA"/>
          </a:p>
        </p:txBody>
      </p:sp>
      <p:sp>
        <p:nvSpPr>
          <p:cNvPr id="7" name="Slide Number Placeholder 6">
            <a:extLst>
              <a:ext uri="{FF2B5EF4-FFF2-40B4-BE49-F238E27FC236}">
                <a16:creationId xmlns:a16="http://schemas.microsoft.com/office/drawing/2014/main" id="{AE09E9CB-E13D-4100-882F-29406D09BBC5}"/>
              </a:ext>
            </a:extLst>
          </p:cNvPr>
          <p:cNvSpPr>
            <a:spLocks noGrp="1"/>
          </p:cNvSpPr>
          <p:nvPr>
            <p:ph type="sldNum" sz="quarter" idx="12"/>
          </p:nvPr>
        </p:nvSpPr>
        <p:spPr/>
        <p:txBody>
          <a:bodyPr/>
          <a:lstStyle/>
          <a:p>
            <a:fld id="{C6AA1D28-241D-4D24-88F3-BF4725C3A657}" type="slidenum">
              <a:rPr lang="en-CA" smtClean="0"/>
              <a:t>‹#›</a:t>
            </a:fld>
            <a:endParaRPr lang="en-CA"/>
          </a:p>
        </p:txBody>
      </p:sp>
      <p:sp>
        <p:nvSpPr>
          <p:cNvPr id="8" name="Content Placeholder 2">
            <a:extLst>
              <a:ext uri="{FF2B5EF4-FFF2-40B4-BE49-F238E27FC236}">
                <a16:creationId xmlns:a16="http://schemas.microsoft.com/office/drawing/2014/main" id="{D204FECB-BC90-47F9-AF6E-203441FA8F2E}"/>
              </a:ext>
            </a:extLst>
          </p:cNvPr>
          <p:cNvSpPr>
            <a:spLocks noGrp="1"/>
          </p:cNvSpPr>
          <p:nvPr>
            <p:ph sz="half" idx="13"/>
          </p:nvPr>
        </p:nvSpPr>
        <p:spPr>
          <a:xfrm>
            <a:off x="4495800" y="1847850"/>
            <a:ext cx="32004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Content Placeholder 2">
            <a:extLst>
              <a:ext uri="{FF2B5EF4-FFF2-40B4-BE49-F238E27FC236}">
                <a16:creationId xmlns:a16="http://schemas.microsoft.com/office/drawing/2014/main" id="{DF661DE1-5317-4A08-ADA8-28D5A8788B24}"/>
              </a:ext>
            </a:extLst>
          </p:cNvPr>
          <p:cNvSpPr>
            <a:spLocks noGrp="1"/>
          </p:cNvSpPr>
          <p:nvPr>
            <p:ph sz="half" idx="14"/>
          </p:nvPr>
        </p:nvSpPr>
        <p:spPr>
          <a:xfrm>
            <a:off x="8166538" y="1825625"/>
            <a:ext cx="32004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882726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D6AA-1250-4CBD-BD48-66B2266C9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5DFD003-53A9-486A-AAF5-E74E0ACA50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19C60DE-90C6-4E80-8591-0913DDB812E8}"/>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5" name="Footer Placeholder 4">
            <a:extLst>
              <a:ext uri="{FF2B5EF4-FFF2-40B4-BE49-F238E27FC236}">
                <a16:creationId xmlns:a16="http://schemas.microsoft.com/office/drawing/2014/main" id="{863FA4E1-3A69-47A3-AEFE-4A9977246D5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E9D8D08-E4BD-431C-BBB1-EFF35BC3BBF2}"/>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29154410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FE4C-5D48-4E3A-9D58-20F7035489ED}"/>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22E894B-D56A-4722-AEDD-E65281C0BA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114833A-0B47-422B-8AF7-59E5DE4A373A}"/>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5" name="Footer Placeholder 4">
            <a:extLst>
              <a:ext uri="{FF2B5EF4-FFF2-40B4-BE49-F238E27FC236}">
                <a16:creationId xmlns:a16="http://schemas.microsoft.com/office/drawing/2014/main" id="{02269103-D6BC-4D20-8FB5-9E1A4A72754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03C48D5-8FB7-4982-ADAF-D1521D8D9138}"/>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21868287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8595-8EFB-472B-B66E-F0A7CBB2CC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867EC65-80E7-4993-A783-20BD361507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21CA32-9BBA-4073-A824-C9C0AA74E32D}"/>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5" name="Footer Placeholder 4">
            <a:extLst>
              <a:ext uri="{FF2B5EF4-FFF2-40B4-BE49-F238E27FC236}">
                <a16:creationId xmlns:a16="http://schemas.microsoft.com/office/drawing/2014/main" id="{5583EABE-2D65-4FA4-9C2A-D845759D902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60358C5-0C0A-44A2-B61B-ED8FBEF86925}"/>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7457355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6B25-ACCA-4119-8664-E364751CCDC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1658A42-6E14-4F67-9749-DDBB6F43E2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426FE130-70A3-478F-B642-721D4A0569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06976FB-5C52-4944-BFD5-85EA23E1C127}"/>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6" name="Footer Placeholder 5">
            <a:extLst>
              <a:ext uri="{FF2B5EF4-FFF2-40B4-BE49-F238E27FC236}">
                <a16:creationId xmlns:a16="http://schemas.microsoft.com/office/drawing/2014/main" id="{53C35771-E126-4EC5-89E2-07F8A8BFB41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88BF203-D6B1-4EE6-BA4E-9E3D8B14545E}"/>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26479108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3AE97-B289-4C91-B858-C13E757EB4D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14D2BD3-7088-48A4-9DF2-DA27C7D474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B5638D-7FCA-4B67-95BC-04591C2636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11BBB6C4-6806-41AF-AA26-A1C5846B17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876E62-C534-4D92-B159-FA2C38EB66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7648B9B-5FB6-41B5-8EE6-5956A0A48D1A}"/>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8" name="Footer Placeholder 7">
            <a:extLst>
              <a:ext uri="{FF2B5EF4-FFF2-40B4-BE49-F238E27FC236}">
                <a16:creationId xmlns:a16="http://schemas.microsoft.com/office/drawing/2014/main" id="{139DE558-78BD-4E62-B3FD-14C03BC6004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74C8D88-EB48-453C-97E9-EE0D5B6DC31F}"/>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14816749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61EB0-139B-42B7-8574-A3CD3D16004A}"/>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C57AFC8-B949-46B2-82D5-D607EF8BF35C}"/>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4" name="Footer Placeholder 3">
            <a:extLst>
              <a:ext uri="{FF2B5EF4-FFF2-40B4-BE49-F238E27FC236}">
                <a16:creationId xmlns:a16="http://schemas.microsoft.com/office/drawing/2014/main" id="{1D6B9F6F-1DD1-4723-8F16-86A58B8443E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B4D1EB27-24D1-44CB-86F4-4E65E744681A}"/>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311378125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CFC16E-603D-4658-ADC6-030A0A0ADE9E}"/>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3" name="Footer Placeholder 2">
            <a:extLst>
              <a:ext uri="{FF2B5EF4-FFF2-40B4-BE49-F238E27FC236}">
                <a16:creationId xmlns:a16="http://schemas.microsoft.com/office/drawing/2014/main" id="{F82CD076-28A8-4D8F-A3AA-76D4CD6D6F4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2FB5176-E5A3-4B7D-9EDA-179B4214AA9B}"/>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249429694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A6226-A496-4304-A05C-85F967909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45B210C-0CF4-4FFA-9382-2A40B41BA1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F6623CB8-5D8B-43FE-B1C3-2467FD091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88D277-9E4A-40FD-B142-5F52176A585F}"/>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6" name="Footer Placeholder 5">
            <a:extLst>
              <a:ext uri="{FF2B5EF4-FFF2-40B4-BE49-F238E27FC236}">
                <a16:creationId xmlns:a16="http://schemas.microsoft.com/office/drawing/2014/main" id="{F6E61B7E-7E61-4B29-942F-5E69FF6C338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79387BF-C490-4039-A157-BAB63C58F068}"/>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271124031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B66D-8AED-4992-BB54-CEF174523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7A9AE8DB-C9E0-439E-9F81-A1EEE2AF4D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a:p>
        </p:txBody>
      </p:sp>
      <p:sp>
        <p:nvSpPr>
          <p:cNvPr id="4" name="Text Placeholder 3">
            <a:extLst>
              <a:ext uri="{FF2B5EF4-FFF2-40B4-BE49-F238E27FC236}">
                <a16:creationId xmlns:a16="http://schemas.microsoft.com/office/drawing/2014/main" id="{763BBE28-5525-4A77-9450-2B174B2CF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E90E2A-294C-4F5A-B11F-B5C3D16653E9}"/>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6" name="Footer Placeholder 5">
            <a:extLst>
              <a:ext uri="{FF2B5EF4-FFF2-40B4-BE49-F238E27FC236}">
                <a16:creationId xmlns:a16="http://schemas.microsoft.com/office/drawing/2014/main" id="{24D37334-7FE7-49C2-85A5-BB25E60B7A2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9D0EE18-6C76-4A56-9DAD-784FBAACBB5A}"/>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331978617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D3B86-EA28-46FB-8F97-12F9B09F293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F79AC3A-2923-457E-8D58-F34AE4CB4F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90822D2-1032-4E36-BE85-44CB95744C12}"/>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5" name="Footer Placeholder 4">
            <a:extLst>
              <a:ext uri="{FF2B5EF4-FFF2-40B4-BE49-F238E27FC236}">
                <a16:creationId xmlns:a16="http://schemas.microsoft.com/office/drawing/2014/main" id="{44AF6AC6-3405-4265-BD3D-BF52C566D72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F1F0FFA-A55B-4E08-B7E2-94C782D7462C}"/>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30772969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E710A-DAF8-47E2-89C4-06FF5D611D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1DBEE1F-760D-4303-8CD1-5B35863593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A9FB57E-BE54-4BF8-91D6-D1637B891792}"/>
              </a:ext>
            </a:extLst>
          </p:cNvPr>
          <p:cNvSpPr>
            <a:spLocks noGrp="1"/>
          </p:cNvSpPr>
          <p:nvPr>
            <p:ph type="dt" sz="half" idx="10"/>
          </p:nvPr>
        </p:nvSpPr>
        <p:spPr/>
        <p:txBody>
          <a:bodyPr/>
          <a:lstStyle/>
          <a:p>
            <a:fld id="{DECC0F13-EBB1-43F7-9C6E-EF7D83A9F9E4}" type="datetimeFigureOut">
              <a:rPr lang="en-CA" smtClean="0"/>
              <a:t>2025-10-28</a:t>
            </a:fld>
            <a:endParaRPr lang="en-CA"/>
          </a:p>
        </p:txBody>
      </p:sp>
      <p:sp>
        <p:nvSpPr>
          <p:cNvPr id="5" name="Footer Placeholder 4">
            <a:extLst>
              <a:ext uri="{FF2B5EF4-FFF2-40B4-BE49-F238E27FC236}">
                <a16:creationId xmlns:a16="http://schemas.microsoft.com/office/drawing/2014/main" id="{EF978977-0BF3-4ED5-8760-6FC4D019C59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3AB1A8C-4CBC-4868-9E8F-9734EA9B3845}"/>
              </a:ext>
            </a:extLst>
          </p:cNvPr>
          <p:cNvSpPr>
            <a:spLocks noGrp="1"/>
          </p:cNvSpPr>
          <p:nvPr>
            <p:ph type="sldNum" sz="quarter" idx="12"/>
          </p:nvPr>
        </p:nvSpPr>
        <p:spPr/>
        <p:txBody>
          <a:bodyPr/>
          <a:lstStyle/>
          <a:p>
            <a:fld id="{4F8E6EDF-861F-4D32-9BBB-BA9F2EB93566}" type="slidenum">
              <a:rPr lang="en-CA" smtClean="0"/>
              <a:t>‹#›</a:t>
            </a:fld>
            <a:endParaRPr lang="en-CA"/>
          </a:p>
        </p:txBody>
      </p:sp>
    </p:spTree>
    <p:extLst>
      <p:ext uri="{BB962C8B-B14F-4D97-AF65-F5344CB8AC3E}">
        <p14:creationId xmlns:p14="http://schemas.microsoft.com/office/powerpoint/2010/main" val="41140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7FEFB6-069B-5466-CDC0-D9E7119562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7C44437-FC4C-8C3F-7485-514F81CF72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D956B6A-45D6-8683-EC06-9EC4C0C446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EF657C-75AF-4B7D-947C-8CDE2557322E}" type="datetimeFigureOut">
              <a:rPr lang="en-CA" smtClean="0"/>
              <a:t>2025-10-28</a:t>
            </a:fld>
            <a:endParaRPr lang="en-CA"/>
          </a:p>
        </p:txBody>
      </p:sp>
      <p:sp>
        <p:nvSpPr>
          <p:cNvPr id="5" name="Footer Placeholder 4">
            <a:extLst>
              <a:ext uri="{FF2B5EF4-FFF2-40B4-BE49-F238E27FC236}">
                <a16:creationId xmlns:a16="http://schemas.microsoft.com/office/drawing/2014/main" id="{259BE672-CC3E-0CF8-C3F0-C97D511AA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CA61ECD-EB44-2859-36A7-1DD7D9F450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D5765B-A541-4D6A-BA83-1D548EC88D30}" type="slidenum">
              <a:rPr lang="en-CA" smtClean="0"/>
              <a:t>‹#›</a:t>
            </a:fld>
            <a:endParaRPr lang="en-CA"/>
          </a:p>
        </p:txBody>
      </p:sp>
    </p:spTree>
    <p:extLst>
      <p:ext uri="{BB962C8B-B14F-4D97-AF65-F5344CB8AC3E}">
        <p14:creationId xmlns:p14="http://schemas.microsoft.com/office/powerpoint/2010/main" val="18199107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369E03-B306-626C-2545-0EE8D429B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C18F248-99EC-6EEC-CE7D-A87E017405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C2BF93D-6438-C1A4-EDE9-5A811A5D74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BC570D-9597-4612-B56F-7A2D141A09D9}" type="datetimeFigureOut">
              <a:rPr lang="en-CA" smtClean="0"/>
              <a:t>2025-10-28</a:t>
            </a:fld>
            <a:endParaRPr lang="en-CA"/>
          </a:p>
        </p:txBody>
      </p:sp>
      <p:sp>
        <p:nvSpPr>
          <p:cNvPr id="5" name="Footer Placeholder 4">
            <a:extLst>
              <a:ext uri="{FF2B5EF4-FFF2-40B4-BE49-F238E27FC236}">
                <a16:creationId xmlns:a16="http://schemas.microsoft.com/office/drawing/2014/main" id="{2FC56A89-CE9D-DF73-D60C-2A4990073E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E3F7F11C-F447-7D77-C9E2-B0D8EDE98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0698F0-ABDC-41DD-B1E2-D2EADA5D4B0E}" type="slidenum">
              <a:rPr lang="en-CA" smtClean="0"/>
              <a:t>‹#›</a:t>
            </a:fld>
            <a:endParaRPr lang="en-CA"/>
          </a:p>
        </p:txBody>
      </p:sp>
    </p:spTree>
    <p:extLst>
      <p:ext uri="{BB962C8B-B14F-4D97-AF65-F5344CB8AC3E}">
        <p14:creationId xmlns:p14="http://schemas.microsoft.com/office/powerpoint/2010/main" val="2865232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pic>
        <p:nvPicPr>
          <p:cNvPr id="7" name="Content Placeholder 11">
            <a:extLst>
              <a:ext uri="{FF2B5EF4-FFF2-40B4-BE49-F238E27FC236}">
                <a16:creationId xmlns:a16="http://schemas.microsoft.com/office/drawing/2014/main" id="{C5A92D2D-FE6E-4CBE-9407-E2CFBC690DEC}"/>
              </a:ext>
            </a:extLst>
          </p:cNvPr>
          <p:cNvPicPr>
            <a:picLocks noChangeAspect="1"/>
          </p:cNvPicPr>
          <p:nvPr userDrawn="1"/>
        </p:nvPicPr>
        <p:blipFill rotWithShape="1">
          <a:blip r:embed="rId14" cstate="print">
            <a:extLst>
              <a:ext uri="{28A0092B-C50C-407E-A947-70E740481C1C}">
                <a14:useLocalDpi xmlns:a14="http://schemas.microsoft.com/office/drawing/2010/main"/>
              </a:ext>
            </a:extLst>
          </a:blip>
          <a:srcRect/>
          <a:stretch/>
        </p:blipFill>
        <p:spPr>
          <a:xfrm rot="10800000" flipH="1">
            <a:off x="-1" y="0"/>
            <a:ext cx="12192001" cy="1689100"/>
          </a:xfrm>
          <a:prstGeom prst="rect">
            <a:avLst/>
          </a:prstGeom>
        </p:spPr>
      </p:pic>
      <p:sp>
        <p:nvSpPr>
          <p:cNvPr id="2" name="Title Placeholder 1">
            <a:extLst>
              <a:ext uri="{FF2B5EF4-FFF2-40B4-BE49-F238E27FC236}">
                <a16:creationId xmlns:a16="http://schemas.microsoft.com/office/drawing/2014/main" id="{FB0C3D00-770B-4AA2-84DA-44D6BDCAE0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8AF5AEA-A3B9-4F10-B6CF-71E7CE4226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Slide Number Placeholder 5">
            <a:extLst>
              <a:ext uri="{FF2B5EF4-FFF2-40B4-BE49-F238E27FC236}">
                <a16:creationId xmlns:a16="http://schemas.microsoft.com/office/drawing/2014/main" id="{D03758AE-7446-4069-8708-CCD9E8BEDF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AA1D28-241D-4D24-88F3-BF4725C3A657}" type="slidenum">
              <a:rPr lang="en-CA" smtClean="0"/>
              <a:t>‹#›</a:t>
            </a:fld>
            <a:endParaRPr lang="en-CA"/>
          </a:p>
        </p:txBody>
      </p:sp>
    </p:spTree>
    <p:extLst>
      <p:ext uri="{BB962C8B-B14F-4D97-AF65-F5344CB8AC3E}">
        <p14:creationId xmlns:p14="http://schemas.microsoft.com/office/powerpoint/2010/main" val="20842124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ctr" defTabSz="914400" rtl="0" eaLnBrk="1" latinLnBrk="0" hangingPunct="1">
        <a:lnSpc>
          <a:spcPct val="90000"/>
        </a:lnSpc>
        <a:spcBef>
          <a:spcPct val="0"/>
        </a:spcBef>
        <a:buNone/>
        <a:defRPr sz="4400" b="1" kern="1200">
          <a:solidFill>
            <a:srgbClr val="640000"/>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64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64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64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64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01CCFE-CEA6-4CA8-B910-E8CDEF4B3689}"/>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a:stretch/>
        </p:blipFill>
        <p:spPr>
          <a:xfrm flipH="1">
            <a:off x="0" y="3299870"/>
            <a:ext cx="4927600" cy="3558130"/>
          </a:xfrm>
          <a:prstGeom prst="rect">
            <a:avLst/>
          </a:prstGeom>
        </p:spPr>
      </p:pic>
      <p:sp>
        <p:nvSpPr>
          <p:cNvPr id="2" name="Title Placeholder 1">
            <a:extLst>
              <a:ext uri="{FF2B5EF4-FFF2-40B4-BE49-F238E27FC236}">
                <a16:creationId xmlns:a16="http://schemas.microsoft.com/office/drawing/2014/main" id="{A5AC32FE-7F01-44A3-957D-CD09118087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1FEE742-AD8C-41CF-A034-7D5DB76BD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Slide Number Placeholder 5">
            <a:extLst>
              <a:ext uri="{FF2B5EF4-FFF2-40B4-BE49-F238E27FC236}">
                <a16:creationId xmlns:a16="http://schemas.microsoft.com/office/drawing/2014/main" id="{5D39E6B1-A374-47F1-98DE-EDA929D40C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CC0E75-03EE-4E86-93D2-066F3EB2A4E8}" type="slidenum">
              <a:rPr lang="en-CA" smtClean="0"/>
              <a:t>‹#›</a:t>
            </a:fld>
            <a:endParaRPr lang="en-CA"/>
          </a:p>
        </p:txBody>
      </p:sp>
    </p:spTree>
    <p:extLst>
      <p:ext uri="{BB962C8B-B14F-4D97-AF65-F5344CB8AC3E}">
        <p14:creationId xmlns:p14="http://schemas.microsoft.com/office/powerpoint/2010/main" val="124121477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ctr" defTabSz="914400" rtl="0" eaLnBrk="1" latinLnBrk="0" hangingPunct="1">
        <a:lnSpc>
          <a:spcPct val="90000"/>
        </a:lnSpc>
        <a:spcBef>
          <a:spcPct val="0"/>
        </a:spcBef>
        <a:buNone/>
        <a:defRPr sz="4400" b="1" kern="1200">
          <a:solidFill>
            <a:srgbClr val="640000"/>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64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64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64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64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pic>
        <p:nvPicPr>
          <p:cNvPr id="8" name="Content Placeholder 11">
            <a:extLst>
              <a:ext uri="{FF2B5EF4-FFF2-40B4-BE49-F238E27FC236}">
                <a16:creationId xmlns:a16="http://schemas.microsoft.com/office/drawing/2014/main" id="{0CC28DBF-AFA9-4981-8ECD-91852B09FB68}"/>
              </a:ext>
            </a:extLst>
          </p:cNvPr>
          <p:cNvPicPr>
            <a:picLocks noChangeAspect="1"/>
          </p:cNvPicPr>
          <p:nvPr userDrawn="1"/>
        </p:nvPicPr>
        <p:blipFill rotWithShape="1">
          <a:blip r:embed="rId14" cstate="print">
            <a:extLst>
              <a:ext uri="{28A0092B-C50C-407E-A947-70E740481C1C}">
                <a14:useLocalDpi xmlns:a14="http://schemas.microsoft.com/office/drawing/2010/main"/>
              </a:ext>
            </a:extLst>
          </a:blip>
          <a:srcRect/>
          <a:stretch/>
        </p:blipFill>
        <p:spPr>
          <a:xfrm rot="10800000" flipH="1">
            <a:off x="-1" y="0"/>
            <a:ext cx="12192001" cy="1689100"/>
          </a:xfrm>
          <a:prstGeom prst="rect">
            <a:avLst/>
          </a:prstGeom>
        </p:spPr>
      </p:pic>
      <p:pic>
        <p:nvPicPr>
          <p:cNvPr id="7" name="Content Placeholder 11">
            <a:extLst>
              <a:ext uri="{FF2B5EF4-FFF2-40B4-BE49-F238E27FC236}">
                <a16:creationId xmlns:a16="http://schemas.microsoft.com/office/drawing/2014/main" id="{8BD4ECFA-30A9-487F-AE78-921F6FAC8841}"/>
              </a:ext>
            </a:extLst>
          </p:cNvPr>
          <p:cNvPicPr>
            <a:picLocks noChangeAspect="1"/>
          </p:cNvPicPr>
          <p:nvPr userDrawn="1"/>
        </p:nvPicPr>
        <p:blipFill rotWithShape="1">
          <a:blip r:embed="rId14" cstate="print">
            <a:extLst>
              <a:ext uri="{28A0092B-C50C-407E-A947-70E740481C1C}">
                <a14:useLocalDpi xmlns:a14="http://schemas.microsoft.com/office/drawing/2010/main"/>
              </a:ext>
            </a:extLst>
          </a:blip>
          <a:srcRect/>
          <a:stretch/>
        </p:blipFill>
        <p:spPr>
          <a:xfrm flipH="1">
            <a:off x="-1" y="5168896"/>
            <a:ext cx="12192001" cy="1689103"/>
          </a:xfrm>
          <a:prstGeom prst="rect">
            <a:avLst/>
          </a:prstGeom>
        </p:spPr>
      </p:pic>
      <p:sp>
        <p:nvSpPr>
          <p:cNvPr id="2" name="Title Placeholder 1">
            <a:extLst>
              <a:ext uri="{FF2B5EF4-FFF2-40B4-BE49-F238E27FC236}">
                <a16:creationId xmlns:a16="http://schemas.microsoft.com/office/drawing/2014/main" id="{98142471-E6FB-435C-A0FB-F4D99B21FB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21D418A-FFE8-4D3B-BFA3-D179BE3DA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Slide Number Placeholder 5">
            <a:extLst>
              <a:ext uri="{FF2B5EF4-FFF2-40B4-BE49-F238E27FC236}">
                <a16:creationId xmlns:a16="http://schemas.microsoft.com/office/drawing/2014/main" id="{FD04D7C2-F6B5-4EE9-AF6B-2A3C3BA93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1E94FC-2C4F-4C48-AB39-32FDE4759F7B}" type="slidenum">
              <a:rPr lang="en-CA" smtClean="0"/>
              <a:t>‹#›</a:t>
            </a:fld>
            <a:endParaRPr lang="en-CA"/>
          </a:p>
        </p:txBody>
      </p:sp>
    </p:spTree>
    <p:extLst>
      <p:ext uri="{BB962C8B-B14F-4D97-AF65-F5344CB8AC3E}">
        <p14:creationId xmlns:p14="http://schemas.microsoft.com/office/powerpoint/2010/main" val="64372221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txStyles>
    <p:titleStyle>
      <a:lvl1pPr algn="ctr" defTabSz="914400" rtl="0" eaLnBrk="1" latinLnBrk="0" hangingPunct="1">
        <a:lnSpc>
          <a:spcPct val="90000"/>
        </a:lnSpc>
        <a:spcBef>
          <a:spcPct val="0"/>
        </a:spcBef>
        <a:buNone/>
        <a:defRPr sz="4400" b="1" kern="1200">
          <a:solidFill>
            <a:srgbClr val="640000"/>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640000"/>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640000"/>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0000"/>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640000"/>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640000"/>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21FFA-D34B-4BF2-A2D7-07A4062B7C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49DE4F9-7AF2-4447-B7EC-676E94F2F7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4107E27-9D46-41E7-8B91-40AD976B8D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C0F13-EBB1-43F7-9C6E-EF7D83A9F9E4}" type="datetimeFigureOut">
              <a:rPr lang="en-CA" smtClean="0"/>
              <a:t>2025-10-28</a:t>
            </a:fld>
            <a:endParaRPr lang="en-CA"/>
          </a:p>
        </p:txBody>
      </p:sp>
      <p:sp>
        <p:nvSpPr>
          <p:cNvPr id="5" name="Footer Placeholder 4">
            <a:extLst>
              <a:ext uri="{FF2B5EF4-FFF2-40B4-BE49-F238E27FC236}">
                <a16:creationId xmlns:a16="http://schemas.microsoft.com/office/drawing/2014/main" id="{FFF1CDD7-AFF3-4EA1-BB2A-71B9E3D2C4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1D383F55-7525-481A-A8A4-FC1719CA90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8E6EDF-861F-4D32-9BBB-BA9F2EB93566}" type="slidenum">
              <a:rPr lang="en-CA" smtClean="0"/>
              <a:t>‹#›</a:t>
            </a:fld>
            <a:endParaRPr lang="en-CA"/>
          </a:p>
        </p:txBody>
      </p:sp>
    </p:spTree>
    <p:extLst>
      <p:ext uri="{BB962C8B-B14F-4D97-AF65-F5344CB8AC3E}">
        <p14:creationId xmlns:p14="http://schemas.microsoft.com/office/powerpoint/2010/main" val="2229604776"/>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5.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5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3.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16.png"/><Relationship Id="rId7" Type="http://schemas.openxmlformats.org/officeDocument/2006/relationships/diagramQuickStyle" Target="../diagrams/quickStyle6.xml"/><Relationship Id="rId2" Type="http://schemas.openxmlformats.org/officeDocument/2006/relationships/notesSlide" Target="../notesSlides/notesSlide19.xml"/><Relationship Id="rId1" Type="http://schemas.openxmlformats.org/officeDocument/2006/relationships/slideLayout" Target="../slideLayouts/slideLayout54.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4.png"/><Relationship Id="rId9" Type="http://schemas.microsoft.com/office/2007/relationships/diagramDrawing" Target="../diagrams/drawing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5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51.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6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16.png"/><Relationship Id="rId7" Type="http://schemas.openxmlformats.org/officeDocument/2006/relationships/diagramQuickStyle" Target="../diagrams/quickStyle7.xml"/><Relationship Id="rId2" Type="http://schemas.openxmlformats.org/officeDocument/2006/relationships/notesSlide" Target="../notesSlides/notesSlide24.xml"/><Relationship Id="rId1" Type="http://schemas.openxmlformats.org/officeDocument/2006/relationships/slideLayout" Target="../slideLayouts/slideLayout54.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4.png"/><Relationship Id="rId9" Type="http://schemas.microsoft.com/office/2007/relationships/diagramDrawing" Target="../diagrams/drawing7.xml"/></Relationships>
</file>

<file path=ppt/slides/_rels/slide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5.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01D6FCE-E046-40FD-85E6-CB93D9B6AC2D}"/>
              </a:ext>
            </a:extLst>
          </p:cNvPr>
          <p:cNvSpPr>
            <a:spLocks noGrp="1"/>
          </p:cNvSpPr>
          <p:nvPr>
            <p:ph type="ctrTitle"/>
          </p:nvPr>
        </p:nvSpPr>
        <p:spPr>
          <a:xfrm>
            <a:off x="640080" y="320040"/>
            <a:ext cx="6692827" cy="3892669"/>
          </a:xfrm>
        </p:spPr>
        <p:txBody>
          <a:bodyPr vert="horz" lIns="91440" tIns="45720" rIns="91440" bIns="45720" rtlCol="0">
            <a:normAutofit fontScale="90000"/>
          </a:bodyPr>
          <a:lstStyle/>
          <a:p>
            <a:pPr algn="l"/>
            <a:r>
              <a:rPr lang="en-US" sz="4800" b="1" dirty="0">
                <a:latin typeface="ITC Stone Sans Std Medium" panose="020B0602030503020204" pitchFamily="34" charset="0"/>
                <a:cs typeface="Arial" panose="020B0604020202020204" pitchFamily="34" charset="0"/>
              </a:rPr>
              <a:t>Principles, frameworks, and prompts for action: perspectives on data sovereignty and ‘RDM’</a:t>
            </a:r>
            <a:endParaRPr lang="en-US" sz="4800" b="1" kern="1200" dirty="0">
              <a:latin typeface="+mj-lt"/>
              <a:ea typeface="+mj-ea"/>
              <a:cs typeface="+mj-cs"/>
            </a:endParaRPr>
          </a:p>
        </p:txBody>
      </p:sp>
      <p:sp>
        <p:nvSpPr>
          <p:cNvPr id="5" name="Content Placeholder 4">
            <a:extLst>
              <a:ext uri="{FF2B5EF4-FFF2-40B4-BE49-F238E27FC236}">
                <a16:creationId xmlns:a16="http://schemas.microsoft.com/office/drawing/2014/main" id="{8F5ADAFB-45F9-42CE-A418-B93F1E5FC890}"/>
              </a:ext>
            </a:extLst>
          </p:cNvPr>
          <p:cNvSpPr>
            <a:spLocks noGrp="1"/>
          </p:cNvSpPr>
          <p:nvPr>
            <p:ph type="subTitle" idx="1"/>
          </p:nvPr>
        </p:nvSpPr>
        <p:spPr>
          <a:xfrm>
            <a:off x="640080" y="4631161"/>
            <a:ext cx="6692827" cy="1569486"/>
          </a:xfrm>
        </p:spPr>
        <p:txBody>
          <a:bodyPr vert="horz" lIns="91440" tIns="45720" rIns="91440" bIns="45720" rtlCol="0">
            <a:normAutofit/>
          </a:bodyPr>
          <a:lstStyle/>
          <a:p>
            <a:pPr marL="457200" lvl="1" algn="l"/>
            <a:endParaRPr lang="en-US" sz="1100" dirty="0"/>
          </a:p>
          <a:p>
            <a:pPr marL="457200" lvl="1" algn="l"/>
            <a:r>
              <a:rPr lang="en-US" sz="1400" dirty="0"/>
              <a:t>Aaron Franks, PhD</a:t>
            </a:r>
          </a:p>
          <a:p>
            <a:pPr marL="457200" lvl="1" algn="l"/>
            <a:r>
              <a:rPr lang="en-US" sz="1400" dirty="0"/>
              <a:t>Research Lead, Data Sovereignty Research Collaboraitve</a:t>
            </a:r>
          </a:p>
          <a:p>
            <a:pPr marL="457200" lvl="1" algn="l"/>
            <a:r>
              <a:rPr lang="en-US" sz="1400" dirty="0"/>
              <a:t>First Nations Information Governance Centre</a:t>
            </a:r>
          </a:p>
          <a:p>
            <a:pPr marL="457200" lvl="1" algn="l"/>
            <a:r>
              <a:rPr lang="en-CA" sz="1400" dirty="0">
                <a:effectLst/>
                <a:latin typeface="Aptos" panose="020B0004020202020204" pitchFamily="34" charset="0"/>
                <a:ea typeface="Aptos" panose="020B0004020202020204" pitchFamily="34" charset="0"/>
                <a:cs typeface="Times New Roman" panose="02020603050405020304" pitchFamily="18" charset="0"/>
              </a:rPr>
              <a:t>Opening Doors to Data, CRDCN </a:t>
            </a:r>
            <a:r>
              <a:rPr lang="en-US" sz="1400" dirty="0">
                <a:effectLst/>
                <a:latin typeface="Aptos" panose="020B0004020202020204" pitchFamily="34" charset="0"/>
                <a:ea typeface="Aptos" panose="020B0004020202020204" pitchFamily="34" charset="0"/>
                <a:cs typeface="Times New Roman" panose="02020603050405020304" pitchFamily="18" charset="0"/>
              </a:rPr>
              <a:t>October 28</a:t>
            </a:r>
            <a:r>
              <a:rPr lang="en-US" sz="1400" dirty="0"/>
              <a:t>, 2025</a:t>
            </a:r>
          </a:p>
        </p:txBody>
      </p:sp>
      <p:sp>
        <p:nvSpPr>
          <p:cNvPr id="4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8B946A6-7787-449E-B8E0-34483D743EC2}"/>
              </a:ext>
            </a:extLst>
          </p:cNvPr>
          <p:cNvPicPr>
            <a:picLocks noChangeAspect="1"/>
          </p:cNvPicPr>
          <p:nvPr/>
        </p:nvPicPr>
        <p:blipFill rotWithShape="1">
          <a:blip r:embed="rId3" cstate="print">
            <a:extLst>
              <a:ext uri="{28A0092B-C50C-407E-A947-70E740481C1C}">
                <a14:useLocalDpi xmlns:a14="http://schemas.microsoft.com/office/drawing/2010/main"/>
              </a:ext>
            </a:extLst>
          </a:blip>
          <a:stretch/>
        </p:blipFill>
        <p:spPr>
          <a:xfrm flipH="1">
            <a:off x="7135091" y="1466338"/>
            <a:ext cx="4733821" cy="4916174"/>
          </a:xfrm>
          <a:prstGeom prst="rect">
            <a:avLst/>
          </a:prstGeom>
        </p:spPr>
      </p:pic>
      <p:pic>
        <p:nvPicPr>
          <p:cNvPr id="10" name="Picture 9">
            <a:extLst>
              <a:ext uri="{FF2B5EF4-FFF2-40B4-BE49-F238E27FC236}">
                <a16:creationId xmlns:a16="http://schemas.microsoft.com/office/drawing/2014/main" id="{0EEAC8A5-3CFC-4A65-8041-CFD3108709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2482" y="230188"/>
            <a:ext cx="1427746" cy="1007470"/>
          </a:xfrm>
          <a:prstGeom prst="rect">
            <a:avLst/>
          </a:prstGeom>
        </p:spPr>
      </p:pic>
    </p:spTree>
    <p:extLst>
      <p:ext uri="{BB962C8B-B14F-4D97-AF65-F5344CB8AC3E}">
        <p14:creationId xmlns:p14="http://schemas.microsoft.com/office/powerpoint/2010/main" val="460534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0">
            <a:extLst>
              <a:ext uri="{FF2B5EF4-FFF2-40B4-BE49-F238E27FC236}">
                <a16:creationId xmlns:a16="http://schemas.microsoft.com/office/drawing/2014/main" id="{7E65CC65-C65E-4870-9BF7-1463F0E56FF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5400000">
            <a:off x="-1560672" y="1560670"/>
            <a:ext cx="6858001" cy="3736663"/>
          </a:xfrm>
          <a:prstGeom prst="rect">
            <a:avLst/>
          </a:prstGeom>
        </p:spPr>
      </p:pic>
      <p:sp>
        <p:nvSpPr>
          <p:cNvPr id="6" name="Text Placeholder 5">
            <a:extLst>
              <a:ext uri="{FF2B5EF4-FFF2-40B4-BE49-F238E27FC236}">
                <a16:creationId xmlns:a16="http://schemas.microsoft.com/office/drawing/2014/main" id="{E266E240-F0DC-474F-A265-3E3914DC1A2B}"/>
              </a:ext>
            </a:extLst>
          </p:cNvPr>
          <p:cNvSpPr>
            <a:spLocks noGrp="1"/>
          </p:cNvSpPr>
          <p:nvPr>
            <p:ph type="body" idx="1"/>
          </p:nvPr>
        </p:nvSpPr>
        <p:spPr>
          <a:xfrm>
            <a:off x="8567822" y="803232"/>
            <a:ext cx="3459078" cy="823912"/>
          </a:xfrm>
        </p:spPr>
        <p:txBody>
          <a:bodyPr/>
          <a:lstStyle/>
          <a:p>
            <a:r>
              <a:rPr lang="en-US">
                <a:solidFill>
                  <a:srgbClr val="962021"/>
                </a:solidFill>
                <a:cs typeface="Arial" panose="020B0604020202020204" pitchFamily="34" charset="0"/>
              </a:rPr>
              <a:t>National Surveys</a:t>
            </a:r>
            <a:endParaRPr lang="en-CA">
              <a:solidFill>
                <a:srgbClr val="962021"/>
              </a:solidFill>
              <a:cs typeface="Arial" panose="020B0604020202020204" pitchFamily="34" charset="0"/>
            </a:endParaRPr>
          </a:p>
        </p:txBody>
      </p:sp>
      <p:sp>
        <p:nvSpPr>
          <p:cNvPr id="7" name="Content Placeholder 6">
            <a:extLst>
              <a:ext uri="{FF2B5EF4-FFF2-40B4-BE49-F238E27FC236}">
                <a16:creationId xmlns:a16="http://schemas.microsoft.com/office/drawing/2014/main" id="{B22BB980-AE9C-4599-8CBE-192B7B0F9F1A}"/>
              </a:ext>
            </a:extLst>
          </p:cNvPr>
          <p:cNvSpPr>
            <a:spLocks noGrp="1"/>
          </p:cNvSpPr>
          <p:nvPr>
            <p:ph sz="half" idx="2"/>
          </p:nvPr>
        </p:nvSpPr>
        <p:spPr>
          <a:xfrm>
            <a:off x="8394971" y="1728913"/>
            <a:ext cx="3255123" cy="3684588"/>
          </a:xfrm>
        </p:spPr>
        <p:txBody>
          <a:bodyPr>
            <a:noAutofit/>
          </a:bodyPr>
          <a:lstStyle/>
          <a:p>
            <a:pPr>
              <a:lnSpc>
                <a:spcPct val="100000"/>
              </a:lnSpc>
              <a:buClr>
                <a:srgbClr val="962021"/>
              </a:buClr>
            </a:pPr>
            <a:r>
              <a:rPr lang="en-US" sz="2200">
                <a:latin typeface="Arial" panose="020B0604020202020204" pitchFamily="34" charset="0"/>
                <a:cs typeface="Arial" panose="020B0604020202020204" pitchFamily="34" charset="0"/>
              </a:rPr>
              <a:t>Regional Health Survey (RHS) – ongoing </a:t>
            </a:r>
          </a:p>
          <a:p>
            <a:pPr>
              <a:lnSpc>
                <a:spcPct val="100000"/>
              </a:lnSpc>
              <a:buClr>
                <a:srgbClr val="962021"/>
              </a:buClr>
            </a:pPr>
            <a:r>
              <a:rPr lang="en-US" sz="2200">
                <a:latin typeface="Arial" panose="020B0604020202020204" pitchFamily="34" charset="0"/>
                <a:cs typeface="Arial" panose="020B0604020202020204" pitchFamily="34" charset="0"/>
              </a:rPr>
              <a:t>Early Childhood, Education &amp; Employment Survey (FNREES) – 2016</a:t>
            </a:r>
          </a:p>
          <a:p>
            <a:pPr>
              <a:lnSpc>
                <a:spcPct val="100000"/>
              </a:lnSpc>
              <a:buClr>
                <a:srgbClr val="962021"/>
              </a:buClr>
            </a:pPr>
            <a:r>
              <a:rPr lang="en-US" sz="2200" err="1">
                <a:latin typeface="Arial" panose="020B0604020202020204" pitchFamily="34" charset="0"/>
                <a:cs typeface="Arial" panose="020B0604020202020204" pitchFamily="34" charset="0"/>
              </a:rPr>
              <a:t>Labour</a:t>
            </a:r>
            <a:r>
              <a:rPr lang="en-US" sz="2200">
                <a:latin typeface="Arial" panose="020B0604020202020204" pitchFamily="34" charset="0"/>
                <a:cs typeface="Arial" panose="020B0604020202020204" pitchFamily="34" charset="0"/>
              </a:rPr>
              <a:t> &amp; Employment Development Survey (FNLED) – present </a:t>
            </a:r>
          </a:p>
        </p:txBody>
      </p:sp>
      <p:sp>
        <p:nvSpPr>
          <p:cNvPr id="17" name="Text Placeholder 5">
            <a:extLst>
              <a:ext uri="{FF2B5EF4-FFF2-40B4-BE49-F238E27FC236}">
                <a16:creationId xmlns:a16="http://schemas.microsoft.com/office/drawing/2014/main" id="{621E9728-407F-4133-8080-810E4A54282C}"/>
              </a:ext>
            </a:extLst>
          </p:cNvPr>
          <p:cNvSpPr txBox="1">
            <a:spLocks/>
          </p:cNvSpPr>
          <p:nvPr/>
        </p:nvSpPr>
        <p:spPr>
          <a:xfrm>
            <a:off x="5527171" y="803232"/>
            <a:ext cx="3444187"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962021"/>
                </a:solidFill>
                <a:effectLst/>
                <a:uLnTx/>
                <a:uFillTx/>
                <a:latin typeface="Calibri" panose="020F0502020204030204"/>
                <a:ea typeface="+mn-ea"/>
                <a:cs typeface="Arial" panose="020B0604020202020204" pitchFamily="34" charset="0"/>
              </a:rPr>
              <a:t>Research</a:t>
            </a:r>
            <a:endParaRPr kumimoji="0" lang="en-CA" sz="2400" b="1" i="0" u="none" strike="noStrike" kern="1200" cap="none" spc="0" normalizeH="0" baseline="0" noProof="0">
              <a:ln>
                <a:noFill/>
              </a:ln>
              <a:solidFill>
                <a:srgbClr val="962021"/>
              </a:solidFill>
              <a:effectLst/>
              <a:uLnTx/>
              <a:uFillTx/>
              <a:latin typeface="Calibri" panose="020F0502020204030204"/>
              <a:ea typeface="+mn-ea"/>
              <a:cs typeface="Arial" panose="020B0604020202020204" pitchFamily="34" charset="0"/>
            </a:endParaRPr>
          </a:p>
        </p:txBody>
      </p:sp>
      <p:sp>
        <p:nvSpPr>
          <p:cNvPr id="18" name="Content Placeholder 6">
            <a:extLst>
              <a:ext uri="{FF2B5EF4-FFF2-40B4-BE49-F238E27FC236}">
                <a16:creationId xmlns:a16="http://schemas.microsoft.com/office/drawing/2014/main" id="{6F9849E4-B9F6-4CF3-B0DD-4F928E03CEC0}"/>
              </a:ext>
            </a:extLst>
          </p:cNvPr>
          <p:cNvSpPr txBox="1">
            <a:spLocks/>
          </p:cNvSpPr>
          <p:nvPr/>
        </p:nvSpPr>
        <p:spPr>
          <a:xfrm>
            <a:off x="5280219" y="1728913"/>
            <a:ext cx="2806944" cy="36845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kumimoji="0" lang="en-US" sz="2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Research on data sovereignty and information governance </a:t>
            </a:r>
          </a:p>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lang="en-US" sz="2200" b="1">
                <a:solidFill>
                  <a:prstClr val="black"/>
                </a:solidFill>
                <a:latin typeface="Arial" panose="020B0604020202020204" pitchFamily="34" charset="0"/>
                <a:cs typeface="Arial" panose="020B0604020202020204" pitchFamily="34" charset="0"/>
              </a:rPr>
              <a:t>Tools and support for here and now, and wayfinding for possible futures</a:t>
            </a:r>
            <a:endParaRPr kumimoji="0" lang="en-US" sz="2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Topical research that aligns with FNIGC priorities</a:t>
            </a:r>
            <a:endParaRPr kumimoji="0" lang="en-US" sz="2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Placeholder 5">
            <a:extLst>
              <a:ext uri="{FF2B5EF4-FFF2-40B4-BE49-F238E27FC236}">
                <a16:creationId xmlns:a16="http://schemas.microsoft.com/office/drawing/2014/main" id="{14BCA985-4961-4661-AFA8-AE16D8B7C6E1}"/>
              </a:ext>
            </a:extLst>
          </p:cNvPr>
          <p:cNvSpPr txBox="1">
            <a:spLocks/>
          </p:cNvSpPr>
          <p:nvPr/>
        </p:nvSpPr>
        <p:spPr>
          <a:xfrm>
            <a:off x="2038330" y="1103597"/>
            <a:ext cx="3345206"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962021"/>
                </a:solidFill>
                <a:effectLst/>
                <a:uLnTx/>
                <a:uFillTx/>
                <a:latin typeface="Calibri" panose="020F0502020204030204"/>
                <a:ea typeface="+mn-ea"/>
                <a:cs typeface="Arial" panose="020B0604020202020204" pitchFamily="34" charset="0"/>
              </a:rPr>
              <a:t>Education, Training, &amp; Capacity</a:t>
            </a:r>
          </a:p>
        </p:txBody>
      </p:sp>
      <p:sp>
        <p:nvSpPr>
          <p:cNvPr id="20" name="Content Placeholder 6">
            <a:extLst>
              <a:ext uri="{FF2B5EF4-FFF2-40B4-BE49-F238E27FC236}">
                <a16:creationId xmlns:a16="http://schemas.microsoft.com/office/drawing/2014/main" id="{FBA35C71-607E-405A-BB03-A5F0B2A876A5}"/>
              </a:ext>
            </a:extLst>
          </p:cNvPr>
          <p:cNvSpPr txBox="1">
            <a:spLocks/>
          </p:cNvSpPr>
          <p:nvPr/>
        </p:nvSpPr>
        <p:spPr>
          <a:xfrm>
            <a:off x="1868328" y="1931945"/>
            <a:ext cx="3345206" cy="36845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First Nations data sovereignty</a:t>
            </a:r>
          </a:p>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Information governance &amp; management</a:t>
            </a:r>
          </a:p>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kumimoji="0" lang="en-US" sz="2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OCAP®</a:t>
            </a:r>
            <a:r>
              <a:rPr kumimoji="0" lang="en-US" sz="2200" b="1" i="0" u="none" strike="noStrike" kern="1200" cap="none" spc="0" normalizeH="0" baseline="0" noProof="0">
                <a:ln>
                  <a:noFill/>
                </a:ln>
                <a:solidFill>
                  <a:prstClr val="black"/>
                </a:solidFill>
                <a:effectLst/>
                <a:highlight>
                  <a:srgbClr val="FFFF00"/>
                </a:highlight>
                <a:uLnTx/>
                <a:uFillTx/>
                <a:latin typeface="Arial" panose="020B0604020202020204" pitchFamily="34" charset="0"/>
                <a:ea typeface="+mn-ea"/>
                <a:cs typeface="Arial" panose="020B0604020202020204" pitchFamily="34" charset="0"/>
              </a:rPr>
              <a:t>  </a:t>
            </a:r>
          </a:p>
          <a:p>
            <a:pPr marL="228600" marR="0" lvl="0" indent="-228600" algn="l" defTabSz="914400" rtl="0" eaLnBrk="1" fontAlgn="auto" latinLnBrk="0" hangingPunct="1">
              <a:lnSpc>
                <a:spcPct val="100000"/>
              </a:lnSpc>
              <a:spcBef>
                <a:spcPts val="1000"/>
              </a:spcBef>
              <a:spcAft>
                <a:spcPts val="0"/>
              </a:spcAft>
              <a:buClr>
                <a:srgbClr val="962021"/>
              </a:buClr>
              <a:buSzTx/>
              <a:buFont typeface="Arial" panose="020B0604020202020204" pitchFamily="34" charset="0"/>
              <a:buChar char="•"/>
              <a:tabLst/>
              <a:defRPr/>
            </a:pPr>
            <a:r>
              <a:rPr kumimoji="0" lang="en-US" sz="2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First Nations Data Governance Strategy (FNDGS)</a:t>
            </a:r>
          </a:p>
        </p:txBody>
      </p:sp>
      <p:sp>
        <p:nvSpPr>
          <p:cNvPr id="16" name="TextBox 15">
            <a:extLst>
              <a:ext uri="{FF2B5EF4-FFF2-40B4-BE49-F238E27FC236}">
                <a16:creationId xmlns:a16="http://schemas.microsoft.com/office/drawing/2014/main" id="{5D3DAFFB-AB81-4EE6-BA0A-4F7FBBBF592A}"/>
              </a:ext>
            </a:extLst>
          </p:cNvPr>
          <p:cNvSpPr txBox="1"/>
          <p:nvPr/>
        </p:nvSpPr>
        <p:spPr>
          <a:xfrm>
            <a:off x="11569700" y="6248400"/>
            <a:ext cx="457200"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6</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BD3B6046-EA4A-263B-E121-8C7CF0DAF3E6}"/>
              </a:ext>
            </a:extLst>
          </p:cNvPr>
          <p:cNvSpPr txBox="1"/>
          <p:nvPr/>
        </p:nvSpPr>
        <p:spPr>
          <a:xfrm>
            <a:off x="4373869" y="154534"/>
            <a:ext cx="609600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a:ln>
                  <a:noFill/>
                </a:ln>
                <a:solidFill>
                  <a:srgbClr val="640000"/>
                </a:solidFill>
                <a:effectLst/>
                <a:uLnTx/>
                <a:uFillTx/>
                <a:latin typeface="Calibri Light" panose="020F0302020204030204"/>
                <a:ea typeface="+mn-ea"/>
                <a:cs typeface="+mn-cs"/>
              </a:rPr>
              <a:t>About FNIGC</a:t>
            </a: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5458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A336358-2112-4786-8876-E8410AD52E71}"/>
              </a:ext>
            </a:extLst>
          </p:cNvPr>
          <p:cNvSpPr>
            <a:spLocks noGrp="1"/>
          </p:cNvSpPr>
          <p:nvPr>
            <p:ph type="title"/>
          </p:nvPr>
        </p:nvSpPr>
        <p:spPr/>
        <p:txBody>
          <a:bodyPr/>
          <a:lstStyle/>
          <a:p>
            <a:r>
              <a:rPr lang="en-US">
                <a:solidFill>
                  <a:srgbClr val="962021"/>
                </a:solidFill>
              </a:rPr>
              <a:t>What is First Nations Data? </a:t>
            </a:r>
            <a:endParaRPr lang="en-CA">
              <a:solidFill>
                <a:srgbClr val="962021"/>
              </a:solidFill>
            </a:endParaRPr>
          </a:p>
        </p:txBody>
      </p:sp>
      <p:graphicFrame>
        <p:nvGraphicFramePr>
          <p:cNvPr id="13" name="Diagram 12">
            <a:extLst>
              <a:ext uri="{FF2B5EF4-FFF2-40B4-BE49-F238E27FC236}">
                <a16:creationId xmlns:a16="http://schemas.microsoft.com/office/drawing/2014/main" id="{21E4F97C-B158-4CE6-B2BB-5E56C4F755AA}"/>
              </a:ext>
            </a:extLst>
          </p:cNvPr>
          <p:cNvGraphicFramePr/>
          <p:nvPr/>
        </p:nvGraphicFramePr>
        <p:xfrm>
          <a:off x="2417141" y="1276696"/>
          <a:ext cx="7357717" cy="50029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a:extLst>
              <a:ext uri="{FF2B5EF4-FFF2-40B4-BE49-F238E27FC236}">
                <a16:creationId xmlns:a16="http://schemas.microsoft.com/office/drawing/2014/main" id="{556E6CC4-5FBC-440C-99E1-D6C85B7417B5}"/>
              </a:ext>
            </a:extLst>
          </p:cNvPr>
          <p:cNvSpPr txBox="1"/>
          <p:nvPr/>
        </p:nvSpPr>
        <p:spPr>
          <a:xfrm>
            <a:off x="685800" y="1876326"/>
            <a:ext cx="3848100" cy="646331"/>
          </a:xfrm>
          <a:prstGeom prst="rect">
            <a:avLst/>
          </a:prstGeom>
          <a:gradFill rotWithShape="1">
            <a:gsLst>
              <a:gs pos="0">
                <a:srgbClr val="800001">
                  <a:tint val="69000"/>
                  <a:alpha val="100000"/>
                  <a:satMod val="109000"/>
                  <a:lumMod val="110000"/>
                </a:srgbClr>
              </a:gs>
              <a:gs pos="52000">
                <a:srgbClr val="800001">
                  <a:tint val="74000"/>
                  <a:satMod val="100000"/>
                  <a:lumMod val="104000"/>
                </a:srgbClr>
              </a:gs>
              <a:gs pos="100000">
                <a:srgbClr val="800001">
                  <a:tint val="78000"/>
                  <a:satMod val="100000"/>
                  <a:lumMod val="100000"/>
                </a:srgbClr>
              </a:gs>
            </a:gsLst>
            <a:lin ang="5400000" scaled="0"/>
          </a:gradFill>
          <a:ln w="9525" cap="flat" cmpd="sng" algn="ctr">
            <a:solidFill>
              <a:srgbClr val="800001"/>
            </a:solidFill>
            <a:prstDash val="solid"/>
          </a:ln>
          <a:effectLst/>
        </p:spPr>
        <p:txBody>
          <a:bodyPr wrap="square" lIns="91440" tIns="45720" rIns="91440" bIns="45720" rtlCol="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black"/>
                </a:solidFill>
                <a:effectLst/>
                <a:uLnTx/>
                <a:uFillTx/>
                <a:latin typeface="Century Gothic" panose="020B0502020202020204"/>
                <a:ea typeface="+mn-ea"/>
                <a:cs typeface="+mn-cs"/>
              </a:rPr>
              <a:t>Lands, </a:t>
            </a:r>
            <a:r>
              <a:rPr lang="en-US" sz="1800" b="1">
                <a:solidFill>
                  <a:prstClr val="black"/>
                </a:solidFill>
                <a:latin typeface="Century Gothic" panose="020B0502020202020204"/>
                <a:ea typeface="+mn-ea"/>
                <a:cs typeface="+mn-cs"/>
              </a:rPr>
              <a:t>waters</a:t>
            </a:r>
            <a:r>
              <a:rPr kumimoji="0" lang="en-US" sz="1800" b="1" i="0" u="none" strike="noStrike" kern="0" cap="none" spc="0" normalizeH="0" baseline="0" noProof="0">
                <a:ln>
                  <a:noFill/>
                </a:ln>
                <a:solidFill>
                  <a:prstClr val="black"/>
                </a:solidFill>
                <a:effectLst/>
                <a:uLnTx/>
                <a:uFillTx/>
                <a:latin typeface="Century Gothic" panose="020B0502020202020204"/>
                <a:ea typeface="+mn-ea"/>
                <a:cs typeface="+mn-cs"/>
              </a:rPr>
              <a:t>, medicines, animals, etc. </a:t>
            </a:r>
            <a:endParaRPr kumimoji="0" lang="en-CA" sz="1800" b="1" i="0" u="none" strike="noStrike" kern="0" cap="none" spc="0" normalizeH="0" baseline="0" noProof="0">
              <a:ln>
                <a:noFill/>
              </a:ln>
              <a:solidFill>
                <a:prstClr val="black"/>
              </a:solidFill>
              <a:effectLst/>
              <a:uLnTx/>
              <a:uFillTx/>
              <a:latin typeface="Century Gothic" panose="020B0502020202020204"/>
              <a:ea typeface="+mn-ea"/>
              <a:cs typeface="+mn-cs"/>
            </a:endParaRPr>
          </a:p>
        </p:txBody>
      </p:sp>
      <p:sp>
        <p:nvSpPr>
          <p:cNvPr id="15" name="TextBox 14">
            <a:extLst>
              <a:ext uri="{FF2B5EF4-FFF2-40B4-BE49-F238E27FC236}">
                <a16:creationId xmlns:a16="http://schemas.microsoft.com/office/drawing/2014/main" id="{E6F44B33-BC6B-46B8-8B3E-27966712D235}"/>
              </a:ext>
            </a:extLst>
          </p:cNvPr>
          <p:cNvSpPr txBox="1"/>
          <p:nvPr/>
        </p:nvSpPr>
        <p:spPr>
          <a:xfrm>
            <a:off x="8883648" y="3477334"/>
            <a:ext cx="2832100" cy="1015663"/>
          </a:xfrm>
          <a:prstGeom prst="rect">
            <a:avLst/>
          </a:prstGeom>
          <a:gradFill rotWithShape="1">
            <a:gsLst>
              <a:gs pos="0">
                <a:srgbClr val="FC9617">
                  <a:tint val="69000"/>
                  <a:alpha val="100000"/>
                  <a:satMod val="109000"/>
                  <a:lumMod val="110000"/>
                </a:srgbClr>
              </a:gs>
              <a:gs pos="52000">
                <a:srgbClr val="FC9617">
                  <a:tint val="74000"/>
                  <a:satMod val="100000"/>
                  <a:lumMod val="104000"/>
                </a:srgbClr>
              </a:gs>
              <a:gs pos="100000">
                <a:srgbClr val="FC9617">
                  <a:tint val="78000"/>
                  <a:satMod val="100000"/>
                  <a:lumMod val="100000"/>
                </a:srgbClr>
              </a:gs>
            </a:gsLst>
            <a:lin ang="5400000" scaled="0"/>
          </a:gradFill>
          <a:ln w="9525" cap="flat" cmpd="sng" algn="ctr">
            <a:solidFill>
              <a:srgbClr val="FC9617"/>
            </a:solidFill>
            <a:prstDash val="solid"/>
          </a:ln>
          <a:effec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prstClr val="black"/>
                </a:solidFill>
                <a:effectLst/>
                <a:uLnTx/>
                <a:uFillTx/>
                <a:latin typeface="Century Gothic" panose="020B0502020202020204"/>
                <a:ea typeface="+mn-ea"/>
                <a:cs typeface="+mn-cs"/>
              </a:rPr>
              <a:t>Languages, cultures, knowledge, stories, songs, ceremonies</a:t>
            </a:r>
          </a:p>
        </p:txBody>
      </p:sp>
      <p:sp>
        <p:nvSpPr>
          <p:cNvPr id="16" name="TextBox 15">
            <a:extLst>
              <a:ext uri="{FF2B5EF4-FFF2-40B4-BE49-F238E27FC236}">
                <a16:creationId xmlns:a16="http://schemas.microsoft.com/office/drawing/2014/main" id="{01F5D8BC-E716-4FDF-B5D3-2B307894C615}"/>
              </a:ext>
            </a:extLst>
          </p:cNvPr>
          <p:cNvSpPr txBox="1"/>
          <p:nvPr/>
        </p:nvSpPr>
        <p:spPr>
          <a:xfrm>
            <a:off x="476251" y="4051468"/>
            <a:ext cx="2687983" cy="1200329"/>
          </a:xfrm>
          <a:prstGeom prst="rect">
            <a:avLst/>
          </a:prstGeom>
          <a:gradFill rotWithShape="1">
            <a:gsLst>
              <a:gs pos="0">
                <a:srgbClr val="FFDD00">
                  <a:tint val="69000"/>
                  <a:alpha val="100000"/>
                  <a:satMod val="109000"/>
                  <a:lumMod val="110000"/>
                </a:srgbClr>
              </a:gs>
              <a:gs pos="52000">
                <a:srgbClr val="FFDD00">
                  <a:tint val="74000"/>
                  <a:satMod val="100000"/>
                  <a:lumMod val="104000"/>
                </a:srgbClr>
              </a:gs>
              <a:gs pos="100000">
                <a:srgbClr val="FFDD00">
                  <a:tint val="78000"/>
                  <a:satMod val="100000"/>
                  <a:lumMod val="100000"/>
                </a:srgbClr>
              </a:gs>
            </a:gsLst>
            <a:lin ang="5400000" scaled="0"/>
          </a:gradFill>
          <a:ln w="9525" cap="flat" cmpd="sng" algn="ctr">
            <a:solidFill>
              <a:srgbClr val="FFDD00"/>
            </a:solidFill>
            <a:prstDash val="solid"/>
          </a:ln>
          <a:effec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black"/>
                </a:solidFill>
                <a:effectLst/>
                <a:uLnTx/>
                <a:uFillTx/>
                <a:latin typeface="Century Gothic" panose="020B0502020202020204"/>
                <a:ea typeface="+mn-ea"/>
                <a:cs typeface="+mn-cs"/>
              </a:rPr>
              <a:t>Demographics, housing, health, </a:t>
            </a:r>
            <a:r>
              <a:rPr kumimoji="0" lang="en-US" sz="1800" b="1" i="0" u="none" strike="noStrike" kern="0" cap="none" spc="0" normalizeH="0" baseline="0" noProof="0" err="1">
                <a:ln>
                  <a:noFill/>
                </a:ln>
                <a:solidFill>
                  <a:prstClr val="black"/>
                </a:solidFill>
                <a:effectLst/>
                <a:uLnTx/>
                <a:uFillTx/>
                <a:latin typeface="Century Gothic" panose="020B0502020202020204"/>
                <a:ea typeface="+mn-ea"/>
                <a:cs typeface="+mn-cs"/>
              </a:rPr>
              <a:t>labour</a:t>
            </a:r>
            <a:r>
              <a:rPr kumimoji="0" lang="en-US" sz="1800" b="1" i="0" u="none" strike="noStrike" kern="0" cap="none" spc="0" normalizeH="0" baseline="0" noProof="0">
                <a:ln>
                  <a:noFill/>
                </a:ln>
                <a:solidFill>
                  <a:prstClr val="black"/>
                </a:solidFill>
                <a:effectLst/>
                <a:uLnTx/>
                <a:uFillTx/>
                <a:latin typeface="Century Gothic" panose="020B0502020202020204"/>
                <a:ea typeface="+mn-ea"/>
                <a:cs typeface="+mn-cs"/>
              </a:rPr>
              <a:t>, education, etc. </a:t>
            </a:r>
            <a:endParaRPr kumimoji="0" lang="en-CA" sz="1800" b="1" i="0" u="none" strike="noStrike" kern="0" cap="none" spc="0" normalizeH="0" baseline="0" noProof="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1031126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D3394-1D38-4C54-A3D0-F75AE64AFEAC}"/>
              </a:ext>
            </a:extLst>
          </p:cNvPr>
          <p:cNvSpPr>
            <a:spLocks noGrp="1"/>
          </p:cNvSpPr>
          <p:nvPr>
            <p:ph type="title"/>
          </p:nvPr>
        </p:nvSpPr>
        <p:spPr>
          <a:xfrm>
            <a:off x="838200" y="365125"/>
            <a:ext cx="10515600" cy="766989"/>
          </a:xfrm>
        </p:spPr>
        <p:txBody>
          <a:bodyPr>
            <a:normAutofit/>
          </a:bodyPr>
          <a:lstStyle/>
          <a:p>
            <a:pPr marL="0" indent="0">
              <a:buNone/>
            </a:pPr>
            <a:r>
              <a:rPr lang="en-US" sz="4400"/>
              <a:t>First Nations Data Sovereignty</a:t>
            </a:r>
          </a:p>
        </p:txBody>
      </p:sp>
      <p:sp>
        <p:nvSpPr>
          <p:cNvPr id="4" name="Content Placeholder 3">
            <a:extLst>
              <a:ext uri="{FF2B5EF4-FFF2-40B4-BE49-F238E27FC236}">
                <a16:creationId xmlns:a16="http://schemas.microsoft.com/office/drawing/2014/main" id="{87A9897E-75AA-4062-83FD-61F256C8ADB8}"/>
              </a:ext>
            </a:extLst>
          </p:cNvPr>
          <p:cNvSpPr>
            <a:spLocks noGrp="1"/>
          </p:cNvSpPr>
          <p:nvPr>
            <p:ph idx="1"/>
          </p:nvPr>
        </p:nvSpPr>
        <p:spPr>
          <a:xfrm>
            <a:off x="337457" y="1132114"/>
            <a:ext cx="11473543" cy="4351338"/>
          </a:xfrm>
        </p:spPr>
        <p:txBody>
          <a:bodyPr>
            <a:normAutofit fontScale="77500" lnSpcReduction="20000"/>
          </a:bodyPr>
          <a:lstStyle/>
          <a:p>
            <a:pPr marL="0" indent="0">
              <a:buNone/>
            </a:pPr>
            <a:endParaRPr lang="en-US" sz="3200" dirty="0"/>
          </a:p>
          <a:p>
            <a:pPr lvl="1">
              <a:lnSpc>
                <a:spcPct val="100000"/>
              </a:lnSpc>
              <a:spcBef>
                <a:spcPts val="0"/>
              </a:spcBef>
              <a:spcAft>
                <a:spcPts val="1200"/>
              </a:spcAft>
            </a:pPr>
            <a:r>
              <a:rPr lang="en-US" sz="3200" dirty="0"/>
              <a:t>A people’s data and information belong to the </a:t>
            </a:r>
            <a:r>
              <a:rPr lang="en-US" sz="3200" b="1" dirty="0"/>
              <a:t>people collectively.</a:t>
            </a:r>
          </a:p>
          <a:p>
            <a:pPr lvl="1">
              <a:lnSpc>
                <a:spcPct val="100000"/>
              </a:lnSpc>
              <a:spcBef>
                <a:spcPts val="0"/>
              </a:spcBef>
              <a:spcAft>
                <a:spcPts val="1200"/>
              </a:spcAft>
            </a:pPr>
            <a:r>
              <a:rPr lang="en-US" sz="3200" dirty="0"/>
              <a:t>First Nations, as self-governing nations and rights holders, have an </a:t>
            </a:r>
            <a:r>
              <a:rPr lang="en-US" sz="3200" b="1" dirty="0"/>
              <a:t>inherent right </a:t>
            </a:r>
            <a:r>
              <a:rPr lang="en-US" sz="3200" dirty="0"/>
              <a:t>to govern their peoples, lands, and resources.  </a:t>
            </a:r>
          </a:p>
          <a:p>
            <a:pPr lvl="1">
              <a:lnSpc>
                <a:spcPct val="100000"/>
              </a:lnSpc>
              <a:spcBef>
                <a:spcPts val="0"/>
              </a:spcBef>
              <a:spcAft>
                <a:spcPts val="1200"/>
              </a:spcAft>
            </a:pPr>
            <a:r>
              <a:rPr lang="en-US" sz="3200" dirty="0"/>
              <a:t>These </a:t>
            </a:r>
            <a:r>
              <a:rPr lang="en-US" sz="3200" b="1" dirty="0"/>
              <a:t>rights are confirmed </a:t>
            </a:r>
            <a:r>
              <a:rPr lang="en-US" sz="3200" dirty="0"/>
              <a:t>in Section 35 of the Canadian Constitution, Section 25 of the Canadian Charter of Human Rights, and the UN Declaration on the Rights of Indigenous Peoples (UNDRIP)</a:t>
            </a:r>
          </a:p>
          <a:p>
            <a:pPr lvl="1">
              <a:lnSpc>
                <a:spcPct val="100000"/>
              </a:lnSpc>
              <a:spcBef>
                <a:spcPts val="0"/>
              </a:spcBef>
              <a:spcAft>
                <a:spcPts val="1200"/>
              </a:spcAft>
            </a:pPr>
            <a:r>
              <a:rPr lang="en-US" sz="3200" b="1" dirty="0"/>
              <a:t>These rights are only realized by the right of a First Nation to exercise authority over its data &amp; information.</a:t>
            </a:r>
          </a:p>
          <a:p>
            <a:pPr lvl="1">
              <a:lnSpc>
                <a:spcPct val="100000"/>
              </a:lnSpc>
              <a:spcBef>
                <a:spcPts val="0"/>
              </a:spcBef>
              <a:spcAft>
                <a:spcPts val="1200"/>
              </a:spcAft>
            </a:pPr>
            <a:r>
              <a:rPr lang="en-US" sz="3200" b="1" dirty="0">
                <a:effectLst>
                  <a:outerShdw blurRad="38100" dist="38100" dir="2700000" algn="tl">
                    <a:srgbClr val="000000">
                      <a:alpha val="43137"/>
                    </a:srgbClr>
                  </a:outerShdw>
                </a:effectLst>
              </a:rPr>
              <a:t>First Nations data sovereignty means First Nations data is governed by First Nations laws, protocols, and policies.</a:t>
            </a:r>
          </a:p>
          <a:p>
            <a:endParaRPr lang="en-CA" dirty="0"/>
          </a:p>
        </p:txBody>
      </p:sp>
    </p:spTree>
    <p:extLst>
      <p:ext uri="{BB962C8B-B14F-4D97-AF65-F5344CB8AC3E}">
        <p14:creationId xmlns:p14="http://schemas.microsoft.com/office/powerpoint/2010/main" val="3143702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E2FBD-B6B3-4631-B70D-99AAAF0CBD6D}"/>
              </a:ext>
            </a:extLst>
          </p:cNvPr>
          <p:cNvSpPr>
            <a:spLocks noGrp="1"/>
          </p:cNvSpPr>
          <p:nvPr>
            <p:ph type="title"/>
          </p:nvPr>
        </p:nvSpPr>
        <p:spPr/>
        <p:txBody>
          <a:bodyPr/>
          <a:lstStyle/>
          <a:p>
            <a:r>
              <a:rPr lang="en-CA"/>
              <a:t>United Nations Declaration on the Rights of Indigenous People (UNDRIP)</a:t>
            </a:r>
          </a:p>
        </p:txBody>
      </p:sp>
      <p:sp>
        <p:nvSpPr>
          <p:cNvPr id="3" name="Content Placeholder 2">
            <a:extLst>
              <a:ext uri="{FF2B5EF4-FFF2-40B4-BE49-F238E27FC236}">
                <a16:creationId xmlns:a16="http://schemas.microsoft.com/office/drawing/2014/main" id="{45754210-3432-45ED-A483-CFD880052F72}"/>
              </a:ext>
            </a:extLst>
          </p:cNvPr>
          <p:cNvSpPr>
            <a:spLocks noGrp="1"/>
          </p:cNvSpPr>
          <p:nvPr>
            <p:ph sz="half" idx="1"/>
          </p:nvPr>
        </p:nvSpPr>
        <p:spPr/>
        <p:txBody>
          <a:bodyPr>
            <a:normAutofit/>
          </a:bodyPr>
          <a:lstStyle/>
          <a:p>
            <a:r>
              <a:rPr lang="en-US" sz="3600"/>
              <a:t>“that </a:t>
            </a:r>
            <a:r>
              <a:rPr lang="en-US" sz="3600" b="1"/>
              <a:t>[I]</a:t>
            </a:r>
            <a:r>
              <a:rPr lang="en-US" sz="3600" b="1" err="1"/>
              <a:t>ndigenous</a:t>
            </a:r>
            <a:r>
              <a:rPr lang="en-US" sz="3600" b="1"/>
              <a:t> individuals </a:t>
            </a:r>
            <a:r>
              <a:rPr lang="en-US" sz="3600"/>
              <a:t>are entitled without discrimination to </a:t>
            </a:r>
            <a:r>
              <a:rPr lang="en-US" sz="3600" b="1"/>
              <a:t>all</a:t>
            </a:r>
            <a:r>
              <a:rPr lang="en-US" sz="3600"/>
              <a:t> human rights recognized in international law</a:t>
            </a:r>
          </a:p>
        </p:txBody>
      </p:sp>
      <p:sp>
        <p:nvSpPr>
          <p:cNvPr id="4" name="Content Placeholder 3">
            <a:extLst>
              <a:ext uri="{FF2B5EF4-FFF2-40B4-BE49-F238E27FC236}">
                <a16:creationId xmlns:a16="http://schemas.microsoft.com/office/drawing/2014/main" id="{72ADCF65-9060-4DC1-B72F-ABBDD6337410}"/>
              </a:ext>
            </a:extLst>
          </p:cNvPr>
          <p:cNvSpPr>
            <a:spLocks noGrp="1"/>
          </p:cNvSpPr>
          <p:nvPr>
            <p:ph sz="half" idx="2"/>
          </p:nvPr>
        </p:nvSpPr>
        <p:spPr/>
        <p:txBody>
          <a:bodyPr>
            <a:normAutofit/>
          </a:bodyPr>
          <a:lstStyle/>
          <a:p>
            <a:r>
              <a:rPr lang="en-US" sz="3600" b="1"/>
              <a:t>[I]</a:t>
            </a:r>
            <a:r>
              <a:rPr lang="en-US" sz="3600" b="1" err="1"/>
              <a:t>ndigenous</a:t>
            </a:r>
            <a:r>
              <a:rPr lang="en-US" sz="3600" b="1"/>
              <a:t> peoples possess collective rights </a:t>
            </a:r>
            <a:r>
              <a:rPr lang="en-US" sz="3600"/>
              <a:t>that are indispensable for their existence, well-being and </a:t>
            </a:r>
            <a:r>
              <a:rPr lang="en-US" sz="3600" b="1"/>
              <a:t>integral</a:t>
            </a:r>
            <a:r>
              <a:rPr lang="en-US" sz="3600"/>
              <a:t> development as peoples”.</a:t>
            </a:r>
            <a:endParaRPr lang="en-CA" sz="3600"/>
          </a:p>
          <a:p>
            <a:endParaRPr lang="en-CA"/>
          </a:p>
        </p:txBody>
      </p:sp>
    </p:spTree>
    <p:extLst>
      <p:ext uri="{BB962C8B-B14F-4D97-AF65-F5344CB8AC3E}">
        <p14:creationId xmlns:p14="http://schemas.microsoft.com/office/powerpoint/2010/main" val="393355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11">
            <a:extLst>
              <a:ext uri="{FF2B5EF4-FFF2-40B4-BE49-F238E27FC236}">
                <a16:creationId xmlns:a16="http://schemas.microsoft.com/office/drawing/2014/main" id="{2A1066D5-60DF-46FA-A9D7-513197F571C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flipH="1">
            <a:off x="-1" y="4549348"/>
            <a:ext cx="12192001" cy="2886502"/>
          </a:xfrm>
          <a:prstGeom prst="rect">
            <a:avLst/>
          </a:prstGeom>
        </p:spPr>
      </p:pic>
      <p:sp>
        <p:nvSpPr>
          <p:cNvPr id="3" name="Content Placeholder 2">
            <a:extLst>
              <a:ext uri="{FF2B5EF4-FFF2-40B4-BE49-F238E27FC236}">
                <a16:creationId xmlns:a16="http://schemas.microsoft.com/office/drawing/2014/main" id="{51770F72-62B7-47A6-A959-337B59CB19E9}"/>
              </a:ext>
            </a:extLst>
          </p:cNvPr>
          <p:cNvSpPr>
            <a:spLocks noGrp="1"/>
          </p:cNvSpPr>
          <p:nvPr>
            <p:ph idx="1"/>
          </p:nvPr>
        </p:nvSpPr>
        <p:spPr>
          <a:xfrm>
            <a:off x="6262255" y="2282298"/>
            <a:ext cx="4433455" cy="4664075"/>
          </a:xfrm>
        </p:spPr>
        <p:txBody>
          <a:bodyPr>
            <a:normAutofit/>
          </a:bodyPr>
          <a:lstStyle/>
          <a:p>
            <a:r>
              <a:rPr lang="en-CA" dirty="0">
                <a:latin typeface="Arial" panose="020B0604020202020204" pitchFamily="34" charset="0"/>
                <a:cs typeface="Arial" panose="020B0604020202020204" pitchFamily="34" charset="0"/>
              </a:rPr>
              <a:t>Ownership, Control, Access and Possession</a:t>
            </a:r>
          </a:p>
          <a:p>
            <a:pPr marL="457200" indent="-457200">
              <a:buFont typeface="+mj-lt"/>
              <a:buAutoNum type="arabicPeriod"/>
            </a:pPr>
            <a:r>
              <a:rPr lang="en-CA" sz="2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Collection, protection, use, and sharing </a:t>
            </a:r>
            <a:r>
              <a:rPr lang="en-CA" sz="2200" dirty="0">
                <a:latin typeface="Arial" panose="020B0604020202020204" pitchFamily="34" charset="0"/>
                <a:cs typeface="Arial" panose="020B0604020202020204" pitchFamily="34" charset="0"/>
              </a:rPr>
              <a:t>of First Nations data</a:t>
            </a:r>
          </a:p>
          <a:p>
            <a:pPr marL="457200" indent="-457200">
              <a:buFont typeface="+mj-lt"/>
              <a:buAutoNum type="arabicPeriod"/>
            </a:pPr>
            <a:r>
              <a:rPr lang="en-CA" sz="2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Benefits</a:t>
            </a:r>
            <a:r>
              <a:rPr lang="en-CA" sz="2200" dirty="0">
                <a:latin typeface="Arial" panose="020B0604020202020204" pitchFamily="34" charset="0"/>
                <a:cs typeface="Arial" panose="020B0604020202020204" pitchFamily="34" charset="0"/>
              </a:rPr>
              <a:t> community while minimizing harm</a:t>
            </a:r>
          </a:p>
          <a:p>
            <a:pPr marL="457200" indent="-457200">
              <a:buFont typeface="+mj-lt"/>
              <a:buAutoNum type="arabicPeriod"/>
            </a:pPr>
            <a:r>
              <a:rPr lang="en-CA" sz="2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Self-determination</a:t>
            </a:r>
            <a:r>
              <a:rPr lang="en-CA" sz="2200" dirty="0">
                <a:latin typeface="Arial" panose="020B0604020202020204" pitchFamily="34" charset="0"/>
                <a:cs typeface="Arial" panose="020B0604020202020204" pitchFamily="34" charset="0"/>
              </a:rPr>
              <a:t>, and preservation and development of </a:t>
            </a:r>
            <a:r>
              <a:rPr lang="en-CA" sz="2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culture</a:t>
            </a:r>
          </a:p>
          <a:p>
            <a:pPr marL="0" indent="0">
              <a:buClr>
                <a:srgbClr val="962021"/>
              </a:buClr>
              <a:buNone/>
            </a:pPr>
            <a:endParaRPr lang="en-US" sz="2200" dirty="0">
              <a:latin typeface="Arial" panose="020B0604020202020204" pitchFamily="34" charset="0"/>
              <a:cs typeface="Arial" panose="020B0604020202020204" pitchFamily="34" charset="0"/>
            </a:endParaRPr>
          </a:p>
          <a:p>
            <a:pPr marL="0" indent="0">
              <a:buClr>
                <a:srgbClr val="962021"/>
              </a:buClr>
              <a:buNone/>
            </a:pPr>
            <a:endParaRPr lang="en-US" sz="2200" dirty="0">
              <a:latin typeface="Arial" panose="020B0604020202020204" pitchFamily="34" charset="0"/>
              <a:cs typeface="Arial" panose="020B0604020202020204" pitchFamily="34" charset="0"/>
            </a:endParaRPr>
          </a:p>
          <a:p>
            <a:pPr marL="0" indent="0">
              <a:buClr>
                <a:srgbClr val="962021"/>
              </a:buClr>
              <a:buNone/>
            </a:pPr>
            <a:endParaRPr lang="en-US" sz="2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B25A811-7156-4B5A-95BD-9F9EA1A4A361}"/>
              </a:ext>
            </a:extLst>
          </p:cNvPr>
          <p:cNvSpPr txBox="1"/>
          <p:nvPr/>
        </p:nvSpPr>
        <p:spPr>
          <a:xfrm>
            <a:off x="11569700" y="6248400"/>
            <a:ext cx="457200" cy="369332"/>
          </a:xfrm>
          <a:prstGeom prst="rect">
            <a:avLst/>
          </a:prstGeom>
          <a:noFill/>
        </p:spPr>
        <p:txBody>
          <a:bodyPr wrap="square" rtlCol="0">
            <a:spAutoFit/>
          </a:bodyPr>
          <a:lstStyle/>
          <a:p>
            <a:pPr algn="r"/>
            <a:endParaRPr lang="en-CA"/>
          </a:p>
        </p:txBody>
      </p:sp>
      <p:sp>
        <p:nvSpPr>
          <p:cNvPr id="10" name="TextBox 9">
            <a:extLst>
              <a:ext uri="{FF2B5EF4-FFF2-40B4-BE49-F238E27FC236}">
                <a16:creationId xmlns:a16="http://schemas.microsoft.com/office/drawing/2014/main" id="{ED348E9D-DD59-4BC4-B971-9A6F409B1189}"/>
              </a:ext>
            </a:extLst>
          </p:cNvPr>
          <p:cNvSpPr txBox="1"/>
          <p:nvPr/>
        </p:nvSpPr>
        <p:spPr>
          <a:xfrm>
            <a:off x="11506200" y="6858000"/>
            <a:ext cx="457200" cy="369332"/>
          </a:xfrm>
          <a:prstGeom prst="rect">
            <a:avLst/>
          </a:prstGeom>
          <a:noFill/>
        </p:spPr>
        <p:txBody>
          <a:bodyPr wrap="square" rtlCol="0">
            <a:spAutoFit/>
          </a:bodyPr>
          <a:lstStyle/>
          <a:p>
            <a:pPr algn="r"/>
            <a:r>
              <a:rPr lang="en-US">
                <a:solidFill>
                  <a:schemeClr val="bg1"/>
                </a:solidFill>
              </a:rPr>
              <a:t>7</a:t>
            </a:r>
            <a:endParaRPr lang="en-CA">
              <a:solidFill>
                <a:schemeClr val="bg1"/>
              </a:solidFill>
            </a:endParaRPr>
          </a:p>
        </p:txBody>
      </p:sp>
      <p:sp>
        <p:nvSpPr>
          <p:cNvPr id="8" name="Title 1">
            <a:extLst>
              <a:ext uri="{FF2B5EF4-FFF2-40B4-BE49-F238E27FC236}">
                <a16:creationId xmlns:a16="http://schemas.microsoft.com/office/drawing/2014/main" id="{FCF8545E-8DE7-4AAF-9952-FCC5202A501D}"/>
              </a:ext>
            </a:extLst>
          </p:cNvPr>
          <p:cNvSpPr txBox="1">
            <a:spLocks/>
          </p:cNvSpPr>
          <p:nvPr/>
        </p:nvSpPr>
        <p:spPr>
          <a:xfrm>
            <a:off x="722317" y="262541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CA" sz="3600" b="1">
              <a:solidFill>
                <a:srgbClr val="962021"/>
              </a:solidFill>
              <a:latin typeface="+mn-lt"/>
              <a:cs typeface="Arial" panose="020B0604020202020204" pitchFamily="34" charset="0"/>
            </a:endParaRPr>
          </a:p>
        </p:txBody>
      </p:sp>
      <p:sp>
        <p:nvSpPr>
          <p:cNvPr id="11" name="Title 4">
            <a:extLst>
              <a:ext uri="{FF2B5EF4-FFF2-40B4-BE49-F238E27FC236}">
                <a16:creationId xmlns:a16="http://schemas.microsoft.com/office/drawing/2014/main" id="{6D5890D4-CDB7-4FC9-965C-96F3343BF37B}"/>
              </a:ext>
            </a:extLst>
          </p:cNvPr>
          <p:cNvSpPr>
            <a:spLocks noGrp="1"/>
          </p:cNvSpPr>
          <p:nvPr>
            <p:ph type="title"/>
          </p:nvPr>
        </p:nvSpPr>
        <p:spPr>
          <a:xfrm>
            <a:off x="722317" y="890245"/>
            <a:ext cx="10073410" cy="728578"/>
          </a:xfrm>
        </p:spPr>
        <p:txBody>
          <a:bodyPr>
            <a:normAutofit fontScale="90000"/>
          </a:bodyPr>
          <a:lstStyle/>
          <a:p>
            <a:r>
              <a:rPr lang="en-US" sz="3600" b="1" dirty="0">
                <a:latin typeface="ITC Stone Sans Std Medium" panose="020B0602030503020204" pitchFamily="34" charset="0"/>
                <a:cs typeface="Arial" panose="020B0604020202020204" pitchFamily="34" charset="0"/>
              </a:rPr>
              <a:t>First Nations Principles of OCAP® - a framework for First Nations data governance on the path to data sovereignty</a:t>
            </a:r>
            <a:endParaRPr lang="en-CA" sz="3600" b="1" dirty="0">
              <a:latin typeface="ITC Stone Sans Std Medium" panose="020B0602030503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E0CF48E4-8BB6-0C22-DD62-9613E6925B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6290" y="2282298"/>
            <a:ext cx="3757078" cy="3757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1559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E211F2BC-9FB5-4CA0-BF31-F03C44DE6685}"/>
              </a:ext>
            </a:extLst>
          </p:cNvPr>
          <p:cNvSpPr>
            <a:spLocks noGrp="1"/>
          </p:cNvSpPr>
          <p:nvPr>
            <p:ph type="title"/>
          </p:nvPr>
        </p:nvSpPr>
        <p:spPr/>
        <p:txBody>
          <a:bodyPr/>
          <a:lstStyle/>
          <a:p>
            <a:pPr algn="r"/>
            <a:r>
              <a:rPr lang="en-US">
                <a:solidFill>
                  <a:srgbClr val="962021"/>
                </a:solidFill>
              </a:rPr>
              <a:t>Ownership</a:t>
            </a:r>
            <a:endParaRPr lang="en-CA">
              <a:solidFill>
                <a:srgbClr val="962021"/>
              </a:solidFill>
            </a:endParaRPr>
          </a:p>
        </p:txBody>
      </p:sp>
      <p:graphicFrame>
        <p:nvGraphicFramePr>
          <p:cNvPr id="11" name="Diagram 10">
            <a:extLst>
              <a:ext uri="{FF2B5EF4-FFF2-40B4-BE49-F238E27FC236}">
                <a16:creationId xmlns:a16="http://schemas.microsoft.com/office/drawing/2014/main" id="{19B57C3A-4C44-4049-81CA-E3ADEE59040A}"/>
              </a:ext>
            </a:extLst>
          </p:cNvPr>
          <p:cNvGraphicFramePr/>
          <p:nvPr/>
        </p:nvGraphicFramePr>
        <p:xfrm>
          <a:off x="5549675" y="2207304"/>
          <a:ext cx="6071016" cy="365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 name="Picture 16">
            <a:extLst>
              <a:ext uri="{FF2B5EF4-FFF2-40B4-BE49-F238E27FC236}">
                <a16:creationId xmlns:a16="http://schemas.microsoft.com/office/drawing/2014/main" id="{B3F257C3-5DC2-4025-A764-7943F05618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1309" y="1658351"/>
            <a:ext cx="4202804" cy="4202804"/>
          </a:xfrm>
          <a:prstGeom prst="rect">
            <a:avLst/>
          </a:prstGeom>
        </p:spPr>
      </p:pic>
      <p:sp>
        <p:nvSpPr>
          <p:cNvPr id="2" name="Arrow: Right 1">
            <a:extLst>
              <a:ext uri="{FF2B5EF4-FFF2-40B4-BE49-F238E27FC236}">
                <a16:creationId xmlns:a16="http://schemas.microsoft.com/office/drawing/2014/main" id="{26D4C611-F721-4219-A3EF-2261DE5E8BC9}"/>
              </a:ext>
            </a:extLst>
          </p:cNvPr>
          <p:cNvSpPr/>
          <p:nvPr/>
        </p:nvSpPr>
        <p:spPr>
          <a:xfrm>
            <a:off x="5327374" y="3617843"/>
            <a:ext cx="1172817" cy="714554"/>
          </a:xfrm>
          <a:prstGeom prst="rightArrow">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1812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472" y="764373"/>
            <a:ext cx="7879095" cy="1293028"/>
          </a:xfrm>
        </p:spPr>
        <p:txBody>
          <a:bodyPr/>
          <a:lstStyle/>
          <a:p>
            <a:pPr algn="r"/>
            <a:r>
              <a:rPr lang="en-US">
                <a:solidFill>
                  <a:srgbClr val="962021"/>
                </a:solidFill>
              </a:rPr>
              <a:t>Control</a:t>
            </a:r>
            <a:endParaRPr lang="en-CA">
              <a:solidFill>
                <a:srgbClr val="962021"/>
              </a:solidFill>
            </a:endParaRPr>
          </a:p>
        </p:txBody>
      </p:sp>
      <p:graphicFrame>
        <p:nvGraphicFramePr>
          <p:cNvPr id="6" name="Content Placeholder 5">
            <a:extLst>
              <a:ext uri="{FF2B5EF4-FFF2-40B4-BE49-F238E27FC236}">
                <a16:creationId xmlns:a16="http://schemas.microsoft.com/office/drawing/2014/main" id="{8DADA187-ADA4-4884-9E4E-3F103744805F}"/>
              </a:ext>
            </a:extLst>
          </p:cNvPr>
          <p:cNvGraphicFramePr>
            <a:graphicFrameLocks noGrp="1"/>
          </p:cNvGraphicFramePr>
          <p:nvPr>
            <p:ph idx="1"/>
          </p:nvPr>
        </p:nvGraphicFramePr>
        <p:xfrm>
          <a:off x="287311" y="688022"/>
          <a:ext cx="11617377" cy="4658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777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a:xfrm>
            <a:off x="2880956" y="392655"/>
            <a:ext cx="7818467" cy="1293028"/>
          </a:xfrm>
        </p:spPr>
        <p:txBody>
          <a:bodyPr>
            <a:normAutofit/>
          </a:bodyPr>
          <a:lstStyle/>
          <a:p>
            <a:pPr algn="r"/>
            <a:r>
              <a:rPr lang="en-US">
                <a:solidFill>
                  <a:srgbClr val="962021"/>
                </a:solidFill>
                <a:latin typeface="Arial" panose="020B0604020202020204" pitchFamily="34" charset="0"/>
                <a:cs typeface="Arial" panose="020B0604020202020204" pitchFamily="34" charset="0"/>
              </a:rPr>
              <a:t>Access</a:t>
            </a:r>
          </a:p>
        </p:txBody>
      </p:sp>
      <p:sp>
        <p:nvSpPr>
          <p:cNvPr id="33" name="Freeform 5">
            <a:extLst>
              <a:ext uri="{FF2B5EF4-FFF2-40B4-BE49-F238E27FC236}">
                <a16:creationId xmlns:a16="http://schemas.microsoft.com/office/drawing/2014/main" id="{F3A9FF6F-D0D4-44E0-98EE-159F15170F71}"/>
              </a:ext>
            </a:extLst>
          </p:cNvPr>
          <p:cNvSpPr>
            <a:spLocks noEditPoints="1"/>
          </p:cNvSpPr>
          <p:nvPr/>
        </p:nvSpPr>
        <p:spPr bwMode="auto">
          <a:xfrm>
            <a:off x="4355288" y="1788863"/>
            <a:ext cx="3117185" cy="4367388"/>
          </a:xfrm>
          <a:custGeom>
            <a:avLst/>
            <a:gdLst>
              <a:gd name="T0" fmla="*/ 672 w 1154"/>
              <a:gd name="T1" fmla="*/ 591 h 1492"/>
              <a:gd name="T2" fmla="*/ 832 w 1154"/>
              <a:gd name="T3" fmla="*/ 926 h 1492"/>
              <a:gd name="T4" fmla="*/ 1058 w 1154"/>
              <a:gd name="T5" fmla="*/ 1022 h 1492"/>
              <a:gd name="T6" fmla="*/ 553 w 1154"/>
              <a:gd name="T7" fmla="*/ 392 h 1492"/>
              <a:gd name="T8" fmla="*/ 129 w 1154"/>
              <a:gd name="T9" fmla="*/ 777 h 1492"/>
              <a:gd name="T10" fmla="*/ 124 w 1154"/>
              <a:gd name="T11" fmla="*/ 787 h 1492"/>
              <a:gd name="T12" fmla="*/ 923 w 1154"/>
              <a:gd name="T13" fmla="*/ 1094 h 1492"/>
              <a:gd name="T14" fmla="*/ 789 w 1154"/>
              <a:gd name="T15" fmla="*/ 1128 h 1492"/>
              <a:gd name="T16" fmla="*/ 960 w 1154"/>
              <a:gd name="T17" fmla="*/ 775 h 1492"/>
              <a:gd name="T18" fmla="*/ 483 w 1154"/>
              <a:gd name="T19" fmla="*/ 576 h 1492"/>
              <a:gd name="T20" fmla="*/ 119 w 1154"/>
              <a:gd name="T21" fmla="*/ 858 h 1492"/>
              <a:gd name="T22" fmla="*/ 382 w 1154"/>
              <a:gd name="T23" fmla="*/ 458 h 1492"/>
              <a:gd name="T24" fmla="*/ 200 w 1154"/>
              <a:gd name="T25" fmla="*/ 527 h 1492"/>
              <a:gd name="T26" fmla="*/ 884 w 1154"/>
              <a:gd name="T27" fmla="*/ 599 h 1492"/>
              <a:gd name="T28" fmla="*/ 611 w 1154"/>
              <a:gd name="T29" fmla="*/ 452 h 1492"/>
              <a:gd name="T30" fmla="*/ 528 w 1154"/>
              <a:gd name="T31" fmla="*/ 1036 h 1492"/>
              <a:gd name="T32" fmla="*/ 864 w 1154"/>
              <a:gd name="T33" fmla="*/ 664 h 1492"/>
              <a:gd name="T34" fmla="*/ 901 w 1154"/>
              <a:gd name="T35" fmla="*/ 682 h 1492"/>
              <a:gd name="T36" fmla="*/ 464 w 1154"/>
              <a:gd name="T37" fmla="*/ 204 h 1492"/>
              <a:gd name="T38" fmla="*/ 444 w 1154"/>
              <a:gd name="T39" fmla="*/ 1284 h 1492"/>
              <a:gd name="T40" fmla="*/ 697 w 1154"/>
              <a:gd name="T41" fmla="*/ 1273 h 1492"/>
              <a:gd name="T42" fmla="*/ 821 w 1154"/>
              <a:gd name="T43" fmla="*/ 1210 h 1492"/>
              <a:gd name="T44" fmla="*/ 679 w 1154"/>
              <a:gd name="T45" fmla="*/ 1254 h 1492"/>
              <a:gd name="T46" fmla="*/ 543 w 1154"/>
              <a:gd name="T47" fmla="*/ 1387 h 1492"/>
              <a:gd name="T48" fmla="*/ 578 w 1154"/>
              <a:gd name="T49" fmla="*/ 73 h 1492"/>
              <a:gd name="T50" fmla="*/ 159 w 1154"/>
              <a:gd name="T51" fmla="*/ 77 h 1492"/>
              <a:gd name="T52" fmla="*/ 921 w 1154"/>
              <a:gd name="T53" fmla="*/ 1274 h 1492"/>
              <a:gd name="T54" fmla="*/ 308 w 1154"/>
              <a:gd name="T55" fmla="*/ 1378 h 1492"/>
              <a:gd name="T56" fmla="*/ 631 w 1154"/>
              <a:gd name="T57" fmla="*/ 320 h 1492"/>
              <a:gd name="T58" fmla="*/ 844 w 1154"/>
              <a:gd name="T59" fmla="*/ 1140 h 1492"/>
              <a:gd name="T60" fmla="*/ 390 w 1154"/>
              <a:gd name="T61" fmla="*/ 282 h 1492"/>
              <a:gd name="T62" fmla="*/ 772 w 1154"/>
              <a:gd name="T63" fmla="*/ 778 h 1492"/>
              <a:gd name="T64" fmla="*/ 192 w 1154"/>
              <a:gd name="T65" fmla="*/ 828 h 1492"/>
              <a:gd name="T66" fmla="*/ 374 w 1154"/>
              <a:gd name="T67" fmla="*/ 1096 h 1492"/>
              <a:gd name="T68" fmla="*/ 191 w 1154"/>
              <a:gd name="T69" fmla="*/ 296 h 1492"/>
              <a:gd name="T70" fmla="*/ 325 w 1154"/>
              <a:gd name="T71" fmla="*/ 927 h 1492"/>
              <a:gd name="T72" fmla="*/ 233 w 1154"/>
              <a:gd name="T73" fmla="*/ 891 h 1492"/>
              <a:gd name="T74" fmla="*/ 141 w 1154"/>
              <a:gd name="T75" fmla="*/ 1076 h 1492"/>
              <a:gd name="T76" fmla="*/ 435 w 1154"/>
              <a:gd name="T77" fmla="*/ 1097 h 1492"/>
              <a:gd name="T78" fmla="*/ 253 w 1154"/>
              <a:gd name="T79" fmla="*/ 955 h 1492"/>
              <a:gd name="T80" fmla="*/ 1098 w 1154"/>
              <a:gd name="T81" fmla="*/ 806 h 1492"/>
              <a:gd name="T82" fmla="*/ 582 w 1154"/>
              <a:gd name="T83" fmla="*/ 542 h 1492"/>
              <a:gd name="T84" fmla="*/ 262 w 1154"/>
              <a:gd name="T85" fmla="*/ 641 h 1492"/>
              <a:gd name="T86" fmla="*/ 272 w 1154"/>
              <a:gd name="T87" fmla="*/ 687 h 1492"/>
              <a:gd name="T88" fmla="*/ 301 w 1154"/>
              <a:gd name="T89" fmla="*/ 1275 h 1492"/>
              <a:gd name="T90" fmla="*/ 301 w 1154"/>
              <a:gd name="T91" fmla="*/ 1316 h 1492"/>
              <a:gd name="T92" fmla="*/ 463 w 1154"/>
              <a:gd name="T93" fmla="*/ 1435 h 1492"/>
              <a:gd name="T94" fmla="*/ 1017 w 1154"/>
              <a:gd name="T95" fmla="*/ 1166 h 1492"/>
              <a:gd name="T96" fmla="*/ 627 w 1154"/>
              <a:gd name="T97" fmla="*/ 292 h 1492"/>
              <a:gd name="T98" fmla="*/ 511 w 1154"/>
              <a:gd name="T99" fmla="*/ 214 h 1492"/>
              <a:gd name="T100" fmla="*/ 524 w 1154"/>
              <a:gd name="T101" fmla="*/ 828 h 1492"/>
              <a:gd name="T102" fmla="*/ 482 w 1154"/>
              <a:gd name="T103" fmla="*/ 813 h 1492"/>
              <a:gd name="T104" fmla="*/ 766 w 1154"/>
              <a:gd name="T105" fmla="*/ 717 h 1492"/>
              <a:gd name="T106" fmla="*/ 450 w 1154"/>
              <a:gd name="T107" fmla="*/ 739 h 1492"/>
              <a:gd name="T108" fmla="*/ 850 w 1154"/>
              <a:gd name="T109" fmla="*/ 1065 h 1492"/>
              <a:gd name="T110" fmla="*/ 524 w 1154"/>
              <a:gd name="T111" fmla="*/ 713 h 1492"/>
              <a:gd name="T112" fmla="*/ 596 w 1154"/>
              <a:gd name="T113" fmla="*/ 670 h 1492"/>
              <a:gd name="T114" fmla="*/ 429 w 1154"/>
              <a:gd name="T115" fmla="*/ 502 h 1492"/>
              <a:gd name="T116" fmla="*/ 1039 w 1154"/>
              <a:gd name="T117" fmla="*/ 1000 h 1492"/>
              <a:gd name="T118" fmla="*/ 792 w 1154"/>
              <a:gd name="T119" fmla="*/ 398 h 1492"/>
              <a:gd name="T120" fmla="*/ 715 w 1154"/>
              <a:gd name="T121" fmla="*/ 989 h 1492"/>
              <a:gd name="T122" fmla="*/ 464 w 1154"/>
              <a:gd name="T123" fmla="*/ 1006 h 1492"/>
              <a:gd name="T124" fmla="*/ 123 w 1154"/>
              <a:gd name="T125" fmla="*/ 718 h 1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4" h="1492">
                <a:moveTo>
                  <a:pt x="379" y="754"/>
                </a:moveTo>
                <a:cubicBezTo>
                  <a:pt x="379" y="754"/>
                  <a:pt x="379" y="754"/>
                  <a:pt x="379" y="753"/>
                </a:cubicBezTo>
                <a:cubicBezTo>
                  <a:pt x="379" y="753"/>
                  <a:pt x="379" y="753"/>
                  <a:pt x="379" y="752"/>
                </a:cubicBezTo>
                <a:cubicBezTo>
                  <a:pt x="379" y="753"/>
                  <a:pt x="379" y="753"/>
                  <a:pt x="379" y="754"/>
                </a:cubicBezTo>
                <a:close/>
                <a:moveTo>
                  <a:pt x="455" y="640"/>
                </a:moveTo>
                <a:cubicBezTo>
                  <a:pt x="455" y="639"/>
                  <a:pt x="454" y="638"/>
                  <a:pt x="453" y="638"/>
                </a:cubicBezTo>
                <a:cubicBezTo>
                  <a:pt x="431" y="656"/>
                  <a:pt x="413" y="679"/>
                  <a:pt x="399" y="706"/>
                </a:cubicBezTo>
                <a:cubicBezTo>
                  <a:pt x="398" y="706"/>
                  <a:pt x="398" y="707"/>
                  <a:pt x="398" y="708"/>
                </a:cubicBezTo>
                <a:cubicBezTo>
                  <a:pt x="399" y="708"/>
                  <a:pt x="400" y="708"/>
                  <a:pt x="402" y="708"/>
                </a:cubicBezTo>
                <a:cubicBezTo>
                  <a:pt x="401" y="707"/>
                  <a:pt x="400" y="706"/>
                  <a:pt x="400" y="704"/>
                </a:cubicBezTo>
                <a:cubicBezTo>
                  <a:pt x="407" y="704"/>
                  <a:pt x="407" y="704"/>
                  <a:pt x="407" y="704"/>
                </a:cubicBezTo>
                <a:cubicBezTo>
                  <a:pt x="410" y="698"/>
                  <a:pt x="413" y="693"/>
                  <a:pt x="417" y="687"/>
                </a:cubicBezTo>
                <a:cubicBezTo>
                  <a:pt x="419" y="683"/>
                  <a:pt x="422" y="679"/>
                  <a:pt x="425" y="675"/>
                </a:cubicBezTo>
                <a:cubicBezTo>
                  <a:pt x="425" y="675"/>
                  <a:pt x="424" y="675"/>
                  <a:pt x="423" y="675"/>
                </a:cubicBezTo>
                <a:cubicBezTo>
                  <a:pt x="423" y="674"/>
                  <a:pt x="423" y="673"/>
                  <a:pt x="423" y="672"/>
                </a:cubicBezTo>
                <a:cubicBezTo>
                  <a:pt x="423" y="672"/>
                  <a:pt x="424" y="672"/>
                  <a:pt x="424" y="672"/>
                </a:cubicBezTo>
                <a:cubicBezTo>
                  <a:pt x="424" y="672"/>
                  <a:pt x="424" y="672"/>
                  <a:pt x="424" y="672"/>
                </a:cubicBezTo>
                <a:cubicBezTo>
                  <a:pt x="426" y="671"/>
                  <a:pt x="427" y="670"/>
                  <a:pt x="429" y="670"/>
                </a:cubicBezTo>
                <a:cubicBezTo>
                  <a:pt x="429" y="670"/>
                  <a:pt x="429" y="670"/>
                  <a:pt x="429" y="670"/>
                </a:cubicBezTo>
                <a:cubicBezTo>
                  <a:pt x="439" y="659"/>
                  <a:pt x="449" y="648"/>
                  <a:pt x="461" y="640"/>
                </a:cubicBezTo>
                <a:cubicBezTo>
                  <a:pt x="461" y="638"/>
                  <a:pt x="461" y="637"/>
                  <a:pt x="463" y="637"/>
                </a:cubicBezTo>
                <a:cubicBezTo>
                  <a:pt x="463" y="638"/>
                  <a:pt x="463" y="638"/>
                  <a:pt x="463" y="638"/>
                </a:cubicBezTo>
                <a:cubicBezTo>
                  <a:pt x="475" y="628"/>
                  <a:pt x="489" y="621"/>
                  <a:pt x="503" y="614"/>
                </a:cubicBezTo>
                <a:cubicBezTo>
                  <a:pt x="501" y="614"/>
                  <a:pt x="501" y="614"/>
                  <a:pt x="501" y="614"/>
                </a:cubicBezTo>
                <a:cubicBezTo>
                  <a:pt x="502" y="612"/>
                  <a:pt x="502" y="610"/>
                  <a:pt x="502" y="607"/>
                </a:cubicBezTo>
                <a:cubicBezTo>
                  <a:pt x="501" y="608"/>
                  <a:pt x="499" y="609"/>
                  <a:pt x="498" y="610"/>
                </a:cubicBezTo>
                <a:cubicBezTo>
                  <a:pt x="498" y="612"/>
                  <a:pt x="498" y="613"/>
                  <a:pt x="498" y="614"/>
                </a:cubicBezTo>
                <a:cubicBezTo>
                  <a:pt x="490" y="614"/>
                  <a:pt x="490" y="614"/>
                  <a:pt x="490" y="614"/>
                </a:cubicBezTo>
                <a:cubicBezTo>
                  <a:pt x="490" y="614"/>
                  <a:pt x="490" y="614"/>
                  <a:pt x="490" y="614"/>
                </a:cubicBezTo>
                <a:cubicBezTo>
                  <a:pt x="477" y="620"/>
                  <a:pt x="466" y="628"/>
                  <a:pt x="455" y="636"/>
                </a:cubicBezTo>
                <a:cubicBezTo>
                  <a:pt x="456" y="637"/>
                  <a:pt x="457" y="639"/>
                  <a:pt x="455" y="640"/>
                </a:cubicBezTo>
                <a:close/>
                <a:moveTo>
                  <a:pt x="381" y="749"/>
                </a:moveTo>
                <a:cubicBezTo>
                  <a:pt x="380" y="750"/>
                  <a:pt x="380" y="751"/>
                  <a:pt x="380" y="751"/>
                </a:cubicBezTo>
                <a:cubicBezTo>
                  <a:pt x="380" y="751"/>
                  <a:pt x="381" y="751"/>
                  <a:pt x="381" y="751"/>
                </a:cubicBezTo>
                <a:cubicBezTo>
                  <a:pt x="382" y="751"/>
                  <a:pt x="382" y="750"/>
                  <a:pt x="382" y="750"/>
                </a:cubicBezTo>
                <a:cubicBezTo>
                  <a:pt x="381" y="750"/>
                  <a:pt x="381" y="749"/>
                  <a:pt x="381" y="749"/>
                </a:cubicBezTo>
                <a:close/>
                <a:moveTo>
                  <a:pt x="378" y="784"/>
                </a:moveTo>
                <a:cubicBezTo>
                  <a:pt x="378" y="784"/>
                  <a:pt x="378" y="784"/>
                  <a:pt x="378" y="784"/>
                </a:cubicBezTo>
                <a:cubicBezTo>
                  <a:pt x="378" y="784"/>
                  <a:pt x="378" y="785"/>
                  <a:pt x="378" y="785"/>
                </a:cubicBezTo>
                <a:cubicBezTo>
                  <a:pt x="378" y="785"/>
                  <a:pt x="378" y="784"/>
                  <a:pt x="378" y="784"/>
                </a:cubicBezTo>
                <a:close/>
                <a:moveTo>
                  <a:pt x="387" y="752"/>
                </a:moveTo>
                <a:cubicBezTo>
                  <a:pt x="387" y="752"/>
                  <a:pt x="387" y="752"/>
                  <a:pt x="387" y="752"/>
                </a:cubicBezTo>
                <a:cubicBezTo>
                  <a:pt x="387" y="752"/>
                  <a:pt x="387" y="752"/>
                  <a:pt x="387" y="752"/>
                </a:cubicBezTo>
                <a:cubicBezTo>
                  <a:pt x="387" y="752"/>
                  <a:pt x="387" y="752"/>
                  <a:pt x="387" y="752"/>
                </a:cubicBezTo>
                <a:close/>
                <a:moveTo>
                  <a:pt x="480" y="602"/>
                </a:moveTo>
                <a:cubicBezTo>
                  <a:pt x="480" y="601"/>
                  <a:pt x="480" y="601"/>
                  <a:pt x="480" y="601"/>
                </a:cubicBezTo>
                <a:cubicBezTo>
                  <a:pt x="480" y="601"/>
                  <a:pt x="479" y="601"/>
                  <a:pt x="479" y="602"/>
                </a:cubicBezTo>
                <a:cubicBezTo>
                  <a:pt x="476" y="598"/>
                  <a:pt x="472" y="601"/>
                  <a:pt x="469" y="600"/>
                </a:cubicBezTo>
                <a:cubicBezTo>
                  <a:pt x="468" y="600"/>
                  <a:pt x="467" y="601"/>
                  <a:pt x="466" y="601"/>
                </a:cubicBezTo>
                <a:cubicBezTo>
                  <a:pt x="466" y="604"/>
                  <a:pt x="468" y="606"/>
                  <a:pt x="468" y="609"/>
                </a:cubicBezTo>
                <a:cubicBezTo>
                  <a:pt x="472" y="606"/>
                  <a:pt x="476" y="604"/>
                  <a:pt x="480" y="602"/>
                </a:cubicBezTo>
                <a:close/>
                <a:moveTo>
                  <a:pt x="763" y="604"/>
                </a:moveTo>
                <a:cubicBezTo>
                  <a:pt x="743" y="594"/>
                  <a:pt x="723" y="584"/>
                  <a:pt x="702" y="576"/>
                </a:cubicBezTo>
                <a:cubicBezTo>
                  <a:pt x="702" y="576"/>
                  <a:pt x="702" y="576"/>
                  <a:pt x="702" y="577"/>
                </a:cubicBezTo>
                <a:cubicBezTo>
                  <a:pt x="688" y="577"/>
                  <a:pt x="688" y="577"/>
                  <a:pt x="688" y="577"/>
                </a:cubicBezTo>
                <a:cubicBezTo>
                  <a:pt x="688" y="575"/>
                  <a:pt x="688" y="574"/>
                  <a:pt x="688" y="572"/>
                </a:cubicBezTo>
                <a:cubicBezTo>
                  <a:pt x="691" y="573"/>
                  <a:pt x="691" y="572"/>
                  <a:pt x="692" y="572"/>
                </a:cubicBezTo>
                <a:cubicBezTo>
                  <a:pt x="687" y="570"/>
                  <a:pt x="683" y="568"/>
                  <a:pt x="678" y="567"/>
                </a:cubicBezTo>
                <a:cubicBezTo>
                  <a:pt x="680" y="569"/>
                  <a:pt x="683" y="571"/>
                  <a:pt x="684" y="574"/>
                </a:cubicBezTo>
                <a:cubicBezTo>
                  <a:pt x="684" y="575"/>
                  <a:pt x="683" y="575"/>
                  <a:pt x="683" y="575"/>
                </a:cubicBezTo>
                <a:cubicBezTo>
                  <a:pt x="698" y="581"/>
                  <a:pt x="713" y="587"/>
                  <a:pt x="727" y="594"/>
                </a:cubicBezTo>
                <a:cubicBezTo>
                  <a:pt x="729" y="594"/>
                  <a:pt x="729" y="594"/>
                  <a:pt x="729" y="594"/>
                </a:cubicBezTo>
                <a:cubicBezTo>
                  <a:pt x="729" y="594"/>
                  <a:pt x="729" y="595"/>
                  <a:pt x="729" y="595"/>
                </a:cubicBezTo>
                <a:cubicBezTo>
                  <a:pt x="736" y="598"/>
                  <a:pt x="743" y="601"/>
                  <a:pt x="749" y="605"/>
                </a:cubicBezTo>
                <a:cubicBezTo>
                  <a:pt x="749" y="605"/>
                  <a:pt x="749" y="604"/>
                  <a:pt x="749" y="604"/>
                </a:cubicBezTo>
                <a:cubicBezTo>
                  <a:pt x="753" y="604"/>
                  <a:pt x="753" y="606"/>
                  <a:pt x="754" y="607"/>
                </a:cubicBezTo>
                <a:cubicBezTo>
                  <a:pt x="755" y="608"/>
                  <a:pt x="756" y="608"/>
                  <a:pt x="756" y="608"/>
                </a:cubicBezTo>
                <a:cubicBezTo>
                  <a:pt x="757" y="608"/>
                  <a:pt x="757" y="608"/>
                  <a:pt x="758" y="608"/>
                </a:cubicBezTo>
                <a:cubicBezTo>
                  <a:pt x="758" y="609"/>
                  <a:pt x="758" y="609"/>
                  <a:pt x="758" y="609"/>
                </a:cubicBezTo>
                <a:cubicBezTo>
                  <a:pt x="760" y="609"/>
                  <a:pt x="762" y="610"/>
                  <a:pt x="763" y="609"/>
                </a:cubicBezTo>
                <a:cubicBezTo>
                  <a:pt x="763" y="608"/>
                  <a:pt x="763" y="606"/>
                  <a:pt x="763" y="604"/>
                </a:cubicBezTo>
                <a:close/>
                <a:moveTo>
                  <a:pt x="781" y="573"/>
                </a:moveTo>
                <a:cubicBezTo>
                  <a:pt x="781" y="575"/>
                  <a:pt x="780" y="575"/>
                  <a:pt x="777" y="575"/>
                </a:cubicBezTo>
                <a:cubicBezTo>
                  <a:pt x="777" y="574"/>
                  <a:pt x="776" y="573"/>
                  <a:pt x="777" y="572"/>
                </a:cubicBezTo>
                <a:cubicBezTo>
                  <a:pt x="768" y="568"/>
                  <a:pt x="759" y="565"/>
                  <a:pt x="750" y="563"/>
                </a:cubicBezTo>
                <a:cubicBezTo>
                  <a:pt x="750" y="563"/>
                  <a:pt x="750" y="564"/>
                  <a:pt x="749" y="564"/>
                </a:cubicBezTo>
                <a:cubicBezTo>
                  <a:pt x="749" y="565"/>
                  <a:pt x="749" y="565"/>
                  <a:pt x="749" y="565"/>
                </a:cubicBezTo>
                <a:cubicBezTo>
                  <a:pt x="749" y="565"/>
                  <a:pt x="748" y="565"/>
                  <a:pt x="748" y="565"/>
                </a:cubicBezTo>
                <a:cubicBezTo>
                  <a:pt x="747" y="566"/>
                  <a:pt x="747" y="567"/>
                  <a:pt x="747" y="568"/>
                </a:cubicBezTo>
                <a:cubicBezTo>
                  <a:pt x="748" y="570"/>
                  <a:pt x="752" y="569"/>
                  <a:pt x="753" y="571"/>
                </a:cubicBezTo>
                <a:cubicBezTo>
                  <a:pt x="762" y="574"/>
                  <a:pt x="772" y="577"/>
                  <a:pt x="782" y="581"/>
                </a:cubicBezTo>
                <a:cubicBezTo>
                  <a:pt x="792" y="584"/>
                  <a:pt x="803" y="589"/>
                  <a:pt x="813" y="593"/>
                </a:cubicBezTo>
                <a:cubicBezTo>
                  <a:pt x="814" y="593"/>
                  <a:pt x="814" y="593"/>
                  <a:pt x="814" y="593"/>
                </a:cubicBezTo>
                <a:cubicBezTo>
                  <a:pt x="814" y="593"/>
                  <a:pt x="815" y="594"/>
                  <a:pt x="815" y="594"/>
                </a:cubicBezTo>
                <a:cubicBezTo>
                  <a:pt x="816" y="594"/>
                  <a:pt x="816" y="594"/>
                  <a:pt x="817" y="595"/>
                </a:cubicBezTo>
                <a:cubicBezTo>
                  <a:pt x="817" y="594"/>
                  <a:pt x="817" y="594"/>
                  <a:pt x="817" y="593"/>
                </a:cubicBezTo>
                <a:cubicBezTo>
                  <a:pt x="830" y="593"/>
                  <a:pt x="830" y="593"/>
                  <a:pt x="830" y="593"/>
                </a:cubicBezTo>
                <a:cubicBezTo>
                  <a:pt x="814" y="586"/>
                  <a:pt x="798" y="579"/>
                  <a:pt x="781" y="573"/>
                </a:cubicBezTo>
                <a:close/>
                <a:moveTo>
                  <a:pt x="805" y="605"/>
                </a:moveTo>
                <a:cubicBezTo>
                  <a:pt x="803" y="604"/>
                  <a:pt x="800" y="602"/>
                  <a:pt x="798" y="601"/>
                </a:cubicBezTo>
                <a:cubicBezTo>
                  <a:pt x="798" y="601"/>
                  <a:pt x="798" y="601"/>
                  <a:pt x="797" y="601"/>
                </a:cubicBezTo>
                <a:cubicBezTo>
                  <a:pt x="780" y="593"/>
                  <a:pt x="763" y="585"/>
                  <a:pt x="745" y="579"/>
                </a:cubicBezTo>
                <a:cubicBezTo>
                  <a:pt x="741" y="577"/>
                  <a:pt x="738" y="583"/>
                  <a:pt x="742" y="585"/>
                </a:cubicBezTo>
                <a:cubicBezTo>
                  <a:pt x="753" y="589"/>
                  <a:pt x="764" y="593"/>
                  <a:pt x="775" y="598"/>
                </a:cubicBezTo>
                <a:cubicBezTo>
                  <a:pt x="775" y="595"/>
                  <a:pt x="777" y="595"/>
                  <a:pt x="778" y="593"/>
                </a:cubicBezTo>
                <a:cubicBezTo>
                  <a:pt x="781" y="593"/>
                  <a:pt x="781" y="593"/>
                  <a:pt x="781" y="593"/>
                </a:cubicBezTo>
                <a:cubicBezTo>
                  <a:pt x="782" y="594"/>
                  <a:pt x="782" y="596"/>
                  <a:pt x="782" y="598"/>
                </a:cubicBezTo>
                <a:cubicBezTo>
                  <a:pt x="781" y="598"/>
                  <a:pt x="779" y="599"/>
                  <a:pt x="778" y="599"/>
                </a:cubicBezTo>
                <a:cubicBezTo>
                  <a:pt x="780" y="601"/>
                  <a:pt x="783" y="602"/>
                  <a:pt x="786" y="603"/>
                </a:cubicBezTo>
                <a:cubicBezTo>
                  <a:pt x="785" y="601"/>
                  <a:pt x="786" y="600"/>
                  <a:pt x="787" y="599"/>
                </a:cubicBezTo>
                <a:cubicBezTo>
                  <a:pt x="788" y="599"/>
                  <a:pt x="789" y="599"/>
                  <a:pt x="790" y="599"/>
                </a:cubicBezTo>
                <a:cubicBezTo>
                  <a:pt x="791" y="601"/>
                  <a:pt x="790" y="603"/>
                  <a:pt x="788" y="604"/>
                </a:cubicBezTo>
                <a:cubicBezTo>
                  <a:pt x="792" y="606"/>
                  <a:pt x="796" y="608"/>
                  <a:pt x="799" y="609"/>
                </a:cubicBezTo>
                <a:cubicBezTo>
                  <a:pt x="802" y="609"/>
                  <a:pt x="804" y="607"/>
                  <a:pt x="805" y="605"/>
                </a:cubicBezTo>
                <a:close/>
                <a:moveTo>
                  <a:pt x="524" y="524"/>
                </a:moveTo>
                <a:cubicBezTo>
                  <a:pt x="525" y="524"/>
                  <a:pt x="525" y="524"/>
                  <a:pt x="525" y="524"/>
                </a:cubicBezTo>
                <a:cubicBezTo>
                  <a:pt x="525" y="525"/>
                  <a:pt x="525" y="526"/>
                  <a:pt x="525" y="527"/>
                </a:cubicBezTo>
                <a:cubicBezTo>
                  <a:pt x="523" y="528"/>
                  <a:pt x="520" y="528"/>
                  <a:pt x="517" y="528"/>
                </a:cubicBezTo>
                <a:cubicBezTo>
                  <a:pt x="517" y="527"/>
                  <a:pt x="518" y="527"/>
                  <a:pt x="518" y="526"/>
                </a:cubicBezTo>
                <a:cubicBezTo>
                  <a:pt x="516" y="526"/>
                  <a:pt x="515" y="527"/>
                  <a:pt x="513" y="527"/>
                </a:cubicBezTo>
                <a:cubicBezTo>
                  <a:pt x="514" y="529"/>
                  <a:pt x="515" y="531"/>
                  <a:pt x="516" y="533"/>
                </a:cubicBezTo>
                <a:cubicBezTo>
                  <a:pt x="510" y="534"/>
                  <a:pt x="508" y="532"/>
                  <a:pt x="506" y="529"/>
                </a:cubicBezTo>
                <a:cubicBezTo>
                  <a:pt x="500" y="531"/>
                  <a:pt x="493" y="533"/>
                  <a:pt x="487" y="536"/>
                </a:cubicBezTo>
                <a:cubicBezTo>
                  <a:pt x="487" y="536"/>
                  <a:pt x="488" y="537"/>
                  <a:pt x="488" y="538"/>
                </a:cubicBezTo>
                <a:cubicBezTo>
                  <a:pt x="489" y="538"/>
                  <a:pt x="491" y="538"/>
                  <a:pt x="492" y="538"/>
                </a:cubicBezTo>
                <a:cubicBezTo>
                  <a:pt x="492" y="539"/>
                  <a:pt x="492" y="540"/>
                  <a:pt x="492" y="541"/>
                </a:cubicBezTo>
                <a:cubicBezTo>
                  <a:pt x="501" y="538"/>
                  <a:pt x="510" y="535"/>
                  <a:pt x="519" y="533"/>
                </a:cubicBezTo>
                <a:cubicBezTo>
                  <a:pt x="520" y="531"/>
                  <a:pt x="520" y="530"/>
                  <a:pt x="521" y="529"/>
                </a:cubicBezTo>
                <a:cubicBezTo>
                  <a:pt x="524" y="528"/>
                  <a:pt x="526" y="529"/>
                  <a:pt x="527" y="530"/>
                </a:cubicBezTo>
                <a:cubicBezTo>
                  <a:pt x="527" y="529"/>
                  <a:pt x="528" y="527"/>
                  <a:pt x="529" y="526"/>
                </a:cubicBezTo>
                <a:cubicBezTo>
                  <a:pt x="528" y="526"/>
                  <a:pt x="528" y="525"/>
                  <a:pt x="528" y="524"/>
                </a:cubicBezTo>
                <a:cubicBezTo>
                  <a:pt x="546" y="524"/>
                  <a:pt x="546" y="524"/>
                  <a:pt x="546" y="524"/>
                </a:cubicBezTo>
                <a:cubicBezTo>
                  <a:pt x="547" y="525"/>
                  <a:pt x="548" y="526"/>
                  <a:pt x="549" y="526"/>
                </a:cubicBezTo>
                <a:cubicBezTo>
                  <a:pt x="549" y="526"/>
                  <a:pt x="550" y="526"/>
                  <a:pt x="551" y="526"/>
                </a:cubicBezTo>
                <a:cubicBezTo>
                  <a:pt x="551" y="526"/>
                  <a:pt x="551" y="526"/>
                  <a:pt x="551" y="525"/>
                </a:cubicBezTo>
                <a:cubicBezTo>
                  <a:pt x="551" y="525"/>
                  <a:pt x="550" y="525"/>
                  <a:pt x="550" y="524"/>
                </a:cubicBezTo>
                <a:cubicBezTo>
                  <a:pt x="554" y="524"/>
                  <a:pt x="554" y="524"/>
                  <a:pt x="554" y="524"/>
                </a:cubicBezTo>
                <a:cubicBezTo>
                  <a:pt x="554" y="525"/>
                  <a:pt x="551" y="524"/>
                  <a:pt x="552" y="525"/>
                </a:cubicBezTo>
                <a:cubicBezTo>
                  <a:pt x="552" y="525"/>
                  <a:pt x="553" y="525"/>
                  <a:pt x="554" y="525"/>
                </a:cubicBezTo>
                <a:cubicBezTo>
                  <a:pt x="554" y="525"/>
                  <a:pt x="554" y="525"/>
                  <a:pt x="554" y="525"/>
                </a:cubicBezTo>
                <a:cubicBezTo>
                  <a:pt x="586" y="520"/>
                  <a:pt x="618" y="520"/>
                  <a:pt x="649" y="523"/>
                </a:cubicBezTo>
                <a:cubicBezTo>
                  <a:pt x="651" y="523"/>
                  <a:pt x="651" y="523"/>
                  <a:pt x="651" y="523"/>
                </a:cubicBezTo>
                <a:cubicBezTo>
                  <a:pt x="651" y="523"/>
                  <a:pt x="651" y="523"/>
                  <a:pt x="650" y="523"/>
                </a:cubicBezTo>
                <a:cubicBezTo>
                  <a:pt x="668" y="525"/>
                  <a:pt x="686" y="528"/>
                  <a:pt x="704" y="532"/>
                </a:cubicBezTo>
                <a:cubicBezTo>
                  <a:pt x="704" y="531"/>
                  <a:pt x="704" y="531"/>
                  <a:pt x="705" y="530"/>
                </a:cubicBezTo>
                <a:cubicBezTo>
                  <a:pt x="708" y="530"/>
                  <a:pt x="709" y="532"/>
                  <a:pt x="710" y="534"/>
                </a:cubicBezTo>
                <a:cubicBezTo>
                  <a:pt x="718" y="536"/>
                  <a:pt x="727" y="538"/>
                  <a:pt x="735" y="540"/>
                </a:cubicBezTo>
                <a:cubicBezTo>
                  <a:pt x="736" y="538"/>
                  <a:pt x="737" y="536"/>
                  <a:pt x="738" y="534"/>
                </a:cubicBezTo>
                <a:cubicBezTo>
                  <a:pt x="686" y="519"/>
                  <a:pt x="632" y="512"/>
                  <a:pt x="578" y="516"/>
                </a:cubicBezTo>
                <a:cubicBezTo>
                  <a:pt x="560" y="517"/>
                  <a:pt x="542" y="520"/>
                  <a:pt x="524" y="524"/>
                </a:cubicBezTo>
                <a:close/>
                <a:moveTo>
                  <a:pt x="498" y="537"/>
                </a:moveTo>
                <a:cubicBezTo>
                  <a:pt x="495" y="537"/>
                  <a:pt x="494" y="537"/>
                  <a:pt x="492" y="536"/>
                </a:cubicBezTo>
                <a:cubicBezTo>
                  <a:pt x="492" y="533"/>
                  <a:pt x="495" y="533"/>
                  <a:pt x="498" y="533"/>
                </a:cubicBezTo>
                <a:cubicBezTo>
                  <a:pt x="498" y="535"/>
                  <a:pt x="498" y="536"/>
                  <a:pt x="498" y="537"/>
                </a:cubicBezTo>
                <a:close/>
                <a:moveTo>
                  <a:pt x="533" y="596"/>
                </a:moveTo>
                <a:cubicBezTo>
                  <a:pt x="535" y="598"/>
                  <a:pt x="537" y="599"/>
                  <a:pt x="538" y="600"/>
                </a:cubicBezTo>
                <a:cubicBezTo>
                  <a:pt x="539" y="601"/>
                  <a:pt x="539" y="601"/>
                  <a:pt x="540" y="601"/>
                </a:cubicBezTo>
                <a:cubicBezTo>
                  <a:pt x="569" y="593"/>
                  <a:pt x="600" y="589"/>
                  <a:pt x="630" y="590"/>
                </a:cubicBezTo>
                <a:cubicBezTo>
                  <a:pt x="611" y="590"/>
                  <a:pt x="592" y="592"/>
                  <a:pt x="574" y="596"/>
                </a:cubicBezTo>
                <a:cubicBezTo>
                  <a:pt x="575" y="598"/>
                  <a:pt x="577" y="599"/>
                  <a:pt x="579" y="601"/>
                </a:cubicBezTo>
                <a:cubicBezTo>
                  <a:pt x="579" y="599"/>
                  <a:pt x="580" y="599"/>
                  <a:pt x="582" y="599"/>
                </a:cubicBezTo>
                <a:cubicBezTo>
                  <a:pt x="582" y="600"/>
                  <a:pt x="583" y="600"/>
                  <a:pt x="583" y="601"/>
                </a:cubicBezTo>
                <a:cubicBezTo>
                  <a:pt x="593" y="599"/>
                  <a:pt x="604" y="597"/>
                  <a:pt x="614" y="597"/>
                </a:cubicBezTo>
                <a:cubicBezTo>
                  <a:pt x="613" y="596"/>
                  <a:pt x="612" y="596"/>
                  <a:pt x="611" y="595"/>
                </a:cubicBezTo>
                <a:cubicBezTo>
                  <a:pt x="621" y="595"/>
                  <a:pt x="621" y="595"/>
                  <a:pt x="621" y="595"/>
                </a:cubicBezTo>
                <a:cubicBezTo>
                  <a:pt x="621" y="595"/>
                  <a:pt x="621" y="595"/>
                  <a:pt x="622" y="596"/>
                </a:cubicBezTo>
                <a:cubicBezTo>
                  <a:pt x="620" y="596"/>
                  <a:pt x="619" y="596"/>
                  <a:pt x="618" y="596"/>
                </a:cubicBezTo>
                <a:cubicBezTo>
                  <a:pt x="618" y="596"/>
                  <a:pt x="618" y="596"/>
                  <a:pt x="618" y="597"/>
                </a:cubicBezTo>
                <a:cubicBezTo>
                  <a:pt x="620" y="596"/>
                  <a:pt x="621" y="596"/>
                  <a:pt x="623" y="596"/>
                </a:cubicBezTo>
                <a:cubicBezTo>
                  <a:pt x="623" y="596"/>
                  <a:pt x="623" y="595"/>
                  <a:pt x="623" y="595"/>
                </a:cubicBezTo>
                <a:cubicBezTo>
                  <a:pt x="633" y="595"/>
                  <a:pt x="633" y="595"/>
                  <a:pt x="633" y="595"/>
                </a:cubicBezTo>
                <a:cubicBezTo>
                  <a:pt x="633" y="595"/>
                  <a:pt x="633" y="596"/>
                  <a:pt x="633" y="596"/>
                </a:cubicBezTo>
                <a:cubicBezTo>
                  <a:pt x="639" y="596"/>
                  <a:pt x="645" y="596"/>
                  <a:pt x="652" y="597"/>
                </a:cubicBezTo>
                <a:cubicBezTo>
                  <a:pt x="652" y="596"/>
                  <a:pt x="652" y="596"/>
                  <a:pt x="652" y="596"/>
                </a:cubicBezTo>
                <a:cubicBezTo>
                  <a:pt x="652" y="595"/>
                  <a:pt x="652" y="595"/>
                  <a:pt x="652" y="595"/>
                </a:cubicBezTo>
                <a:cubicBezTo>
                  <a:pt x="663" y="594"/>
                  <a:pt x="663" y="594"/>
                  <a:pt x="663" y="594"/>
                </a:cubicBezTo>
                <a:cubicBezTo>
                  <a:pt x="664" y="595"/>
                  <a:pt x="664" y="595"/>
                  <a:pt x="664" y="595"/>
                </a:cubicBezTo>
                <a:cubicBezTo>
                  <a:pt x="664" y="595"/>
                  <a:pt x="664" y="595"/>
                  <a:pt x="664" y="594"/>
                </a:cubicBezTo>
                <a:cubicBezTo>
                  <a:pt x="664" y="594"/>
                  <a:pt x="664" y="594"/>
                  <a:pt x="664" y="594"/>
                </a:cubicBezTo>
                <a:cubicBezTo>
                  <a:pt x="665" y="595"/>
                  <a:pt x="666" y="595"/>
                  <a:pt x="667" y="594"/>
                </a:cubicBezTo>
                <a:cubicBezTo>
                  <a:pt x="669" y="594"/>
                  <a:pt x="669" y="594"/>
                  <a:pt x="669" y="594"/>
                </a:cubicBezTo>
                <a:cubicBezTo>
                  <a:pt x="669" y="594"/>
                  <a:pt x="669" y="594"/>
                  <a:pt x="669" y="595"/>
                </a:cubicBezTo>
                <a:cubicBezTo>
                  <a:pt x="669" y="595"/>
                  <a:pt x="668" y="595"/>
                  <a:pt x="668" y="595"/>
                </a:cubicBezTo>
                <a:cubicBezTo>
                  <a:pt x="668" y="596"/>
                  <a:pt x="669" y="597"/>
                  <a:pt x="669" y="598"/>
                </a:cubicBezTo>
                <a:cubicBezTo>
                  <a:pt x="670" y="598"/>
                  <a:pt x="671" y="599"/>
                  <a:pt x="672" y="599"/>
                </a:cubicBezTo>
                <a:cubicBezTo>
                  <a:pt x="675" y="600"/>
                  <a:pt x="677" y="600"/>
                  <a:pt x="679" y="600"/>
                </a:cubicBezTo>
                <a:cubicBezTo>
                  <a:pt x="678" y="598"/>
                  <a:pt x="678" y="596"/>
                  <a:pt x="677" y="594"/>
                </a:cubicBezTo>
                <a:cubicBezTo>
                  <a:pt x="685" y="594"/>
                  <a:pt x="685" y="594"/>
                  <a:pt x="685" y="594"/>
                </a:cubicBezTo>
                <a:cubicBezTo>
                  <a:pt x="684" y="597"/>
                  <a:pt x="683" y="599"/>
                  <a:pt x="681" y="601"/>
                </a:cubicBezTo>
                <a:cubicBezTo>
                  <a:pt x="688" y="602"/>
                  <a:pt x="696" y="604"/>
                  <a:pt x="703" y="606"/>
                </a:cubicBezTo>
                <a:cubicBezTo>
                  <a:pt x="699" y="604"/>
                  <a:pt x="698" y="601"/>
                  <a:pt x="694" y="599"/>
                </a:cubicBezTo>
                <a:cubicBezTo>
                  <a:pt x="697" y="599"/>
                  <a:pt x="696" y="595"/>
                  <a:pt x="700" y="596"/>
                </a:cubicBezTo>
                <a:cubicBezTo>
                  <a:pt x="701" y="596"/>
                  <a:pt x="701" y="596"/>
                  <a:pt x="702" y="596"/>
                </a:cubicBezTo>
                <a:cubicBezTo>
                  <a:pt x="686" y="589"/>
                  <a:pt x="671" y="583"/>
                  <a:pt x="655" y="577"/>
                </a:cubicBezTo>
                <a:cubicBezTo>
                  <a:pt x="645" y="577"/>
                  <a:pt x="645" y="577"/>
                  <a:pt x="645" y="577"/>
                </a:cubicBezTo>
                <a:cubicBezTo>
                  <a:pt x="646" y="577"/>
                  <a:pt x="646" y="576"/>
                  <a:pt x="646" y="576"/>
                </a:cubicBezTo>
                <a:cubicBezTo>
                  <a:pt x="645" y="575"/>
                  <a:pt x="645" y="574"/>
                  <a:pt x="644" y="574"/>
                </a:cubicBezTo>
                <a:cubicBezTo>
                  <a:pt x="641" y="573"/>
                  <a:pt x="637" y="572"/>
                  <a:pt x="634" y="571"/>
                </a:cubicBezTo>
                <a:cubicBezTo>
                  <a:pt x="634" y="571"/>
                  <a:pt x="634" y="572"/>
                  <a:pt x="634" y="572"/>
                </a:cubicBezTo>
                <a:cubicBezTo>
                  <a:pt x="630" y="572"/>
                  <a:pt x="628" y="571"/>
                  <a:pt x="627" y="569"/>
                </a:cubicBezTo>
                <a:cubicBezTo>
                  <a:pt x="624" y="568"/>
                  <a:pt x="622" y="568"/>
                  <a:pt x="619" y="567"/>
                </a:cubicBezTo>
                <a:cubicBezTo>
                  <a:pt x="619" y="568"/>
                  <a:pt x="619" y="568"/>
                  <a:pt x="618" y="569"/>
                </a:cubicBezTo>
                <a:cubicBezTo>
                  <a:pt x="624" y="570"/>
                  <a:pt x="626" y="573"/>
                  <a:pt x="628" y="576"/>
                </a:cubicBezTo>
                <a:cubicBezTo>
                  <a:pt x="638" y="578"/>
                  <a:pt x="647" y="581"/>
                  <a:pt x="656" y="584"/>
                </a:cubicBezTo>
                <a:cubicBezTo>
                  <a:pt x="620" y="581"/>
                  <a:pt x="583" y="584"/>
                  <a:pt x="548" y="592"/>
                </a:cubicBezTo>
                <a:cubicBezTo>
                  <a:pt x="543" y="593"/>
                  <a:pt x="538" y="595"/>
                  <a:pt x="533" y="596"/>
                </a:cubicBezTo>
                <a:close/>
                <a:moveTo>
                  <a:pt x="672" y="591"/>
                </a:moveTo>
                <a:cubicBezTo>
                  <a:pt x="675" y="592"/>
                  <a:pt x="678" y="593"/>
                  <a:pt x="680" y="594"/>
                </a:cubicBezTo>
                <a:cubicBezTo>
                  <a:pt x="677" y="593"/>
                  <a:pt x="674" y="593"/>
                  <a:pt x="671" y="592"/>
                </a:cubicBezTo>
                <a:cubicBezTo>
                  <a:pt x="672" y="592"/>
                  <a:pt x="672" y="591"/>
                  <a:pt x="672" y="591"/>
                </a:cubicBezTo>
                <a:close/>
                <a:moveTo>
                  <a:pt x="388" y="848"/>
                </a:moveTo>
                <a:cubicBezTo>
                  <a:pt x="388" y="848"/>
                  <a:pt x="388" y="848"/>
                  <a:pt x="388" y="848"/>
                </a:cubicBezTo>
                <a:cubicBezTo>
                  <a:pt x="389" y="848"/>
                  <a:pt x="390" y="848"/>
                  <a:pt x="390" y="848"/>
                </a:cubicBezTo>
                <a:cubicBezTo>
                  <a:pt x="390" y="848"/>
                  <a:pt x="390" y="848"/>
                  <a:pt x="390" y="847"/>
                </a:cubicBezTo>
                <a:cubicBezTo>
                  <a:pt x="389" y="847"/>
                  <a:pt x="387" y="847"/>
                  <a:pt x="386" y="847"/>
                </a:cubicBezTo>
                <a:cubicBezTo>
                  <a:pt x="386" y="847"/>
                  <a:pt x="386" y="847"/>
                  <a:pt x="386" y="846"/>
                </a:cubicBezTo>
                <a:cubicBezTo>
                  <a:pt x="390" y="846"/>
                  <a:pt x="390" y="846"/>
                  <a:pt x="390" y="846"/>
                </a:cubicBezTo>
                <a:cubicBezTo>
                  <a:pt x="389" y="837"/>
                  <a:pt x="389" y="828"/>
                  <a:pt x="390" y="819"/>
                </a:cubicBezTo>
                <a:cubicBezTo>
                  <a:pt x="389" y="819"/>
                  <a:pt x="388" y="819"/>
                  <a:pt x="386" y="819"/>
                </a:cubicBezTo>
                <a:cubicBezTo>
                  <a:pt x="386" y="817"/>
                  <a:pt x="386" y="814"/>
                  <a:pt x="386" y="812"/>
                </a:cubicBezTo>
                <a:cubicBezTo>
                  <a:pt x="387" y="812"/>
                  <a:pt x="387" y="811"/>
                  <a:pt x="388" y="811"/>
                </a:cubicBezTo>
                <a:cubicBezTo>
                  <a:pt x="390" y="811"/>
                  <a:pt x="390" y="811"/>
                  <a:pt x="390" y="811"/>
                </a:cubicBezTo>
                <a:cubicBezTo>
                  <a:pt x="391" y="800"/>
                  <a:pt x="392" y="789"/>
                  <a:pt x="394" y="778"/>
                </a:cubicBezTo>
                <a:cubicBezTo>
                  <a:pt x="394" y="778"/>
                  <a:pt x="394" y="778"/>
                  <a:pt x="394" y="778"/>
                </a:cubicBezTo>
                <a:cubicBezTo>
                  <a:pt x="394" y="778"/>
                  <a:pt x="394" y="777"/>
                  <a:pt x="394" y="777"/>
                </a:cubicBezTo>
                <a:cubicBezTo>
                  <a:pt x="394" y="776"/>
                  <a:pt x="394" y="776"/>
                  <a:pt x="394" y="775"/>
                </a:cubicBezTo>
                <a:cubicBezTo>
                  <a:pt x="395" y="775"/>
                  <a:pt x="395" y="775"/>
                  <a:pt x="395" y="775"/>
                </a:cubicBezTo>
                <a:cubicBezTo>
                  <a:pt x="397" y="769"/>
                  <a:pt x="398" y="762"/>
                  <a:pt x="400" y="756"/>
                </a:cubicBezTo>
                <a:cubicBezTo>
                  <a:pt x="399" y="754"/>
                  <a:pt x="397" y="753"/>
                  <a:pt x="394" y="752"/>
                </a:cubicBezTo>
                <a:cubicBezTo>
                  <a:pt x="394" y="753"/>
                  <a:pt x="394" y="753"/>
                  <a:pt x="393" y="754"/>
                </a:cubicBezTo>
                <a:cubicBezTo>
                  <a:pt x="395" y="755"/>
                  <a:pt x="395" y="756"/>
                  <a:pt x="395" y="758"/>
                </a:cubicBezTo>
                <a:cubicBezTo>
                  <a:pt x="392" y="758"/>
                  <a:pt x="392" y="758"/>
                  <a:pt x="392" y="758"/>
                </a:cubicBezTo>
                <a:cubicBezTo>
                  <a:pt x="389" y="768"/>
                  <a:pt x="387" y="779"/>
                  <a:pt x="386" y="790"/>
                </a:cubicBezTo>
                <a:cubicBezTo>
                  <a:pt x="387" y="791"/>
                  <a:pt x="387" y="792"/>
                  <a:pt x="387" y="793"/>
                </a:cubicBezTo>
                <a:cubicBezTo>
                  <a:pt x="387" y="793"/>
                  <a:pt x="386" y="793"/>
                  <a:pt x="386" y="793"/>
                </a:cubicBezTo>
                <a:cubicBezTo>
                  <a:pt x="385" y="793"/>
                  <a:pt x="385" y="793"/>
                  <a:pt x="385" y="793"/>
                </a:cubicBezTo>
                <a:cubicBezTo>
                  <a:pt x="384" y="802"/>
                  <a:pt x="383" y="811"/>
                  <a:pt x="383" y="820"/>
                </a:cubicBezTo>
                <a:cubicBezTo>
                  <a:pt x="387" y="820"/>
                  <a:pt x="390" y="822"/>
                  <a:pt x="389" y="826"/>
                </a:cubicBezTo>
                <a:cubicBezTo>
                  <a:pt x="389" y="827"/>
                  <a:pt x="387" y="827"/>
                  <a:pt x="386" y="827"/>
                </a:cubicBezTo>
                <a:cubicBezTo>
                  <a:pt x="386" y="828"/>
                  <a:pt x="387" y="828"/>
                  <a:pt x="387" y="829"/>
                </a:cubicBezTo>
                <a:cubicBezTo>
                  <a:pt x="383" y="829"/>
                  <a:pt x="383" y="829"/>
                  <a:pt x="383" y="829"/>
                </a:cubicBezTo>
                <a:cubicBezTo>
                  <a:pt x="383" y="851"/>
                  <a:pt x="385" y="873"/>
                  <a:pt x="390" y="894"/>
                </a:cubicBezTo>
                <a:cubicBezTo>
                  <a:pt x="390" y="894"/>
                  <a:pt x="391" y="894"/>
                  <a:pt x="391" y="894"/>
                </a:cubicBezTo>
                <a:cubicBezTo>
                  <a:pt x="391" y="893"/>
                  <a:pt x="391" y="893"/>
                  <a:pt x="391" y="892"/>
                </a:cubicBezTo>
                <a:cubicBezTo>
                  <a:pt x="392" y="891"/>
                  <a:pt x="394" y="891"/>
                  <a:pt x="396" y="890"/>
                </a:cubicBezTo>
                <a:cubicBezTo>
                  <a:pt x="394" y="882"/>
                  <a:pt x="392" y="873"/>
                  <a:pt x="391" y="865"/>
                </a:cubicBezTo>
                <a:cubicBezTo>
                  <a:pt x="387" y="865"/>
                  <a:pt x="387" y="865"/>
                  <a:pt x="387" y="865"/>
                </a:cubicBezTo>
                <a:cubicBezTo>
                  <a:pt x="388" y="863"/>
                  <a:pt x="389" y="861"/>
                  <a:pt x="391" y="859"/>
                </a:cubicBezTo>
                <a:cubicBezTo>
                  <a:pt x="389" y="858"/>
                  <a:pt x="389" y="857"/>
                  <a:pt x="386" y="857"/>
                </a:cubicBezTo>
                <a:cubicBezTo>
                  <a:pt x="387" y="854"/>
                  <a:pt x="385" y="849"/>
                  <a:pt x="388" y="848"/>
                </a:cubicBezTo>
                <a:close/>
                <a:moveTo>
                  <a:pt x="601" y="569"/>
                </a:moveTo>
                <a:cubicBezTo>
                  <a:pt x="600" y="567"/>
                  <a:pt x="598" y="565"/>
                  <a:pt x="597" y="563"/>
                </a:cubicBezTo>
                <a:cubicBezTo>
                  <a:pt x="592" y="562"/>
                  <a:pt x="587" y="562"/>
                  <a:pt x="583" y="561"/>
                </a:cubicBezTo>
                <a:cubicBezTo>
                  <a:pt x="587" y="565"/>
                  <a:pt x="590" y="568"/>
                  <a:pt x="594" y="572"/>
                </a:cubicBezTo>
                <a:cubicBezTo>
                  <a:pt x="597" y="572"/>
                  <a:pt x="600" y="572"/>
                  <a:pt x="604" y="573"/>
                </a:cubicBezTo>
                <a:cubicBezTo>
                  <a:pt x="605" y="573"/>
                  <a:pt x="606" y="572"/>
                  <a:pt x="607" y="571"/>
                </a:cubicBezTo>
                <a:cubicBezTo>
                  <a:pt x="609" y="572"/>
                  <a:pt x="612" y="572"/>
                  <a:pt x="615" y="573"/>
                </a:cubicBezTo>
                <a:cubicBezTo>
                  <a:pt x="615" y="570"/>
                  <a:pt x="617" y="569"/>
                  <a:pt x="615" y="567"/>
                </a:cubicBezTo>
                <a:cubicBezTo>
                  <a:pt x="613" y="568"/>
                  <a:pt x="611" y="569"/>
                  <a:pt x="607" y="569"/>
                </a:cubicBezTo>
                <a:cubicBezTo>
                  <a:pt x="605" y="567"/>
                  <a:pt x="605" y="565"/>
                  <a:pt x="606" y="564"/>
                </a:cubicBezTo>
                <a:cubicBezTo>
                  <a:pt x="605" y="564"/>
                  <a:pt x="604" y="564"/>
                  <a:pt x="602" y="564"/>
                </a:cubicBezTo>
                <a:cubicBezTo>
                  <a:pt x="603" y="565"/>
                  <a:pt x="604" y="566"/>
                  <a:pt x="605" y="567"/>
                </a:cubicBezTo>
                <a:cubicBezTo>
                  <a:pt x="604" y="568"/>
                  <a:pt x="603" y="569"/>
                  <a:pt x="601" y="569"/>
                </a:cubicBezTo>
                <a:close/>
                <a:moveTo>
                  <a:pt x="558" y="561"/>
                </a:moveTo>
                <a:cubicBezTo>
                  <a:pt x="559" y="563"/>
                  <a:pt x="557" y="567"/>
                  <a:pt x="564" y="566"/>
                </a:cubicBezTo>
                <a:cubicBezTo>
                  <a:pt x="564" y="569"/>
                  <a:pt x="564" y="571"/>
                  <a:pt x="564" y="574"/>
                </a:cubicBezTo>
                <a:cubicBezTo>
                  <a:pt x="573" y="573"/>
                  <a:pt x="581" y="572"/>
                  <a:pt x="590" y="572"/>
                </a:cubicBezTo>
                <a:cubicBezTo>
                  <a:pt x="587" y="570"/>
                  <a:pt x="585" y="568"/>
                  <a:pt x="582" y="566"/>
                </a:cubicBezTo>
                <a:cubicBezTo>
                  <a:pt x="582" y="567"/>
                  <a:pt x="582" y="567"/>
                  <a:pt x="581" y="568"/>
                </a:cubicBezTo>
                <a:cubicBezTo>
                  <a:pt x="576" y="569"/>
                  <a:pt x="576" y="565"/>
                  <a:pt x="575" y="562"/>
                </a:cubicBezTo>
                <a:cubicBezTo>
                  <a:pt x="576" y="562"/>
                  <a:pt x="576" y="562"/>
                  <a:pt x="577" y="561"/>
                </a:cubicBezTo>
                <a:cubicBezTo>
                  <a:pt x="577" y="561"/>
                  <a:pt x="577" y="561"/>
                  <a:pt x="577" y="561"/>
                </a:cubicBezTo>
                <a:cubicBezTo>
                  <a:pt x="576" y="561"/>
                  <a:pt x="574" y="561"/>
                  <a:pt x="573" y="561"/>
                </a:cubicBezTo>
                <a:cubicBezTo>
                  <a:pt x="573" y="562"/>
                  <a:pt x="573" y="564"/>
                  <a:pt x="573" y="565"/>
                </a:cubicBezTo>
                <a:cubicBezTo>
                  <a:pt x="567" y="566"/>
                  <a:pt x="565" y="564"/>
                  <a:pt x="564" y="561"/>
                </a:cubicBezTo>
                <a:cubicBezTo>
                  <a:pt x="562" y="561"/>
                  <a:pt x="560" y="561"/>
                  <a:pt x="558" y="561"/>
                </a:cubicBezTo>
                <a:close/>
                <a:moveTo>
                  <a:pt x="568" y="567"/>
                </a:moveTo>
                <a:cubicBezTo>
                  <a:pt x="570" y="566"/>
                  <a:pt x="574" y="567"/>
                  <a:pt x="575" y="569"/>
                </a:cubicBezTo>
                <a:cubicBezTo>
                  <a:pt x="574" y="572"/>
                  <a:pt x="571" y="573"/>
                  <a:pt x="568" y="573"/>
                </a:cubicBezTo>
                <a:cubicBezTo>
                  <a:pt x="567" y="572"/>
                  <a:pt x="567" y="570"/>
                  <a:pt x="568" y="567"/>
                </a:cubicBezTo>
                <a:close/>
                <a:moveTo>
                  <a:pt x="711" y="1070"/>
                </a:moveTo>
                <a:cubicBezTo>
                  <a:pt x="709" y="1069"/>
                  <a:pt x="706" y="1068"/>
                  <a:pt x="703" y="1067"/>
                </a:cubicBezTo>
                <a:cubicBezTo>
                  <a:pt x="702" y="1067"/>
                  <a:pt x="702" y="1067"/>
                  <a:pt x="702" y="1067"/>
                </a:cubicBezTo>
                <a:cubicBezTo>
                  <a:pt x="702" y="1068"/>
                  <a:pt x="702" y="1070"/>
                  <a:pt x="701" y="1070"/>
                </a:cubicBezTo>
                <a:cubicBezTo>
                  <a:pt x="697" y="1070"/>
                  <a:pt x="696" y="1067"/>
                  <a:pt x="697" y="1065"/>
                </a:cubicBezTo>
                <a:cubicBezTo>
                  <a:pt x="696" y="1064"/>
                  <a:pt x="695" y="1064"/>
                  <a:pt x="694" y="1063"/>
                </a:cubicBezTo>
                <a:cubicBezTo>
                  <a:pt x="692" y="1063"/>
                  <a:pt x="690" y="1064"/>
                  <a:pt x="689" y="1063"/>
                </a:cubicBezTo>
                <a:cubicBezTo>
                  <a:pt x="689" y="1062"/>
                  <a:pt x="690" y="1062"/>
                  <a:pt x="690" y="1062"/>
                </a:cubicBezTo>
                <a:cubicBezTo>
                  <a:pt x="689" y="1061"/>
                  <a:pt x="688" y="1061"/>
                  <a:pt x="687" y="1061"/>
                </a:cubicBezTo>
                <a:cubicBezTo>
                  <a:pt x="687" y="1061"/>
                  <a:pt x="687" y="1061"/>
                  <a:pt x="687" y="1061"/>
                </a:cubicBezTo>
                <a:cubicBezTo>
                  <a:pt x="685" y="1061"/>
                  <a:pt x="684" y="1061"/>
                  <a:pt x="684" y="1060"/>
                </a:cubicBezTo>
                <a:cubicBezTo>
                  <a:pt x="683" y="1062"/>
                  <a:pt x="682" y="1063"/>
                  <a:pt x="681" y="1065"/>
                </a:cubicBezTo>
                <a:cubicBezTo>
                  <a:pt x="683" y="1066"/>
                  <a:pt x="685" y="1067"/>
                  <a:pt x="687" y="1068"/>
                </a:cubicBezTo>
                <a:cubicBezTo>
                  <a:pt x="688" y="1067"/>
                  <a:pt x="689" y="1067"/>
                  <a:pt x="690" y="1067"/>
                </a:cubicBezTo>
                <a:cubicBezTo>
                  <a:pt x="690" y="1068"/>
                  <a:pt x="690" y="1068"/>
                  <a:pt x="690" y="1069"/>
                </a:cubicBezTo>
                <a:cubicBezTo>
                  <a:pt x="692" y="1070"/>
                  <a:pt x="694" y="1071"/>
                  <a:pt x="696" y="1071"/>
                </a:cubicBezTo>
                <a:cubicBezTo>
                  <a:pt x="695" y="1069"/>
                  <a:pt x="692" y="1068"/>
                  <a:pt x="692" y="1065"/>
                </a:cubicBezTo>
                <a:cubicBezTo>
                  <a:pt x="694" y="1067"/>
                  <a:pt x="698" y="1068"/>
                  <a:pt x="698" y="1072"/>
                </a:cubicBezTo>
                <a:cubicBezTo>
                  <a:pt x="698" y="1072"/>
                  <a:pt x="699" y="1073"/>
                  <a:pt x="700" y="1073"/>
                </a:cubicBezTo>
                <a:cubicBezTo>
                  <a:pt x="719" y="1081"/>
                  <a:pt x="739" y="1088"/>
                  <a:pt x="760" y="1093"/>
                </a:cubicBezTo>
                <a:cubicBezTo>
                  <a:pt x="771" y="1093"/>
                  <a:pt x="771" y="1093"/>
                  <a:pt x="771" y="1093"/>
                </a:cubicBezTo>
                <a:cubicBezTo>
                  <a:pt x="771" y="1093"/>
                  <a:pt x="771" y="1093"/>
                  <a:pt x="771" y="1093"/>
                </a:cubicBezTo>
                <a:cubicBezTo>
                  <a:pt x="772" y="1093"/>
                  <a:pt x="772" y="1093"/>
                  <a:pt x="772" y="1093"/>
                </a:cubicBezTo>
                <a:cubicBezTo>
                  <a:pt x="784" y="1093"/>
                  <a:pt x="784" y="1093"/>
                  <a:pt x="784" y="1093"/>
                </a:cubicBezTo>
                <a:cubicBezTo>
                  <a:pt x="783" y="1094"/>
                  <a:pt x="783" y="1095"/>
                  <a:pt x="782" y="1096"/>
                </a:cubicBezTo>
                <a:cubicBezTo>
                  <a:pt x="783" y="1094"/>
                  <a:pt x="786" y="1094"/>
                  <a:pt x="787" y="1093"/>
                </a:cubicBezTo>
                <a:cubicBezTo>
                  <a:pt x="787" y="1093"/>
                  <a:pt x="787" y="1093"/>
                  <a:pt x="787" y="1093"/>
                </a:cubicBezTo>
                <a:cubicBezTo>
                  <a:pt x="806" y="1092"/>
                  <a:pt x="806" y="1092"/>
                  <a:pt x="806" y="1092"/>
                </a:cubicBezTo>
                <a:cubicBezTo>
                  <a:pt x="806" y="1093"/>
                  <a:pt x="806" y="1093"/>
                  <a:pt x="806" y="1093"/>
                </a:cubicBezTo>
                <a:cubicBezTo>
                  <a:pt x="806" y="1094"/>
                  <a:pt x="806" y="1094"/>
                  <a:pt x="806" y="1094"/>
                </a:cubicBezTo>
                <a:cubicBezTo>
                  <a:pt x="807" y="1094"/>
                  <a:pt x="808" y="1094"/>
                  <a:pt x="808" y="1095"/>
                </a:cubicBezTo>
                <a:cubicBezTo>
                  <a:pt x="808" y="1096"/>
                  <a:pt x="808" y="1096"/>
                  <a:pt x="808" y="1096"/>
                </a:cubicBezTo>
                <a:cubicBezTo>
                  <a:pt x="808" y="1097"/>
                  <a:pt x="809" y="1098"/>
                  <a:pt x="810" y="1099"/>
                </a:cubicBezTo>
                <a:cubicBezTo>
                  <a:pt x="815" y="1099"/>
                  <a:pt x="821" y="1098"/>
                  <a:pt x="827" y="1098"/>
                </a:cubicBezTo>
                <a:cubicBezTo>
                  <a:pt x="826" y="1097"/>
                  <a:pt x="827" y="1095"/>
                  <a:pt x="828" y="1094"/>
                </a:cubicBezTo>
                <a:cubicBezTo>
                  <a:pt x="828" y="1093"/>
                  <a:pt x="827" y="1093"/>
                  <a:pt x="827" y="1092"/>
                </a:cubicBezTo>
                <a:cubicBezTo>
                  <a:pt x="840" y="1092"/>
                  <a:pt x="840" y="1092"/>
                  <a:pt x="840" y="1092"/>
                </a:cubicBezTo>
                <a:cubicBezTo>
                  <a:pt x="840" y="1094"/>
                  <a:pt x="839" y="1095"/>
                  <a:pt x="838" y="1097"/>
                </a:cubicBezTo>
                <a:cubicBezTo>
                  <a:pt x="841" y="1096"/>
                  <a:pt x="843" y="1096"/>
                  <a:pt x="845" y="1096"/>
                </a:cubicBezTo>
                <a:cubicBezTo>
                  <a:pt x="845" y="1095"/>
                  <a:pt x="844" y="1093"/>
                  <a:pt x="844" y="1092"/>
                </a:cubicBezTo>
                <a:cubicBezTo>
                  <a:pt x="851" y="1092"/>
                  <a:pt x="851" y="1092"/>
                  <a:pt x="851" y="1092"/>
                </a:cubicBezTo>
                <a:cubicBezTo>
                  <a:pt x="851" y="1093"/>
                  <a:pt x="852" y="1094"/>
                  <a:pt x="853" y="1094"/>
                </a:cubicBezTo>
                <a:cubicBezTo>
                  <a:pt x="857" y="1094"/>
                  <a:pt x="860" y="1093"/>
                  <a:pt x="864" y="1092"/>
                </a:cubicBezTo>
                <a:cubicBezTo>
                  <a:pt x="864" y="1092"/>
                  <a:pt x="864" y="1092"/>
                  <a:pt x="864" y="1092"/>
                </a:cubicBezTo>
                <a:cubicBezTo>
                  <a:pt x="865" y="1092"/>
                  <a:pt x="865" y="1092"/>
                  <a:pt x="865" y="1092"/>
                </a:cubicBezTo>
                <a:cubicBezTo>
                  <a:pt x="883" y="1088"/>
                  <a:pt x="901" y="1081"/>
                  <a:pt x="919" y="1074"/>
                </a:cubicBezTo>
                <a:cubicBezTo>
                  <a:pt x="901" y="1074"/>
                  <a:pt x="901" y="1074"/>
                  <a:pt x="901" y="1074"/>
                </a:cubicBezTo>
                <a:cubicBezTo>
                  <a:pt x="866" y="1087"/>
                  <a:pt x="830" y="1094"/>
                  <a:pt x="793" y="1091"/>
                </a:cubicBezTo>
                <a:cubicBezTo>
                  <a:pt x="765" y="1089"/>
                  <a:pt x="738" y="1081"/>
                  <a:pt x="711" y="1070"/>
                </a:cubicBezTo>
                <a:close/>
                <a:moveTo>
                  <a:pt x="720" y="1076"/>
                </a:moveTo>
                <a:cubicBezTo>
                  <a:pt x="709" y="1076"/>
                  <a:pt x="709" y="1076"/>
                  <a:pt x="709" y="1076"/>
                </a:cubicBezTo>
                <a:cubicBezTo>
                  <a:pt x="709" y="1075"/>
                  <a:pt x="709" y="1074"/>
                  <a:pt x="709" y="1073"/>
                </a:cubicBezTo>
                <a:cubicBezTo>
                  <a:pt x="713" y="1072"/>
                  <a:pt x="712" y="1073"/>
                  <a:pt x="716" y="1073"/>
                </a:cubicBezTo>
                <a:cubicBezTo>
                  <a:pt x="716" y="1074"/>
                  <a:pt x="716" y="1074"/>
                  <a:pt x="716" y="1074"/>
                </a:cubicBezTo>
                <a:cubicBezTo>
                  <a:pt x="717" y="1074"/>
                  <a:pt x="717" y="1076"/>
                  <a:pt x="720" y="1076"/>
                </a:cubicBezTo>
                <a:cubicBezTo>
                  <a:pt x="720" y="1076"/>
                  <a:pt x="720" y="1076"/>
                  <a:pt x="720" y="1076"/>
                </a:cubicBezTo>
                <a:close/>
                <a:moveTo>
                  <a:pt x="743" y="969"/>
                </a:moveTo>
                <a:cubicBezTo>
                  <a:pt x="781" y="974"/>
                  <a:pt x="820" y="973"/>
                  <a:pt x="857" y="968"/>
                </a:cubicBezTo>
                <a:cubicBezTo>
                  <a:pt x="821" y="968"/>
                  <a:pt x="821" y="968"/>
                  <a:pt x="821" y="968"/>
                </a:cubicBezTo>
                <a:cubicBezTo>
                  <a:pt x="821" y="967"/>
                  <a:pt x="820" y="966"/>
                  <a:pt x="819" y="965"/>
                </a:cubicBezTo>
                <a:cubicBezTo>
                  <a:pt x="819" y="965"/>
                  <a:pt x="819" y="965"/>
                  <a:pt x="819" y="965"/>
                </a:cubicBezTo>
                <a:cubicBezTo>
                  <a:pt x="819" y="966"/>
                  <a:pt x="819" y="967"/>
                  <a:pt x="819" y="968"/>
                </a:cubicBezTo>
                <a:cubicBezTo>
                  <a:pt x="808" y="968"/>
                  <a:pt x="808" y="968"/>
                  <a:pt x="808" y="968"/>
                </a:cubicBezTo>
                <a:cubicBezTo>
                  <a:pt x="808" y="967"/>
                  <a:pt x="808" y="967"/>
                  <a:pt x="808" y="966"/>
                </a:cubicBezTo>
                <a:cubicBezTo>
                  <a:pt x="808" y="966"/>
                  <a:pt x="808" y="966"/>
                  <a:pt x="809" y="966"/>
                </a:cubicBezTo>
                <a:cubicBezTo>
                  <a:pt x="808" y="966"/>
                  <a:pt x="807" y="966"/>
                  <a:pt x="806" y="966"/>
                </a:cubicBezTo>
                <a:cubicBezTo>
                  <a:pt x="806" y="967"/>
                  <a:pt x="805" y="967"/>
                  <a:pt x="804" y="968"/>
                </a:cubicBezTo>
                <a:cubicBezTo>
                  <a:pt x="790" y="968"/>
                  <a:pt x="790" y="968"/>
                  <a:pt x="790" y="968"/>
                </a:cubicBezTo>
                <a:cubicBezTo>
                  <a:pt x="791" y="968"/>
                  <a:pt x="792" y="967"/>
                  <a:pt x="792" y="966"/>
                </a:cubicBezTo>
                <a:cubicBezTo>
                  <a:pt x="792" y="966"/>
                  <a:pt x="792" y="966"/>
                  <a:pt x="792" y="966"/>
                </a:cubicBezTo>
                <a:cubicBezTo>
                  <a:pt x="792" y="966"/>
                  <a:pt x="792" y="966"/>
                  <a:pt x="792" y="966"/>
                </a:cubicBezTo>
                <a:cubicBezTo>
                  <a:pt x="791" y="966"/>
                  <a:pt x="790" y="967"/>
                  <a:pt x="789" y="966"/>
                </a:cubicBezTo>
                <a:cubicBezTo>
                  <a:pt x="789" y="966"/>
                  <a:pt x="789" y="966"/>
                  <a:pt x="789" y="966"/>
                </a:cubicBezTo>
                <a:cubicBezTo>
                  <a:pt x="787" y="966"/>
                  <a:pt x="785" y="966"/>
                  <a:pt x="784" y="966"/>
                </a:cubicBezTo>
                <a:cubicBezTo>
                  <a:pt x="783" y="966"/>
                  <a:pt x="783" y="966"/>
                  <a:pt x="783" y="966"/>
                </a:cubicBezTo>
                <a:cubicBezTo>
                  <a:pt x="783" y="966"/>
                  <a:pt x="783" y="966"/>
                  <a:pt x="782" y="966"/>
                </a:cubicBezTo>
                <a:cubicBezTo>
                  <a:pt x="781" y="965"/>
                  <a:pt x="780" y="965"/>
                  <a:pt x="779" y="965"/>
                </a:cubicBezTo>
                <a:cubicBezTo>
                  <a:pt x="779" y="966"/>
                  <a:pt x="779" y="966"/>
                  <a:pt x="779" y="967"/>
                </a:cubicBezTo>
                <a:cubicBezTo>
                  <a:pt x="780" y="967"/>
                  <a:pt x="781" y="967"/>
                  <a:pt x="781" y="968"/>
                </a:cubicBezTo>
                <a:cubicBezTo>
                  <a:pt x="776" y="968"/>
                  <a:pt x="776" y="968"/>
                  <a:pt x="776" y="968"/>
                </a:cubicBezTo>
                <a:cubicBezTo>
                  <a:pt x="776" y="968"/>
                  <a:pt x="776" y="968"/>
                  <a:pt x="776" y="968"/>
                </a:cubicBezTo>
                <a:cubicBezTo>
                  <a:pt x="776" y="967"/>
                  <a:pt x="776" y="966"/>
                  <a:pt x="777" y="965"/>
                </a:cubicBezTo>
                <a:cubicBezTo>
                  <a:pt x="776" y="965"/>
                  <a:pt x="775" y="965"/>
                  <a:pt x="774" y="965"/>
                </a:cubicBezTo>
                <a:cubicBezTo>
                  <a:pt x="773" y="966"/>
                  <a:pt x="771" y="967"/>
                  <a:pt x="770" y="967"/>
                </a:cubicBezTo>
                <a:cubicBezTo>
                  <a:pt x="770" y="967"/>
                  <a:pt x="770" y="968"/>
                  <a:pt x="770" y="968"/>
                </a:cubicBezTo>
                <a:cubicBezTo>
                  <a:pt x="752" y="969"/>
                  <a:pt x="752" y="969"/>
                  <a:pt x="752" y="969"/>
                </a:cubicBezTo>
                <a:cubicBezTo>
                  <a:pt x="751" y="967"/>
                  <a:pt x="751" y="965"/>
                  <a:pt x="751" y="963"/>
                </a:cubicBezTo>
                <a:cubicBezTo>
                  <a:pt x="751" y="963"/>
                  <a:pt x="751" y="963"/>
                  <a:pt x="750" y="963"/>
                </a:cubicBezTo>
                <a:cubicBezTo>
                  <a:pt x="749" y="962"/>
                  <a:pt x="748" y="962"/>
                  <a:pt x="746" y="962"/>
                </a:cubicBezTo>
                <a:cubicBezTo>
                  <a:pt x="745" y="962"/>
                  <a:pt x="744" y="962"/>
                  <a:pt x="743" y="962"/>
                </a:cubicBezTo>
                <a:cubicBezTo>
                  <a:pt x="744" y="962"/>
                  <a:pt x="744" y="962"/>
                  <a:pt x="744" y="961"/>
                </a:cubicBezTo>
                <a:cubicBezTo>
                  <a:pt x="743" y="961"/>
                  <a:pt x="743" y="961"/>
                  <a:pt x="743" y="961"/>
                </a:cubicBezTo>
                <a:cubicBezTo>
                  <a:pt x="745" y="963"/>
                  <a:pt x="745" y="966"/>
                  <a:pt x="746" y="969"/>
                </a:cubicBezTo>
                <a:lnTo>
                  <a:pt x="743" y="969"/>
                </a:lnTo>
                <a:close/>
                <a:moveTo>
                  <a:pt x="451" y="1032"/>
                </a:moveTo>
                <a:cubicBezTo>
                  <a:pt x="455" y="1038"/>
                  <a:pt x="459" y="1043"/>
                  <a:pt x="463" y="1048"/>
                </a:cubicBezTo>
                <a:cubicBezTo>
                  <a:pt x="468" y="1053"/>
                  <a:pt x="473" y="1058"/>
                  <a:pt x="478" y="1063"/>
                </a:cubicBezTo>
                <a:cubicBezTo>
                  <a:pt x="478" y="1063"/>
                  <a:pt x="478" y="1063"/>
                  <a:pt x="479" y="1063"/>
                </a:cubicBezTo>
                <a:cubicBezTo>
                  <a:pt x="480" y="1062"/>
                  <a:pt x="481" y="1061"/>
                  <a:pt x="483" y="1060"/>
                </a:cubicBezTo>
                <a:cubicBezTo>
                  <a:pt x="484" y="1060"/>
                  <a:pt x="484" y="1060"/>
                  <a:pt x="484" y="1060"/>
                </a:cubicBezTo>
                <a:cubicBezTo>
                  <a:pt x="483" y="1059"/>
                  <a:pt x="482" y="1058"/>
                  <a:pt x="481" y="1057"/>
                </a:cubicBezTo>
                <a:cubicBezTo>
                  <a:pt x="476" y="1052"/>
                  <a:pt x="472" y="1047"/>
                  <a:pt x="467" y="1042"/>
                </a:cubicBezTo>
                <a:cubicBezTo>
                  <a:pt x="459" y="1042"/>
                  <a:pt x="459" y="1042"/>
                  <a:pt x="459" y="1042"/>
                </a:cubicBezTo>
                <a:cubicBezTo>
                  <a:pt x="460" y="1042"/>
                  <a:pt x="461" y="1042"/>
                  <a:pt x="461" y="1041"/>
                </a:cubicBezTo>
                <a:cubicBezTo>
                  <a:pt x="459" y="1038"/>
                  <a:pt x="456" y="1033"/>
                  <a:pt x="456" y="1028"/>
                </a:cubicBezTo>
                <a:cubicBezTo>
                  <a:pt x="451" y="1021"/>
                  <a:pt x="446" y="1014"/>
                  <a:pt x="442" y="1007"/>
                </a:cubicBezTo>
                <a:cubicBezTo>
                  <a:pt x="435" y="1007"/>
                  <a:pt x="435" y="1007"/>
                  <a:pt x="435" y="1007"/>
                </a:cubicBezTo>
                <a:cubicBezTo>
                  <a:pt x="437" y="1005"/>
                  <a:pt x="440" y="1005"/>
                  <a:pt x="442" y="1007"/>
                </a:cubicBezTo>
                <a:cubicBezTo>
                  <a:pt x="440" y="1005"/>
                  <a:pt x="439" y="1002"/>
                  <a:pt x="438" y="1000"/>
                </a:cubicBezTo>
                <a:cubicBezTo>
                  <a:pt x="437" y="1002"/>
                  <a:pt x="435" y="1004"/>
                  <a:pt x="434" y="1003"/>
                </a:cubicBezTo>
                <a:cubicBezTo>
                  <a:pt x="431" y="1000"/>
                  <a:pt x="433" y="998"/>
                  <a:pt x="435" y="995"/>
                </a:cubicBezTo>
                <a:cubicBezTo>
                  <a:pt x="430" y="987"/>
                  <a:pt x="426" y="979"/>
                  <a:pt x="423" y="971"/>
                </a:cubicBezTo>
                <a:cubicBezTo>
                  <a:pt x="415" y="971"/>
                  <a:pt x="415" y="971"/>
                  <a:pt x="415" y="971"/>
                </a:cubicBezTo>
                <a:cubicBezTo>
                  <a:pt x="418" y="977"/>
                  <a:pt x="420" y="982"/>
                  <a:pt x="423" y="987"/>
                </a:cubicBezTo>
                <a:cubicBezTo>
                  <a:pt x="423" y="987"/>
                  <a:pt x="423" y="988"/>
                  <a:pt x="424" y="989"/>
                </a:cubicBezTo>
                <a:cubicBezTo>
                  <a:pt x="428" y="989"/>
                  <a:pt x="428" y="989"/>
                  <a:pt x="428" y="989"/>
                </a:cubicBezTo>
                <a:cubicBezTo>
                  <a:pt x="428" y="989"/>
                  <a:pt x="427" y="990"/>
                  <a:pt x="427" y="991"/>
                </a:cubicBezTo>
                <a:cubicBezTo>
                  <a:pt x="426" y="991"/>
                  <a:pt x="426" y="991"/>
                  <a:pt x="425" y="991"/>
                </a:cubicBezTo>
                <a:cubicBezTo>
                  <a:pt x="431" y="1003"/>
                  <a:pt x="438" y="1014"/>
                  <a:pt x="445" y="1024"/>
                </a:cubicBezTo>
                <a:cubicBezTo>
                  <a:pt x="447" y="1024"/>
                  <a:pt x="447" y="1024"/>
                  <a:pt x="447" y="1024"/>
                </a:cubicBezTo>
                <a:cubicBezTo>
                  <a:pt x="449" y="1027"/>
                  <a:pt x="451" y="1029"/>
                  <a:pt x="452" y="1031"/>
                </a:cubicBezTo>
                <a:cubicBezTo>
                  <a:pt x="452" y="1031"/>
                  <a:pt x="451" y="1032"/>
                  <a:pt x="451" y="1032"/>
                </a:cubicBezTo>
                <a:close/>
                <a:moveTo>
                  <a:pt x="846" y="924"/>
                </a:moveTo>
                <a:cubicBezTo>
                  <a:pt x="841" y="925"/>
                  <a:pt x="836" y="925"/>
                  <a:pt x="832" y="926"/>
                </a:cubicBezTo>
                <a:cubicBezTo>
                  <a:pt x="831" y="926"/>
                  <a:pt x="830" y="926"/>
                  <a:pt x="829" y="926"/>
                </a:cubicBezTo>
                <a:cubicBezTo>
                  <a:pt x="829" y="927"/>
                  <a:pt x="829" y="928"/>
                  <a:pt x="829" y="929"/>
                </a:cubicBezTo>
                <a:cubicBezTo>
                  <a:pt x="830" y="930"/>
                  <a:pt x="834" y="928"/>
                  <a:pt x="835" y="930"/>
                </a:cubicBezTo>
                <a:cubicBezTo>
                  <a:pt x="835" y="930"/>
                  <a:pt x="835" y="930"/>
                  <a:pt x="835" y="930"/>
                </a:cubicBezTo>
                <a:cubicBezTo>
                  <a:pt x="836" y="928"/>
                  <a:pt x="839" y="929"/>
                  <a:pt x="841" y="929"/>
                </a:cubicBezTo>
                <a:cubicBezTo>
                  <a:pt x="842" y="930"/>
                  <a:pt x="841" y="931"/>
                  <a:pt x="841" y="932"/>
                </a:cubicBezTo>
                <a:cubicBezTo>
                  <a:pt x="843" y="932"/>
                  <a:pt x="845" y="931"/>
                  <a:pt x="847" y="931"/>
                </a:cubicBezTo>
                <a:cubicBezTo>
                  <a:pt x="847" y="931"/>
                  <a:pt x="847" y="930"/>
                  <a:pt x="847" y="930"/>
                </a:cubicBezTo>
                <a:cubicBezTo>
                  <a:pt x="850" y="930"/>
                  <a:pt x="853" y="930"/>
                  <a:pt x="854" y="928"/>
                </a:cubicBezTo>
                <a:cubicBezTo>
                  <a:pt x="854" y="928"/>
                  <a:pt x="853" y="928"/>
                  <a:pt x="852" y="927"/>
                </a:cubicBezTo>
                <a:cubicBezTo>
                  <a:pt x="853" y="925"/>
                  <a:pt x="852" y="924"/>
                  <a:pt x="851" y="923"/>
                </a:cubicBezTo>
                <a:cubicBezTo>
                  <a:pt x="851" y="923"/>
                  <a:pt x="850" y="923"/>
                  <a:pt x="849" y="923"/>
                </a:cubicBezTo>
                <a:cubicBezTo>
                  <a:pt x="849" y="924"/>
                  <a:pt x="850" y="924"/>
                  <a:pt x="850" y="924"/>
                </a:cubicBezTo>
                <a:cubicBezTo>
                  <a:pt x="848" y="925"/>
                  <a:pt x="847" y="925"/>
                  <a:pt x="846" y="924"/>
                </a:cubicBezTo>
                <a:close/>
                <a:moveTo>
                  <a:pt x="992" y="951"/>
                </a:moveTo>
                <a:cubicBezTo>
                  <a:pt x="992" y="954"/>
                  <a:pt x="994" y="954"/>
                  <a:pt x="995" y="955"/>
                </a:cubicBezTo>
                <a:cubicBezTo>
                  <a:pt x="995" y="955"/>
                  <a:pt x="996" y="955"/>
                  <a:pt x="996" y="955"/>
                </a:cubicBezTo>
                <a:cubicBezTo>
                  <a:pt x="997" y="952"/>
                  <a:pt x="998" y="950"/>
                  <a:pt x="999" y="949"/>
                </a:cubicBezTo>
                <a:cubicBezTo>
                  <a:pt x="999" y="948"/>
                  <a:pt x="999" y="948"/>
                  <a:pt x="999" y="948"/>
                </a:cubicBezTo>
                <a:cubicBezTo>
                  <a:pt x="1006" y="948"/>
                  <a:pt x="1006" y="948"/>
                  <a:pt x="1006" y="948"/>
                </a:cubicBezTo>
                <a:cubicBezTo>
                  <a:pt x="1006" y="948"/>
                  <a:pt x="1006" y="948"/>
                  <a:pt x="1006" y="948"/>
                </a:cubicBezTo>
                <a:cubicBezTo>
                  <a:pt x="1007" y="948"/>
                  <a:pt x="1008" y="949"/>
                  <a:pt x="1008" y="949"/>
                </a:cubicBezTo>
                <a:cubicBezTo>
                  <a:pt x="1009" y="949"/>
                  <a:pt x="1010" y="948"/>
                  <a:pt x="1010" y="948"/>
                </a:cubicBezTo>
                <a:cubicBezTo>
                  <a:pt x="1010" y="948"/>
                  <a:pt x="1010" y="948"/>
                  <a:pt x="1010" y="948"/>
                </a:cubicBezTo>
                <a:cubicBezTo>
                  <a:pt x="1010" y="948"/>
                  <a:pt x="1010" y="948"/>
                  <a:pt x="1010" y="948"/>
                </a:cubicBezTo>
                <a:cubicBezTo>
                  <a:pt x="1023" y="942"/>
                  <a:pt x="1035" y="935"/>
                  <a:pt x="1047" y="929"/>
                </a:cubicBezTo>
                <a:cubicBezTo>
                  <a:pt x="1047" y="929"/>
                  <a:pt x="1046" y="929"/>
                  <a:pt x="1046" y="929"/>
                </a:cubicBezTo>
                <a:cubicBezTo>
                  <a:pt x="1045" y="927"/>
                  <a:pt x="1043" y="925"/>
                  <a:pt x="1042" y="923"/>
                </a:cubicBezTo>
                <a:cubicBezTo>
                  <a:pt x="1040" y="925"/>
                  <a:pt x="1037" y="926"/>
                  <a:pt x="1035" y="927"/>
                </a:cubicBezTo>
                <a:cubicBezTo>
                  <a:pt x="1035" y="928"/>
                  <a:pt x="1036" y="929"/>
                  <a:pt x="1036" y="930"/>
                </a:cubicBezTo>
                <a:cubicBezTo>
                  <a:pt x="1029" y="930"/>
                  <a:pt x="1029" y="930"/>
                  <a:pt x="1029" y="930"/>
                </a:cubicBezTo>
                <a:cubicBezTo>
                  <a:pt x="1017" y="936"/>
                  <a:pt x="1006" y="942"/>
                  <a:pt x="994" y="948"/>
                </a:cubicBezTo>
                <a:cubicBezTo>
                  <a:pt x="993" y="949"/>
                  <a:pt x="992" y="950"/>
                  <a:pt x="992" y="951"/>
                </a:cubicBezTo>
                <a:close/>
                <a:moveTo>
                  <a:pt x="1046" y="966"/>
                </a:moveTo>
                <a:cubicBezTo>
                  <a:pt x="1046" y="965"/>
                  <a:pt x="1046" y="965"/>
                  <a:pt x="1045" y="964"/>
                </a:cubicBezTo>
                <a:cubicBezTo>
                  <a:pt x="1044" y="964"/>
                  <a:pt x="1043" y="965"/>
                  <a:pt x="1042" y="966"/>
                </a:cubicBezTo>
                <a:cubicBezTo>
                  <a:pt x="1042" y="966"/>
                  <a:pt x="1042" y="966"/>
                  <a:pt x="1042" y="966"/>
                </a:cubicBezTo>
                <a:cubicBezTo>
                  <a:pt x="1042" y="966"/>
                  <a:pt x="1042" y="966"/>
                  <a:pt x="1042" y="966"/>
                </a:cubicBezTo>
                <a:cubicBezTo>
                  <a:pt x="1042" y="966"/>
                  <a:pt x="1042" y="966"/>
                  <a:pt x="1042" y="966"/>
                </a:cubicBezTo>
                <a:cubicBezTo>
                  <a:pt x="1032" y="972"/>
                  <a:pt x="1023" y="978"/>
                  <a:pt x="1013" y="984"/>
                </a:cubicBezTo>
                <a:cubicBezTo>
                  <a:pt x="1022" y="984"/>
                  <a:pt x="1022" y="984"/>
                  <a:pt x="1022" y="984"/>
                </a:cubicBezTo>
                <a:cubicBezTo>
                  <a:pt x="1022" y="984"/>
                  <a:pt x="1022" y="985"/>
                  <a:pt x="1022" y="986"/>
                </a:cubicBezTo>
                <a:cubicBezTo>
                  <a:pt x="1023" y="986"/>
                  <a:pt x="1023" y="986"/>
                  <a:pt x="1023" y="986"/>
                </a:cubicBezTo>
                <a:cubicBezTo>
                  <a:pt x="1023" y="985"/>
                  <a:pt x="1023" y="985"/>
                  <a:pt x="1024" y="984"/>
                </a:cubicBezTo>
                <a:cubicBezTo>
                  <a:pt x="1024" y="984"/>
                  <a:pt x="1025" y="984"/>
                  <a:pt x="1026" y="984"/>
                </a:cubicBezTo>
                <a:cubicBezTo>
                  <a:pt x="1036" y="978"/>
                  <a:pt x="1046" y="972"/>
                  <a:pt x="1056" y="966"/>
                </a:cubicBezTo>
                <a:cubicBezTo>
                  <a:pt x="1060" y="964"/>
                  <a:pt x="1064" y="961"/>
                  <a:pt x="1067" y="959"/>
                </a:cubicBezTo>
                <a:cubicBezTo>
                  <a:pt x="1067" y="958"/>
                  <a:pt x="1068" y="956"/>
                  <a:pt x="1069" y="955"/>
                </a:cubicBezTo>
                <a:cubicBezTo>
                  <a:pt x="1069" y="954"/>
                  <a:pt x="1068" y="952"/>
                  <a:pt x="1067" y="951"/>
                </a:cubicBezTo>
                <a:cubicBezTo>
                  <a:pt x="1065" y="952"/>
                  <a:pt x="1064" y="953"/>
                  <a:pt x="1062" y="953"/>
                </a:cubicBezTo>
                <a:cubicBezTo>
                  <a:pt x="1063" y="954"/>
                  <a:pt x="1064" y="955"/>
                  <a:pt x="1064" y="956"/>
                </a:cubicBezTo>
                <a:cubicBezTo>
                  <a:pt x="1064" y="959"/>
                  <a:pt x="1062" y="959"/>
                  <a:pt x="1058" y="959"/>
                </a:cubicBezTo>
                <a:cubicBezTo>
                  <a:pt x="1058" y="958"/>
                  <a:pt x="1058" y="957"/>
                  <a:pt x="1058" y="956"/>
                </a:cubicBezTo>
                <a:cubicBezTo>
                  <a:pt x="1057" y="956"/>
                  <a:pt x="1057" y="956"/>
                  <a:pt x="1057" y="957"/>
                </a:cubicBezTo>
                <a:cubicBezTo>
                  <a:pt x="1057" y="959"/>
                  <a:pt x="1057" y="962"/>
                  <a:pt x="1052" y="962"/>
                </a:cubicBezTo>
                <a:cubicBezTo>
                  <a:pt x="1052" y="961"/>
                  <a:pt x="1052" y="960"/>
                  <a:pt x="1052" y="960"/>
                </a:cubicBezTo>
                <a:cubicBezTo>
                  <a:pt x="1051" y="960"/>
                  <a:pt x="1050" y="961"/>
                  <a:pt x="1049" y="962"/>
                </a:cubicBezTo>
                <a:cubicBezTo>
                  <a:pt x="1050" y="961"/>
                  <a:pt x="1050" y="962"/>
                  <a:pt x="1051" y="962"/>
                </a:cubicBezTo>
                <a:cubicBezTo>
                  <a:pt x="1051" y="963"/>
                  <a:pt x="1051" y="965"/>
                  <a:pt x="1051" y="966"/>
                </a:cubicBezTo>
                <a:lnTo>
                  <a:pt x="1046" y="966"/>
                </a:lnTo>
                <a:close/>
                <a:moveTo>
                  <a:pt x="862" y="921"/>
                </a:moveTo>
                <a:cubicBezTo>
                  <a:pt x="863" y="921"/>
                  <a:pt x="864" y="922"/>
                  <a:pt x="864" y="924"/>
                </a:cubicBezTo>
                <a:cubicBezTo>
                  <a:pt x="875" y="924"/>
                  <a:pt x="875" y="924"/>
                  <a:pt x="875" y="924"/>
                </a:cubicBezTo>
                <a:cubicBezTo>
                  <a:pt x="875" y="922"/>
                  <a:pt x="873" y="921"/>
                  <a:pt x="873" y="920"/>
                </a:cubicBezTo>
                <a:cubicBezTo>
                  <a:pt x="871" y="920"/>
                  <a:pt x="870" y="921"/>
                  <a:pt x="868" y="921"/>
                </a:cubicBezTo>
                <a:cubicBezTo>
                  <a:pt x="868" y="920"/>
                  <a:pt x="868" y="920"/>
                  <a:pt x="868" y="920"/>
                </a:cubicBezTo>
                <a:cubicBezTo>
                  <a:pt x="866" y="920"/>
                  <a:pt x="864" y="921"/>
                  <a:pt x="862" y="921"/>
                </a:cubicBezTo>
                <a:close/>
                <a:moveTo>
                  <a:pt x="912" y="889"/>
                </a:moveTo>
                <a:cubicBezTo>
                  <a:pt x="912" y="889"/>
                  <a:pt x="912" y="888"/>
                  <a:pt x="913" y="888"/>
                </a:cubicBezTo>
                <a:cubicBezTo>
                  <a:pt x="912" y="888"/>
                  <a:pt x="912" y="888"/>
                  <a:pt x="912" y="888"/>
                </a:cubicBezTo>
                <a:cubicBezTo>
                  <a:pt x="912" y="888"/>
                  <a:pt x="912" y="888"/>
                  <a:pt x="912" y="888"/>
                </a:cubicBezTo>
                <a:cubicBezTo>
                  <a:pt x="912" y="888"/>
                  <a:pt x="912" y="889"/>
                  <a:pt x="911" y="889"/>
                </a:cubicBezTo>
                <a:cubicBezTo>
                  <a:pt x="912" y="889"/>
                  <a:pt x="912" y="889"/>
                  <a:pt x="912" y="889"/>
                </a:cubicBezTo>
                <a:close/>
                <a:moveTo>
                  <a:pt x="926" y="884"/>
                </a:moveTo>
                <a:cubicBezTo>
                  <a:pt x="926" y="884"/>
                  <a:pt x="925" y="884"/>
                  <a:pt x="925" y="885"/>
                </a:cubicBezTo>
                <a:cubicBezTo>
                  <a:pt x="925" y="885"/>
                  <a:pt x="925" y="885"/>
                  <a:pt x="926" y="885"/>
                </a:cubicBezTo>
                <a:cubicBezTo>
                  <a:pt x="926" y="885"/>
                  <a:pt x="926" y="885"/>
                  <a:pt x="926" y="884"/>
                </a:cubicBezTo>
                <a:close/>
                <a:moveTo>
                  <a:pt x="678" y="887"/>
                </a:moveTo>
                <a:cubicBezTo>
                  <a:pt x="677" y="886"/>
                  <a:pt x="676" y="885"/>
                  <a:pt x="675" y="884"/>
                </a:cubicBezTo>
                <a:cubicBezTo>
                  <a:pt x="674" y="886"/>
                  <a:pt x="675" y="889"/>
                  <a:pt x="673" y="890"/>
                </a:cubicBezTo>
                <a:cubicBezTo>
                  <a:pt x="672" y="890"/>
                  <a:pt x="671" y="889"/>
                  <a:pt x="670" y="889"/>
                </a:cubicBezTo>
                <a:cubicBezTo>
                  <a:pt x="670" y="890"/>
                  <a:pt x="671" y="890"/>
                  <a:pt x="671" y="890"/>
                </a:cubicBezTo>
                <a:cubicBezTo>
                  <a:pt x="671" y="890"/>
                  <a:pt x="671" y="890"/>
                  <a:pt x="671" y="890"/>
                </a:cubicBezTo>
                <a:cubicBezTo>
                  <a:pt x="672" y="891"/>
                  <a:pt x="673" y="891"/>
                  <a:pt x="673" y="892"/>
                </a:cubicBezTo>
                <a:cubicBezTo>
                  <a:pt x="688" y="903"/>
                  <a:pt x="705" y="912"/>
                  <a:pt x="721" y="918"/>
                </a:cubicBezTo>
                <a:cubicBezTo>
                  <a:pt x="722" y="918"/>
                  <a:pt x="723" y="918"/>
                  <a:pt x="725" y="920"/>
                </a:cubicBezTo>
                <a:cubicBezTo>
                  <a:pt x="725" y="920"/>
                  <a:pt x="725" y="920"/>
                  <a:pt x="725" y="920"/>
                </a:cubicBezTo>
                <a:cubicBezTo>
                  <a:pt x="726" y="921"/>
                  <a:pt x="728" y="921"/>
                  <a:pt x="729" y="922"/>
                </a:cubicBezTo>
                <a:cubicBezTo>
                  <a:pt x="736" y="924"/>
                  <a:pt x="742" y="926"/>
                  <a:pt x="748" y="927"/>
                </a:cubicBezTo>
                <a:cubicBezTo>
                  <a:pt x="748" y="927"/>
                  <a:pt x="748" y="927"/>
                  <a:pt x="748" y="927"/>
                </a:cubicBezTo>
                <a:cubicBezTo>
                  <a:pt x="750" y="926"/>
                  <a:pt x="751" y="927"/>
                  <a:pt x="751" y="928"/>
                </a:cubicBezTo>
                <a:cubicBezTo>
                  <a:pt x="758" y="930"/>
                  <a:pt x="764" y="931"/>
                  <a:pt x="771" y="932"/>
                </a:cubicBezTo>
                <a:cubicBezTo>
                  <a:pt x="770" y="930"/>
                  <a:pt x="769" y="929"/>
                  <a:pt x="769" y="927"/>
                </a:cubicBezTo>
                <a:cubicBezTo>
                  <a:pt x="770" y="927"/>
                  <a:pt x="771" y="928"/>
                  <a:pt x="771" y="928"/>
                </a:cubicBezTo>
                <a:cubicBezTo>
                  <a:pt x="770" y="927"/>
                  <a:pt x="769" y="926"/>
                  <a:pt x="769" y="925"/>
                </a:cubicBezTo>
                <a:cubicBezTo>
                  <a:pt x="768" y="925"/>
                  <a:pt x="768" y="925"/>
                  <a:pt x="767" y="925"/>
                </a:cubicBezTo>
                <a:cubicBezTo>
                  <a:pt x="767" y="925"/>
                  <a:pt x="767" y="925"/>
                  <a:pt x="767" y="925"/>
                </a:cubicBezTo>
                <a:cubicBezTo>
                  <a:pt x="768" y="927"/>
                  <a:pt x="764" y="927"/>
                  <a:pt x="762" y="927"/>
                </a:cubicBezTo>
                <a:cubicBezTo>
                  <a:pt x="761" y="927"/>
                  <a:pt x="761" y="926"/>
                  <a:pt x="761" y="924"/>
                </a:cubicBezTo>
                <a:cubicBezTo>
                  <a:pt x="761" y="924"/>
                  <a:pt x="760" y="924"/>
                  <a:pt x="760" y="924"/>
                </a:cubicBezTo>
                <a:cubicBezTo>
                  <a:pt x="760" y="924"/>
                  <a:pt x="760" y="923"/>
                  <a:pt x="760" y="923"/>
                </a:cubicBezTo>
                <a:cubicBezTo>
                  <a:pt x="759" y="923"/>
                  <a:pt x="758" y="923"/>
                  <a:pt x="758" y="923"/>
                </a:cubicBezTo>
                <a:cubicBezTo>
                  <a:pt x="757" y="923"/>
                  <a:pt x="756" y="924"/>
                  <a:pt x="757" y="926"/>
                </a:cubicBezTo>
                <a:cubicBezTo>
                  <a:pt x="756" y="926"/>
                  <a:pt x="755" y="926"/>
                  <a:pt x="753" y="926"/>
                </a:cubicBezTo>
                <a:cubicBezTo>
                  <a:pt x="753" y="924"/>
                  <a:pt x="752" y="924"/>
                  <a:pt x="751" y="922"/>
                </a:cubicBezTo>
                <a:cubicBezTo>
                  <a:pt x="752" y="922"/>
                  <a:pt x="753" y="922"/>
                  <a:pt x="753" y="922"/>
                </a:cubicBezTo>
                <a:cubicBezTo>
                  <a:pt x="748" y="920"/>
                  <a:pt x="743" y="919"/>
                  <a:pt x="738" y="918"/>
                </a:cubicBezTo>
                <a:cubicBezTo>
                  <a:pt x="738" y="919"/>
                  <a:pt x="738" y="921"/>
                  <a:pt x="737" y="922"/>
                </a:cubicBezTo>
                <a:cubicBezTo>
                  <a:pt x="736" y="922"/>
                  <a:pt x="735" y="922"/>
                  <a:pt x="733" y="922"/>
                </a:cubicBezTo>
                <a:cubicBezTo>
                  <a:pt x="732" y="920"/>
                  <a:pt x="732" y="918"/>
                  <a:pt x="733" y="916"/>
                </a:cubicBezTo>
                <a:cubicBezTo>
                  <a:pt x="719" y="911"/>
                  <a:pt x="705" y="905"/>
                  <a:pt x="693" y="897"/>
                </a:cubicBezTo>
                <a:cubicBezTo>
                  <a:pt x="690" y="896"/>
                  <a:pt x="688" y="895"/>
                  <a:pt x="687" y="893"/>
                </a:cubicBezTo>
                <a:cubicBezTo>
                  <a:pt x="686" y="893"/>
                  <a:pt x="686" y="892"/>
                  <a:pt x="686" y="892"/>
                </a:cubicBezTo>
                <a:cubicBezTo>
                  <a:pt x="685" y="894"/>
                  <a:pt x="682" y="895"/>
                  <a:pt x="678" y="894"/>
                </a:cubicBezTo>
                <a:cubicBezTo>
                  <a:pt x="678" y="892"/>
                  <a:pt x="676" y="889"/>
                  <a:pt x="678" y="887"/>
                </a:cubicBezTo>
                <a:close/>
                <a:moveTo>
                  <a:pt x="726" y="917"/>
                </a:moveTo>
                <a:cubicBezTo>
                  <a:pt x="726" y="915"/>
                  <a:pt x="734" y="916"/>
                  <a:pt x="732" y="919"/>
                </a:cubicBezTo>
                <a:cubicBezTo>
                  <a:pt x="731" y="921"/>
                  <a:pt x="724" y="921"/>
                  <a:pt x="726" y="917"/>
                </a:cubicBezTo>
                <a:close/>
                <a:moveTo>
                  <a:pt x="614" y="541"/>
                </a:moveTo>
                <a:cubicBezTo>
                  <a:pt x="617" y="541"/>
                  <a:pt x="618" y="539"/>
                  <a:pt x="619" y="538"/>
                </a:cubicBezTo>
                <a:cubicBezTo>
                  <a:pt x="617" y="538"/>
                  <a:pt x="616" y="538"/>
                  <a:pt x="615" y="538"/>
                </a:cubicBezTo>
                <a:cubicBezTo>
                  <a:pt x="615" y="538"/>
                  <a:pt x="615" y="538"/>
                  <a:pt x="615" y="538"/>
                </a:cubicBezTo>
                <a:cubicBezTo>
                  <a:pt x="615" y="540"/>
                  <a:pt x="615" y="540"/>
                  <a:pt x="614" y="541"/>
                </a:cubicBezTo>
                <a:close/>
                <a:moveTo>
                  <a:pt x="907" y="1101"/>
                </a:moveTo>
                <a:cubicBezTo>
                  <a:pt x="909" y="1102"/>
                  <a:pt x="911" y="1103"/>
                  <a:pt x="913" y="1103"/>
                </a:cubicBezTo>
                <a:cubicBezTo>
                  <a:pt x="914" y="1101"/>
                  <a:pt x="917" y="1100"/>
                  <a:pt x="918" y="1098"/>
                </a:cubicBezTo>
                <a:cubicBezTo>
                  <a:pt x="917" y="1098"/>
                  <a:pt x="916" y="1098"/>
                  <a:pt x="916" y="1098"/>
                </a:cubicBezTo>
                <a:cubicBezTo>
                  <a:pt x="913" y="1099"/>
                  <a:pt x="910" y="1100"/>
                  <a:pt x="907" y="1101"/>
                </a:cubicBezTo>
                <a:close/>
                <a:moveTo>
                  <a:pt x="622" y="1104"/>
                </a:moveTo>
                <a:cubicBezTo>
                  <a:pt x="624" y="1105"/>
                  <a:pt x="627" y="1106"/>
                  <a:pt x="629" y="1107"/>
                </a:cubicBezTo>
                <a:cubicBezTo>
                  <a:pt x="631" y="1105"/>
                  <a:pt x="633" y="1104"/>
                  <a:pt x="637" y="1103"/>
                </a:cubicBezTo>
                <a:cubicBezTo>
                  <a:pt x="637" y="1103"/>
                  <a:pt x="637" y="1103"/>
                  <a:pt x="637" y="1103"/>
                </a:cubicBezTo>
                <a:cubicBezTo>
                  <a:pt x="635" y="1102"/>
                  <a:pt x="633" y="1101"/>
                  <a:pt x="632" y="1100"/>
                </a:cubicBezTo>
                <a:cubicBezTo>
                  <a:pt x="632" y="1101"/>
                  <a:pt x="632" y="1101"/>
                  <a:pt x="632" y="1101"/>
                </a:cubicBezTo>
                <a:cubicBezTo>
                  <a:pt x="631" y="1101"/>
                  <a:pt x="631" y="1101"/>
                  <a:pt x="631" y="1101"/>
                </a:cubicBezTo>
                <a:cubicBezTo>
                  <a:pt x="630" y="1103"/>
                  <a:pt x="628" y="1104"/>
                  <a:pt x="626" y="1103"/>
                </a:cubicBezTo>
                <a:cubicBezTo>
                  <a:pt x="626" y="1102"/>
                  <a:pt x="626" y="1101"/>
                  <a:pt x="627" y="1101"/>
                </a:cubicBezTo>
                <a:cubicBezTo>
                  <a:pt x="627" y="1101"/>
                  <a:pt x="627" y="1101"/>
                  <a:pt x="627" y="1101"/>
                </a:cubicBezTo>
                <a:cubicBezTo>
                  <a:pt x="627" y="1100"/>
                  <a:pt x="627" y="1099"/>
                  <a:pt x="628" y="1099"/>
                </a:cubicBezTo>
                <a:cubicBezTo>
                  <a:pt x="621" y="1096"/>
                  <a:pt x="614" y="1093"/>
                  <a:pt x="606" y="1090"/>
                </a:cubicBezTo>
                <a:cubicBezTo>
                  <a:pt x="597" y="1086"/>
                  <a:pt x="589" y="1082"/>
                  <a:pt x="581" y="1077"/>
                </a:cubicBezTo>
                <a:cubicBezTo>
                  <a:pt x="568" y="1077"/>
                  <a:pt x="568" y="1077"/>
                  <a:pt x="568" y="1077"/>
                </a:cubicBezTo>
                <a:cubicBezTo>
                  <a:pt x="575" y="1081"/>
                  <a:pt x="582" y="1085"/>
                  <a:pt x="589" y="1089"/>
                </a:cubicBezTo>
                <a:cubicBezTo>
                  <a:pt x="593" y="1091"/>
                  <a:pt x="596" y="1093"/>
                  <a:pt x="600" y="1094"/>
                </a:cubicBezTo>
                <a:cubicBezTo>
                  <a:pt x="606" y="1094"/>
                  <a:pt x="606" y="1094"/>
                  <a:pt x="606" y="1094"/>
                </a:cubicBezTo>
                <a:cubicBezTo>
                  <a:pt x="606" y="1095"/>
                  <a:pt x="605" y="1096"/>
                  <a:pt x="605" y="1097"/>
                </a:cubicBezTo>
                <a:cubicBezTo>
                  <a:pt x="606" y="1097"/>
                  <a:pt x="606" y="1097"/>
                  <a:pt x="607" y="1098"/>
                </a:cubicBezTo>
                <a:cubicBezTo>
                  <a:pt x="607" y="1097"/>
                  <a:pt x="606" y="1097"/>
                  <a:pt x="606" y="1097"/>
                </a:cubicBezTo>
                <a:cubicBezTo>
                  <a:pt x="607" y="1096"/>
                  <a:pt x="607" y="1095"/>
                  <a:pt x="608" y="1094"/>
                </a:cubicBezTo>
                <a:cubicBezTo>
                  <a:pt x="610" y="1094"/>
                  <a:pt x="610" y="1094"/>
                  <a:pt x="610" y="1094"/>
                </a:cubicBezTo>
                <a:cubicBezTo>
                  <a:pt x="611" y="1096"/>
                  <a:pt x="614" y="1097"/>
                  <a:pt x="612" y="1100"/>
                </a:cubicBezTo>
                <a:cubicBezTo>
                  <a:pt x="614" y="1101"/>
                  <a:pt x="615" y="1101"/>
                  <a:pt x="617" y="1102"/>
                </a:cubicBezTo>
                <a:cubicBezTo>
                  <a:pt x="617" y="1102"/>
                  <a:pt x="617" y="1102"/>
                  <a:pt x="618" y="1102"/>
                </a:cubicBezTo>
                <a:cubicBezTo>
                  <a:pt x="618" y="1102"/>
                  <a:pt x="618" y="1102"/>
                  <a:pt x="619" y="1102"/>
                </a:cubicBezTo>
                <a:cubicBezTo>
                  <a:pt x="620" y="1102"/>
                  <a:pt x="621" y="1101"/>
                  <a:pt x="622" y="1100"/>
                </a:cubicBezTo>
                <a:cubicBezTo>
                  <a:pt x="624" y="1102"/>
                  <a:pt x="623" y="1103"/>
                  <a:pt x="622" y="1104"/>
                </a:cubicBezTo>
                <a:close/>
                <a:moveTo>
                  <a:pt x="1135" y="913"/>
                </a:moveTo>
                <a:cubicBezTo>
                  <a:pt x="1125" y="917"/>
                  <a:pt x="1116" y="922"/>
                  <a:pt x="1107" y="927"/>
                </a:cubicBezTo>
                <a:cubicBezTo>
                  <a:pt x="1107" y="928"/>
                  <a:pt x="1107" y="929"/>
                  <a:pt x="1106" y="930"/>
                </a:cubicBezTo>
                <a:cubicBezTo>
                  <a:pt x="1102" y="930"/>
                  <a:pt x="1102" y="930"/>
                  <a:pt x="1102" y="930"/>
                </a:cubicBezTo>
                <a:cubicBezTo>
                  <a:pt x="1092" y="936"/>
                  <a:pt x="1081" y="942"/>
                  <a:pt x="1071" y="948"/>
                </a:cubicBezTo>
                <a:cubicBezTo>
                  <a:pt x="1072" y="950"/>
                  <a:pt x="1072" y="951"/>
                  <a:pt x="1072" y="954"/>
                </a:cubicBezTo>
                <a:cubicBezTo>
                  <a:pt x="1073" y="954"/>
                  <a:pt x="1074" y="954"/>
                  <a:pt x="1075" y="954"/>
                </a:cubicBezTo>
                <a:cubicBezTo>
                  <a:pt x="1075" y="954"/>
                  <a:pt x="1076" y="954"/>
                  <a:pt x="1076" y="954"/>
                </a:cubicBezTo>
                <a:cubicBezTo>
                  <a:pt x="1075" y="951"/>
                  <a:pt x="1079" y="946"/>
                  <a:pt x="1082" y="950"/>
                </a:cubicBezTo>
                <a:cubicBezTo>
                  <a:pt x="1082" y="950"/>
                  <a:pt x="1082" y="950"/>
                  <a:pt x="1082" y="950"/>
                </a:cubicBezTo>
                <a:cubicBezTo>
                  <a:pt x="1100" y="939"/>
                  <a:pt x="1118" y="928"/>
                  <a:pt x="1137" y="919"/>
                </a:cubicBezTo>
                <a:cubicBezTo>
                  <a:pt x="1141" y="917"/>
                  <a:pt x="1139" y="911"/>
                  <a:pt x="1135" y="913"/>
                </a:cubicBezTo>
                <a:close/>
                <a:moveTo>
                  <a:pt x="1138" y="949"/>
                </a:moveTo>
                <a:cubicBezTo>
                  <a:pt x="1138" y="950"/>
                  <a:pt x="1137" y="950"/>
                  <a:pt x="1137" y="950"/>
                </a:cubicBezTo>
                <a:cubicBezTo>
                  <a:pt x="1137" y="950"/>
                  <a:pt x="1137" y="951"/>
                  <a:pt x="1137" y="951"/>
                </a:cubicBezTo>
                <a:cubicBezTo>
                  <a:pt x="1136" y="952"/>
                  <a:pt x="1135" y="953"/>
                  <a:pt x="1134" y="953"/>
                </a:cubicBezTo>
                <a:cubicBezTo>
                  <a:pt x="1130" y="957"/>
                  <a:pt x="1126" y="960"/>
                  <a:pt x="1122" y="964"/>
                </a:cubicBezTo>
                <a:cubicBezTo>
                  <a:pt x="1122" y="964"/>
                  <a:pt x="1123" y="964"/>
                  <a:pt x="1123" y="964"/>
                </a:cubicBezTo>
                <a:cubicBezTo>
                  <a:pt x="1122" y="965"/>
                  <a:pt x="1122" y="965"/>
                  <a:pt x="1122" y="965"/>
                </a:cubicBezTo>
                <a:cubicBezTo>
                  <a:pt x="1120" y="965"/>
                  <a:pt x="1120" y="965"/>
                  <a:pt x="1120" y="965"/>
                </a:cubicBezTo>
                <a:cubicBezTo>
                  <a:pt x="1109" y="975"/>
                  <a:pt x="1097" y="985"/>
                  <a:pt x="1085" y="994"/>
                </a:cubicBezTo>
                <a:cubicBezTo>
                  <a:pt x="1087" y="995"/>
                  <a:pt x="1088" y="997"/>
                  <a:pt x="1089" y="998"/>
                </a:cubicBezTo>
                <a:cubicBezTo>
                  <a:pt x="1088" y="999"/>
                  <a:pt x="1087" y="1000"/>
                  <a:pt x="1087" y="1001"/>
                </a:cubicBezTo>
                <a:cubicBezTo>
                  <a:pt x="1088" y="1000"/>
                  <a:pt x="1090" y="999"/>
                  <a:pt x="1091" y="998"/>
                </a:cubicBezTo>
                <a:cubicBezTo>
                  <a:pt x="1091" y="998"/>
                  <a:pt x="1091" y="998"/>
                  <a:pt x="1091" y="998"/>
                </a:cubicBezTo>
                <a:cubicBezTo>
                  <a:pt x="1091" y="998"/>
                  <a:pt x="1091" y="998"/>
                  <a:pt x="1091" y="998"/>
                </a:cubicBezTo>
                <a:cubicBezTo>
                  <a:pt x="1105" y="987"/>
                  <a:pt x="1118" y="977"/>
                  <a:pt x="1131" y="965"/>
                </a:cubicBezTo>
                <a:cubicBezTo>
                  <a:pt x="1130" y="965"/>
                  <a:pt x="1130" y="965"/>
                  <a:pt x="1130" y="965"/>
                </a:cubicBezTo>
                <a:cubicBezTo>
                  <a:pt x="1133" y="963"/>
                  <a:pt x="1135" y="958"/>
                  <a:pt x="1139" y="957"/>
                </a:cubicBezTo>
                <a:cubicBezTo>
                  <a:pt x="1139" y="957"/>
                  <a:pt x="1139" y="957"/>
                  <a:pt x="1139" y="957"/>
                </a:cubicBezTo>
                <a:cubicBezTo>
                  <a:pt x="1140" y="956"/>
                  <a:pt x="1141" y="955"/>
                  <a:pt x="1142" y="955"/>
                </a:cubicBezTo>
                <a:cubicBezTo>
                  <a:pt x="1145" y="952"/>
                  <a:pt x="1141" y="946"/>
                  <a:pt x="1138" y="949"/>
                </a:cubicBezTo>
                <a:close/>
                <a:moveTo>
                  <a:pt x="906" y="889"/>
                </a:moveTo>
                <a:cubicBezTo>
                  <a:pt x="906" y="889"/>
                  <a:pt x="906" y="889"/>
                  <a:pt x="906" y="889"/>
                </a:cubicBezTo>
                <a:cubicBezTo>
                  <a:pt x="906" y="889"/>
                  <a:pt x="906" y="889"/>
                  <a:pt x="906" y="889"/>
                </a:cubicBezTo>
                <a:cubicBezTo>
                  <a:pt x="906" y="889"/>
                  <a:pt x="906" y="889"/>
                  <a:pt x="906" y="889"/>
                </a:cubicBezTo>
                <a:close/>
                <a:moveTo>
                  <a:pt x="1076" y="1001"/>
                </a:moveTo>
                <a:cubicBezTo>
                  <a:pt x="1068" y="1007"/>
                  <a:pt x="1060" y="1013"/>
                  <a:pt x="1051" y="1019"/>
                </a:cubicBezTo>
                <a:cubicBezTo>
                  <a:pt x="1055" y="1019"/>
                  <a:pt x="1055" y="1019"/>
                  <a:pt x="1055" y="1019"/>
                </a:cubicBezTo>
                <a:cubicBezTo>
                  <a:pt x="1055" y="1019"/>
                  <a:pt x="1055" y="1019"/>
                  <a:pt x="1055" y="1020"/>
                </a:cubicBezTo>
                <a:cubicBezTo>
                  <a:pt x="1056" y="1020"/>
                  <a:pt x="1057" y="1021"/>
                  <a:pt x="1058" y="1022"/>
                </a:cubicBezTo>
                <a:cubicBezTo>
                  <a:pt x="1058" y="1022"/>
                  <a:pt x="1059" y="1022"/>
                  <a:pt x="1059" y="1022"/>
                </a:cubicBezTo>
                <a:cubicBezTo>
                  <a:pt x="1069" y="1015"/>
                  <a:pt x="1078" y="1008"/>
                  <a:pt x="1087" y="1001"/>
                </a:cubicBezTo>
                <a:cubicBezTo>
                  <a:pt x="1076" y="1001"/>
                  <a:pt x="1076" y="1001"/>
                  <a:pt x="1076" y="1001"/>
                </a:cubicBezTo>
                <a:cubicBezTo>
                  <a:pt x="1076" y="1001"/>
                  <a:pt x="1076" y="1001"/>
                  <a:pt x="1076" y="1001"/>
                </a:cubicBezTo>
                <a:close/>
                <a:moveTo>
                  <a:pt x="978" y="1038"/>
                </a:moveTo>
                <a:cubicBezTo>
                  <a:pt x="967" y="1044"/>
                  <a:pt x="956" y="1050"/>
                  <a:pt x="945" y="1056"/>
                </a:cubicBezTo>
                <a:cubicBezTo>
                  <a:pt x="958" y="1055"/>
                  <a:pt x="958" y="1055"/>
                  <a:pt x="958" y="1055"/>
                </a:cubicBezTo>
                <a:cubicBezTo>
                  <a:pt x="969" y="1050"/>
                  <a:pt x="980" y="1044"/>
                  <a:pt x="991" y="1038"/>
                </a:cubicBezTo>
                <a:lnTo>
                  <a:pt x="978" y="1038"/>
                </a:lnTo>
                <a:close/>
                <a:moveTo>
                  <a:pt x="1084" y="738"/>
                </a:moveTo>
                <a:cubicBezTo>
                  <a:pt x="1085" y="738"/>
                  <a:pt x="1085" y="738"/>
                  <a:pt x="1086" y="739"/>
                </a:cubicBezTo>
                <a:cubicBezTo>
                  <a:pt x="1086" y="739"/>
                  <a:pt x="1086" y="739"/>
                  <a:pt x="1086" y="739"/>
                </a:cubicBezTo>
                <a:cubicBezTo>
                  <a:pt x="1086" y="738"/>
                  <a:pt x="1085" y="738"/>
                  <a:pt x="1084" y="738"/>
                </a:cubicBezTo>
                <a:close/>
                <a:moveTo>
                  <a:pt x="769" y="736"/>
                </a:moveTo>
                <a:cubicBezTo>
                  <a:pt x="758" y="733"/>
                  <a:pt x="746" y="731"/>
                  <a:pt x="734" y="728"/>
                </a:cubicBezTo>
                <a:cubicBezTo>
                  <a:pt x="716" y="723"/>
                  <a:pt x="698" y="722"/>
                  <a:pt x="680" y="725"/>
                </a:cubicBezTo>
                <a:cubicBezTo>
                  <a:pt x="680" y="725"/>
                  <a:pt x="680" y="725"/>
                  <a:pt x="680" y="725"/>
                </a:cubicBezTo>
                <a:cubicBezTo>
                  <a:pt x="656" y="724"/>
                  <a:pt x="627" y="726"/>
                  <a:pt x="604" y="738"/>
                </a:cubicBezTo>
                <a:cubicBezTo>
                  <a:pt x="605" y="738"/>
                  <a:pt x="605" y="738"/>
                  <a:pt x="605" y="738"/>
                </a:cubicBezTo>
                <a:cubicBezTo>
                  <a:pt x="605" y="738"/>
                  <a:pt x="605" y="739"/>
                  <a:pt x="605" y="739"/>
                </a:cubicBezTo>
                <a:cubicBezTo>
                  <a:pt x="601" y="740"/>
                  <a:pt x="599" y="744"/>
                  <a:pt x="594" y="744"/>
                </a:cubicBezTo>
                <a:cubicBezTo>
                  <a:pt x="594" y="744"/>
                  <a:pt x="593" y="744"/>
                  <a:pt x="593" y="744"/>
                </a:cubicBezTo>
                <a:cubicBezTo>
                  <a:pt x="593" y="746"/>
                  <a:pt x="594" y="747"/>
                  <a:pt x="592" y="747"/>
                </a:cubicBezTo>
                <a:cubicBezTo>
                  <a:pt x="592" y="746"/>
                  <a:pt x="591" y="746"/>
                  <a:pt x="591" y="746"/>
                </a:cubicBezTo>
                <a:cubicBezTo>
                  <a:pt x="587" y="748"/>
                  <a:pt x="584" y="751"/>
                  <a:pt x="581" y="755"/>
                </a:cubicBezTo>
                <a:cubicBezTo>
                  <a:pt x="582" y="755"/>
                  <a:pt x="582" y="756"/>
                  <a:pt x="583" y="756"/>
                </a:cubicBezTo>
                <a:cubicBezTo>
                  <a:pt x="580" y="756"/>
                  <a:pt x="580" y="756"/>
                  <a:pt x="580" y="756"/>
                </a:cubicBezTo>
                <a:cubicBezTo>
                  <a:pt x="579" y="757"/>
                  <a:pt x="578" y="759"/>
                  <a:pt x="577" y="760"/>
                </a:cubicBezTo>
                <a:cubicBezTo>
                  <a:pt x="578" y="759"/>
                  <a:pt x="578" y="757"/>
                  <a:pt x="579" y="756"/>
                </a:cubicBezTo>
                <a:cubicBezTo>
                  <a:pt x="572" y="756"/>
                  <a:pt x="572" y="756"/>
                  <a:pt x="572" y="756"/>
                </a:cubicBezTo>
                <a:cubicBezTo>
                  <a:pt x="569" y="766"/>
                  <a:pt x="567" y="776"/>
                  <a:pt x="567" y="786"/>
                </a:cubicBezTo>
                <a:cubicBezTo>
                  <a:pt x="567" y="787"/>
                  <a:pt x="567" y="788"/>
                  <a:pt x="567" y="788"/>
                </a:cubicBezTo>
                <a:cubicBezTo>
                  <a:pt x="567" y="796"/>
                  <a:pt x="568" y="804"/>
                  <a:pt x="570" y="811"/>
                </a:cubicBezTo>
                <a:cubicBezTo>
                  <a:pt x="570" y="811"/>
                  <a:pt x="570" y="811"/>
                  <a:pt x="570" y="811"/>
                </a:cubicBezTo>
                <a:cubicBezTo>
                  <a:pt x="572" y="811"/>
                  <a:pt x="574" y="812"/>
                  <a:pt x="575" y="813"/>
                </a:cubicBezTo>
                <a:cubicBezTo>
                  <a:pt x="575" y="815"/>
                  <a:pt x="575" y="816"/>
                  <a:pt x="574" y="817"/>
                </a:cubicBezTo>
                <a:cubicBezTo>
                  <a:pt x="576" y="818"/>
                  <a:pt x="577" y="818"/>
                  <a:pt x="578" y="819"/>
                </a:cubicBezTo>
                <a:cubicBezTo>
                  <a:pt x="577" y="815"/>
                  <a:pt x="577" y="810"/>
                  <a:pt x="576" y="806"/>
                </a:cubicBezTo>
                <a:cubicBezTo>
                  <a:pt x="572" y="780"/>
                  <a:pt x="582" y="760"/>
                  <a:pt x="602" y="747"/>
                </a:cubicBezTo>
                <a:cubicBezTo>
                  <a:pt x="602" y="746"/>
                  <a:pt x="602" y="745"/>
                  <a:pt x="602" y="744"/>
                </a:cubicBezTo>
                <a:cubicBezTo>
                  <a:pt x="604" y="743"/>
                  <a:pt x="606" y="742"/>
                  <a:pt x="610" y="742"/>
                </a:cubicBezTo>
                <a:cubicBezTo>
                  <a:pt x="610" y="742"/>
                  <a:pt x="610" y="742"/>
                  <a:pt x="610" y="743"/>
                </a:cubicBezTo>
                <a:cubicBezTo>
                  <a:pt x="611" y="742"/>
                  <a:pt x="612" y="742"/>
                  <a:pt x="613" y="741"/>
                </a:cubicBezTo>
                <a:cubicBezTo>
                  <a:pt x="613" y="741"/>
                  <a:pt x="613" y="741"/>
                  <a:pt x="613" y="741"/>
                </a:cubicBezTo>
                <a:cubicBezTo>
                  <a:pt x="614" y="741"/>
                  <a:pt x="614" y="741"/>
                  <a:pt x="615" y="741"/>
                </a:cubicBezTo>
                <a:cubicBezTo>
                  <a:pt x="615" y="740"/>
                  <a:pt x="616" y="740"/>
                  <a:pt x="616" y="740"/>
                </a:cubicBezTo>
                <a:cubicBezTo>
                  <a:pt x="628" y="736"/>
                  <a:pt x="641" y="733"/>
                  <a:pt x="654" y="732"/>
                </a:cubicBezTo>
                <a:cubicBezTo>
                  <a:pt x="650" y="733"/>
                  <a:pt x="646" y="735"/>
                  <a:pt x="642" y="737"/>
                </a:cubicBezTo>
                <a:cubicBezTo>
                  <a:pt x="658" y="737"/>
                  <a:pt x="658" y="737"/>
                  <a:pt x="658" y="737"/>
                </a:cubicBezTo>
                <a:cubicBezTo>
                  <a:pt x="676" y="731"/>
                  <a:pt x="696" y="729"/>
                  <a:pt x="714" y="731"/>
                </a:cubicBezTo>
                <a:cubicBezTo>
                  <a:pt x="724" y="732"/>
                  <a:pt x="734" y="734"/>
                  <a:pt x="744" y="736"/>
                </a:cubicBezTo>
                <a:cubicBezTo>
                  <a:pt x="759" y="736"/>
                  <a:pt x="759" y="736"/>
                  <a:pt x="759" y="736"/>
                </a:cubicBezTo>
                <a:cubicBezTo>
                  <a:pt x="759" y="736"/>
                  <a:pt x="759" y="736"/>
                  <a:pt x="759" y="737"/>
                </a:cubicBezTo>
                <a:cubicBezTo>
                  <a:pt x="761" y="736"/>
                  <a:pt x="761" y="737"/>
                  <a:pt x="763" y="737"/>
                </a:cubicBezTo>
                <a:cubicBezTo>
                  <a:pt x="763" y="737"/>
                  <a:pt x="763" y="737"/>
                  <a:pt x="763" y="736"/>
                </a:cubicBezTo>
                <a:lnTo>
                  <a:pt x="769" y="736"/>
                </a:lnTo>
                <a:close/>
                <a:moveTo>
                  <a:pt x="573" y="786"/>
                </a:moveTo>
                <a:cubicBezTo>
                  <a:pt x="570" y="786"/>
                  <a:pt x="571" y="778"/>
                  <a:pt x="575" y="780"/>
                </a:cubicBezTo>
                <a:cubicBezTo>
                  <a:pt x="575" y="782"/>
                  <a:pt x="574" y="784"/>
                  <a:pt x="573" y="786"/>
                </a:cubicBezTo>
                <a:close/>
                <a:moveTo>
                  <a:pt x="585" y="756"/>
                </a:moveTo>
                <a:cubicBezTo>
                  <a:pt x="584" y="756"/>
                  <a:pt x="584" y="756"/>
                  <a:pt x="584" y="756"/>
                </a:cubicBezTo>
                <a:cubicBezTo>
                  <a:pt x="584" y="756"/>
                  <a:pt x="584" y="756"/>
                  <a:pt x="584" y="756"/>
                </a:cubicBezTo>
                <a:cubicBezTo>
                  <a:pt x="584" y="756"/>
                  <a:pt x="585" y="756"/>
                  <a:pt x="585" y="756"/>
                </a:cubicBezTo>
                <a:cubicBezTo>
                  <a:pt x="585" y="756"/>
                  <a:pt x="585" y="756"/>
                  <a:pt x="585" y="756"/>
                </a:cubicBezTo>
                <a:close/>
                <a:moveTo>
                  <a:pt x="432" y="418"/>
                </a:moveTo>
                <a:cubicBezTo>
                  <a:pt x="432" y="419"/>
                  <a:pt x="433" y="420"/>
                  <a:pt x="432" y="422"/>
                </a:cubicBezTo>
                <a:cubicBezTo>
                  <a:pt x="433" y="422"/>
                  <a:pt x="433" y="422"/>
                  <a:pt x="434" y="422"/>
                </a:cubicBezTo>
                <a:cubicBezTo>
                  <a:pt x="435" y="421"/>
                  <a:pt x="437" y="421"/>
                  <a:pt x="438" y="421"/>
                </a:cubicBezTo>
                <a:cubicBezTo>
                  <a:pt x="440" y="420"/>
                  <a:pt x="443" y="420"/>
                  <a:pt x="445" y="419"/>
                </a:cubicBezTo>
                <a:cubicBezTo>
                  <a:pt x="445" y="419"/>
                  <a:pt x="445" y="418"/>
                  <a:pt x="445" y="418"/>
                </a:cubicBezTo>
                <a:cubicBezTo>
                  <a:pt x="450" y="418"/>
                  <a:pt x="450" y="418"/>
                  <a:pt x="450" y="418"/>
                </a:cubicBezTo>
                <a:cubicBezTo>
                  <a:pt x="494" y="408"/>
                  <a:pt x="539" y="405"/>
                  <a:pt x="585" y="405"/>
                </a:cubicBezTo>
                <a:cubicBezTo>
                  <a:pt x="616" y="405"/>
                  <a:pt x="647" y="408"/>
                  <a:pt x="678" y="411"/>
                </a:cubicBezTo>
                <a:cubicBezTo>
                  <a:pt x="681" y="411"/>
                  <a:pt x="682" y="408"/>
                  <a:pt x="681" y="406"/>
                </a:cubicBezTo>
                <a:cubicBezTo>
                  <a:pt x="697" y="409"/>
                  <a:pt x="713" y="412"/>
                  <a:pt x="729" y="416"/>
                </a:cubicBezTo>
                <a:cubicBezTo>
                  <a:pt x="740" y="416"/>
                  <a:pt x="740" y="416"/>
                  <a:pt x="740" y="416"/>
                </a:cubicBezTo>
                <a:cubicBezTo>
                  <a:pt x="741" y="416"/>
                  <a:pt x="741" y="417"/>
                  <a:pt x="742" y="419"/>
                </a:cubicBezTo>
                <a:cubicBezTo>
                  <a:pt x="745" y="419"/>
                  <a:pt x="748" y="420"/>
                  <a:pt x="751" y="421"/>
                </a:cubicBezTo>
                <a:cubicBezTo>
                  <a:pt x="752" y="419"/>
                  <a:pt x="752" y="417"/>
                  <a:pt x="752" y="415"/>
                </a:cubicBezTo>
                <a:cubicBezTo>
                  <a:pt x="756" y="415"/>
                  <a:pt x="756" y="415"/>
                  <a:pt x="756" y="415"/>
                </a:cubicBezTo>
                <a:cubicBezTo>
                  <a:pt x="740" y="411"/>
                  <a:pt x="724" y="408"/>
                  <a:pt x="708" y="404"/>
                </a:cubicBezTo>
                <a:cubicBezTo>
                  <a:pt x="692" y="401"/>
                  <a:pt x="674" y="398"/>
                  <a:pt x="657" y="395"/>
                </a:cubicBezTo>
                <a:cubicBezTo>
                  <a:pt x="659" y="396"/>
                  <a:pt x="660" y="398"/>
                  <a:pt x="660" y="399"/>
                </a:cubicBezTo>
                <a:cubicBezTo>
                  <a:pt x="648" y="399"/>
                  <a:pt x="648" y="399"/>
                  <a:pt x="648" y="399"/>
                </a:cubicBezTo>
                <a:cubicBezTo>
                  <a:pt x="648" y="397"/>
                  <a:pt x="648" y="396"/>
                  <a:pt x="648" y="394"/>
                </a:cubicBezTo>
                <a:cubicBezTo>
                  <a:pt x="646" y="394"/>
                  <a:pt x="646" y="395"/>
                  <a:pt x="645" y="396"/>
                </a:cubicBezTo>
                <a:cubicBezTo>
                  <a:pt x="644" y="395"/>
                  <a:pt x="644" y="394"/>
                  <a:pt x="643" y="393"/>
                </a:cubicBezTo>
                <a:cubicBezTo>
                  <a:pt x="640" y="393"/>
                  <a:pt x="636" y="392"/>
                  <a:pt x="632" y="392"/>
                </a:cubicBezTo>
                <a:cubicBezTo>
                  <a:pt x="631" y="392"/>
                  <a:pt x="631" y="392"/>
                  <a:pt x="631" y="392"/>
                </a:cubicBezTo>
                <a:cubicBezTo>
                  <a:pt x="629" y="392"/>
                  <a:pt x="628" y="392"/>
                  <a:pt x="627" y="391"/>
                </a:cubicBezTo>
                <a:cubicBezTo>
                  <a:pt x="627" y="391"/>
                  <a:pt x="627" y="391"/>
                  <a:pt x="627" y="391"/>
                </a:cubicBezTo>
                <a:cubicBezTo>
                  <a:pt x="627" y="391"/>
                  <a:pt x="627" y="392"/>
                  <a:pt x="627" y="393"/>
                </a:cubicBezTo>
                <a:cubicBezTo>
                  <a:pt x="625" y="393"/>
                  <a:pt x="625" y="394"/>
                  <a:pt x="623" y="393"/>
                </a:cubicBezTo>
                <a:cubicBezTo>
                  <a:pt x="624" y="387"/>
                  <a:pt x="609" y="395"/>
                  <a:pt x="608" y="389"/>
                </a:cubicBezTo>
                <a:cubicBezTo>
                  <a:pt x="598" y="388"/>
                  <a:pt x="589" y="387"/>
                  <a:pt x="580" y="386"/>
                </a:cubicBezTo>
                <a:cubicBezTo>
                  <a:pt x="580" y="388"/>
                  <a:pt x="579" y="390"/>
                  <a:pt x="580" y="390"/>
                </a:cubicBezTo>
                <a:cubicBezTo>
                  <a:pt x="585" y="392"/>
                  <a:pt x="586" y="387"/>
                  <a:pt x="589" y="389"/>
                </a:cubicBezTo>
                <a:cubicBezTo>
                  <a:pt x="588" y="391"/>
                  <a:pt x="587" y="392"/>
                  <a:pt x="587" y="394"/>
                </a:cubicBezTo>
                <a:cubicBezTo>
                  <a:pt x="587" y="394"/>
                  <a:pt x="588" y="394"/>
                  <a:pt x="588" y="394"/>
                </a:cubicBezTo>
                <a:cubicBezTo>
                  <a:pt x="591" y="393"/>
                  <a:pt x="591" y="390"/>
                  <a:pt x="596" y="391"/>
                </a:cubicBezTo>
                <a:cubicBezTo>
                  <a:pt x="596" y="390"/>
                  <a:pt x="596" y="390"/>
                  <a:pt x="596" y="389"/>
                </a:cubicBezTo>
                <a:cubicBezTo>
                  <a:pt x="597" y="389"/>
                  <a:pt x="597" y="389"/>
                  <a:pt x="597" y="389"/>
                </a:cubicBezTo>
                <a:cubicBezTo>
                  <a:pt x="598" y="389"/>
                  <a:pt x="599" y="389"/>
                  <a:pt x="599" y="389"/>
                </a:cubicBezTo>
                <a:cubicBezTo>
                  <a:pt x="599" y="390"/>
                  <a:pt x="599" y="390"/>
                  <a:pt x="600" y="390"/>
                </a:cubicBezTo>
                <a:cubicBezTo>
                  <a:pt x="600" y="391"/>
                  <a:pt x="600" y="391"/>
                  <a:pt x="600" y="392"/>
                </a:cubicBezTo>
                <a:cubicBezTo>
                  <a:pt x="599" y="392"/>
                  <a:pt x="598" y="392"/>
                  <a:pt x="598" y="392"/>
                </a:cubicBezTo>
                <a:cubicBezTo>
                  <a:pt x="598" y="392"/>
                  <a:pt x="598" y="392"/>
                  <a:pt x="598" y="392"/>
                </a:cubicBezTo>
                <a:cubicBezTo>
                  <a:pt x="599" y="393"/>
                  <a:pt x="600" y="394"/>
                  <a:pt x="600" y="395"/>
                </a:cubicBezTo>
                <a:cubicBezTo>
                  <a:pt x="601" y="395"/>
                  <a:pt x="601" y="395"/>
                  <a:pt x="602" y="395"/>
                </a:cubicBezTo>
                <a:cubicBezTo>
                  <a:pt x="602" y="395"/>
                  <a:pt x="602" y="395"/>
                  <a:pt x="602" y="394"/>
                </a:cubicBezTo>
                <a:cubicBezTo>
                  <a:pt x="605" y="395"/>
                  <a:pt x="605" y="393"/>
                  <a:pt x="609" y="394"/>
                </a:cubicBezTo>
                <a:cubicBezTo>
                  <a:pt x="609" y="395"/>
                  <a:pt x="609" y="395"/>
                  <a:pt x="609" y="396"/>
                </a:cubicBezTo>
                <a:cubicBezTo>
                  <a:pt x="615" y="396"/>
                  <a:pt x="621" y="397"/>
                  <a:pt x="626" y="398"/>
                </a:cubicBezTo>
                <a:cubicBezTo>
                  <a:pt x="627" y="396"/>
                  <a:pt x="629" y="395"/>
                  <a:pt x="632" y="395"/>
                </a:cubicBezTo>
                <a:cubicBezTo>
                  <a:pt x="633" y="395"/>
                  <a:pt x="633" y="397"/>
                  <a:pt x="633" y="399"/>
                </a:cubicBezTo>
                <a:cubicBezTo>
                  <a:pt x="641" y="400"/>
                  <a:pt x="650" y="401"/>
                  <a:pt x="659" y="402"/>
                </a:cubicBezTo>
                <a:cubicBezTo>
                  <a:pt x="641" y="401"/>
                  <a:pt x="624" y="400"/>
                  <a:pt x="607" y="399"/>
                </a:cubicBezTo>
                <a:cubicBezTo>
                  <a:pt x="604" y="399"/>
                  <a:pt x="604" y="399"/>
                  <a:pt x="604" y="399"/>
                </a:cubicBezTo>
                <a:cubicBezTo>
                  <a:pt x="604" y="399"/>
                  <a:pt x="604" y="399"/>
                  <a:pt x="604" y="399"/>
                </a:cubicBezTo>
                <a:cubicBezTo>
                  <a:pt x="601" y="399"/>
                  <a:pt x="598" y="399"/>
                  <a:pt x="595" y="399"/>
                </a:cubicBezTo>
                <a:cubicBezTo>
                  <a:pt x="594" y="399"/>
                  <a:pt x="594" y="399"/>
                  <a:pt x="594" y="399"/>
                </a:cubicBezTo>
                <a:cubicBezTo>
                  <a:pt x="589" y="399"/>
                  <a:pt x="589" y="399"/>
                  <a:pt x="589" y="399"/>
                </a:cubicBezTo>
                <a:cubicBezTo>
                  <a:pt x="589" y="399"/>
                  <a:pt x="589" y="399"/>
                  <a:pt x="589" y="399"/>
                </a:cubicBezTo>
                <a:cubicBezTo>
                  <a:pt x="588" y="399"/>
                  <a:pt x="587" y="399"/>
                  <a:pt x="586" y="399"/>
                </a:cubicBezTo>
                <a:cubicBezTo>
                  <a:pt x="586" y="399"/>
                  <a:pt x="586" y="399"/>
                  <a:pt x="586" y="400"/>
                </a:cubicBezTo>
                <a:cubicBezTo>
                  <a:pt x="576" y="400"/>
                  <a:pt x="576" y="400"/>
                  <a:pt x="576" y="400"/>
                </a:cubicBezTo>
                <a:cubicBezTo>
                  <a:pt x="576" y="399"/>
                  <a:pt x="576" y="399"/>
                  <a:pt x="576" y="399"/>
                </a:cubicBezTo>
                <a:cubicBezTo>
                  <a:pt x="574" y="399"/>
                  <a:pt x="571" y="399"/>
                  <a:pt x="569" y="399"/>
                </a:cubicBezTo>
                <a:cubicBezTo>
                  <a:pt x="569" y="399"/>
                  <a:pt x="569" y="399"/>
                  <a:pt x="569" y="400"/>
                </a:cubicBezTo>
                <a:cubicBezTo>
                  <a:pt x="561" y="400"/>
                  <a:pt x="561" y="400"/>
                  <a:pt x="561" y="400"/>
                </a:cubicBezTo>
                <a:cubicBezTo>
                  <a:pt x="561" y="400"/>
                  <a:pt x="561" y="399"/>
                  <a:pt x="561" y="399"/>
                </a:cubicBezTo>
                <a:cubicBezTo>
                  <a:pt x="560" y="399"/>
                  <a:pt x="558" y="399"/>
                  <a:pt x="556" y="399"/>
                </a:cubicBezTo>
                <a:cubicBezTo>
                  <a:pt x="556" y="400"/>
                  <a:pt x="556" y="400"/>
                  <a:pt x="556" y="400"/>
                </a:cubicBezTo>
                <a:cubicBezTo>
                  <a:pt x="550" y="400"/>
                  <a:pt x="550" y="400"/>
                  <a:pt x="550" y="400"/>
                </a:cubicBezTo>
                <a:cubicBezTo>
                  <a:pt x="550" y="400"/>
                  <a:pt x="550" y="400"/>
                  <a:pt x="550" y="400"/>
                </a:cubicBezTo>
                <a:cubicBezTo>
                  <a:pt x="549" y="400"/>
                  <a:pt x="549" y="400"/>
                  <a:pt x="548" y="400"/>
                </a:cubicBezTo>
                <a:cubicBezTo>
                  <a:pt x="548" y="400"/>
                  <a:pt x="548" y="400"/>
                  <a:pt x="548" y="400"/>
                </a:cubicBezTo>
                <a:cubicBezTo>
                  <a:pt x="546" y="400"/>
                  <a:pt x="546" y="400"/>
                  <a:pt x="546" y="400"/>
                </a:cubicBezTo>
                <a:cubicBezTo>
                  <a:pt x="505" y="402"/>
                  <a:pt x="465" y="408"/>
                  <a:pt x="426" y="418"/>
                </a:cubicBezTo>
                <a:lnTo>
                  <a:pt x="432" y="418"/>
                </a:lnTo>
                <a:close/>
                <a:moveTo>
                  <a:pt x="1094" y="747"/>
                </a:moveTo>
                <a:cubicBezTo>
                  <a:pt x="1094" y="747"/>
                  <a:pt x="1094" y="747"/>
                  <a:pt x="1094" y="747"/>
                </a:cubicBezTo>
                <a:cubicBezTo>
                  <a:pt x="1093" y="744"/>
                  <a:pt x="1092" y="743"/>
                  <a:pt x="1090" y="741"/>
                </a:cubicBezTo>
                <a:cubicBezTo>
                  <a:pt x="1090" y="741"/>
                  <a:pt x="1090" y="741"/>
                  <a:pt x="1090" y="741"/>
                </a:cubicBezTo>
                <a:cubicBezTo>
                  <a:pt x="1090" y="741"/>
                  <a:pt x="1089" y="742"/>
                  <a:pt x="1089" y="742"/>
                </a:cubicBezTo>
                <a:cubicBezTo>
                  <a:pt x="1090" y="743"/>
                  <a:pt x="1091" y="744"/>
                  <a:pt x="1092" y="745"/>
                </a:cubicBezTo>
                <a:cubicBezTo>
                  <a:pt x="1093" y="745"/>
                  <a:pt x="1093" y="746"/>
                  <a:pt x="1094" y="747"/>
                </a:cubicBezTo>
                <a:close/>
                <a:moveTo>
                  <a:pt x="850" y="419"/>
                </a:moveTo>
                <a:cubicBezTo>
                  <a:pt x="852" y="420"/>
                  <a:pt x="853" y="420"/>
                  <a:pt x="853" y="421"/>
                </a:cubicBezTo>
                <a:cubicBezTo>
                  <a:pt x="853" y="421"/>
                  <a:pt x="853" y="421"/>
                  <a:pt x="853" y="421"/>
                </a:cubicBezTo>
                <a:cubicBezTo>
                  <a:pt x="853" y="422"/>
                  <a:pt x="854" y="422"/>
                  <a:pt x="854" y="423"/>
                </a:cubicBezTo>
                <a:cubicBezTo>
                  <a:pt x="855" y="423"/>
                  <a:pt x="855" y="423"/>
                  <a:pt x="856" y="424"/>
                </a:cubicBezTo>
                <a:cubicBezTo>
                  <a:pt x="856" y="422"/>
                  <a:pt x="857" y="421"/>
                  <a:pt x="858" y="420"/>
                </a:cubicBezTo>
                <a:cubicBezTo>
                  <a:pt x="856" y="419"/>
                  <a:pt x="853" y="419"/>
                  <a:pt x="850" y="419"/>
                </a:cubicBezTo>
                <a:close/>
                <a:moveTo>
                  <a:pt x="409" y="399"/>
                </a:moveTo>
                <a:cubicBezTo>
                  <a:pt x="421" y="397"/>
                  <a:pt x="434" y="396"/>
                  <a:pt x="446" y="394"/>
                </a:cubicBezTo>
                <a:cubicBezTo>
                  <a:pt x="446" y="394"/>
                  <a:pt x="446" y="394"/>
                  <a:pt x="446" y="394"/>
                </a:cubicBezTo>
                <a:cubicBezTo>
                  <a:pt x="446" y="392"/>
                  <a:pt x="444" y="390"/>
                  <a:pt x="443" y="388"/>
                </a:cubicBezTo>
                <a:cubicBezTo>
                  <a:pt x="442" y="388"/>
                  <a:pt x="440" y="388"/>
                  <a:pt x="439" y="389"/>
                </a:cubicBezTo>
                <a:cubicBezTo>
                  <a:pt x="439" y="390"/>
                  <a:pt x="439" y="390"/>
                  <a:pt x="440" y="392"/>
                </a:cubicBezTo>
                <a:cubicBezTo>
                  <a:pt x="438" y="393"/>
                  <a:pt x="434" y="392"/>
                  <a:pt x="431" y="392"/>
                </a:cubicBezTo>
                <a:cubicBezTo>
                  <a:pt x="431" y="391"/>
                  <a:pt x="431" y="390"/>
                  <a:pt x="432" y="390"/>
                </a:cubicBezTo>
                <a:cubicBezTo>
                  <a:pt x="425" y="391"/>
                  <a:pt x="418" y="392"/>
                  <a:pt x="411" y="393"/>
                </a:cubicBezTo>
                <a:cubicBezTo>
                  <a:pt x="413" y="395"/>
                  <a:pt x="412" y="398"/>
                  <a:pt x="409" y="399"/>
                </a:cubicBezTo>
                <a:close/>
                <a:moveTo>
                  <a:pt x="461" y="386"/>
                </a:moveTo>
                <a:cubicBezTo>
                  <a:pt x="461" y="386"/>
                  <a:pt x="461" y="386"/>
                  <a:pt x="460" y="387"/>
                </a:cubicBezTo>
                <a:cubicBezTo>
                  <a:pt x="460" y="389"/>
                  <a:pt x="460" y="391"/>
                  <a:pt x="458" y="391"/>
                </a:cubicBezTo>
                <a:cubicBezTo>
                  <a:pt x="460" y="391"/>
                  <a:pt x="460" y="392"/>
                  <a:pt x="460" y="393"/>
                </a:cubicBezTo>
                <a:cubicBezTo>
                  <a:pt x="460" y="393"/>
                  <a:pt x="461" y="393"/>
                  <a:pt x="461" y="393"/>
                </a:cubicBezTo>
                <a:cubicBezTo>
                  <a:pt x="462" y="392"/>
                  <a:pt x="462" y="391"/>
                  <a:pt x="463" y="391"/>
                </a:cubicBezTo>
                <a:cubicBezTo>
                  <a:pt x="465" y="391"/>
                  <a:pt x="466" y="392"/>
                  <a:pt x="467" y="393"/>
                </a:cubicBezTo>
                <a:cubicBezTo>
                  <a:pt x="487" y="391"/>
                  <a:pt x="506" y="391"/>
                  <a:pt x="526" y="391"/>
                </a:cubicBezTo>
                <a:cubicBezTo>
                  <a:pt x="526" y="391"/>
                  <a:pt x="527" y="391"/>
                  <a:pt x="528" y="391"/>
                </a:cubicBezTo>
                <a:cubicBezTo>
                  <a:pt x="528" y="391"/>
                  <a:pt x="528" y="390"/>
                  <a:pt x="528" y="389"/>
                </a:cubicBezTo>
                <a:cubicBezTo>
                  <a:pt x="526" y="384"/>
                  <a:pt x="523" y="389"/>
                  <a:pt x="520" y="387"/>
                </a:cubicBezTo>
                <a:cubicBezTo>
                  <a:pt x="519" y="386"/>
                  <a:pt x="520" y="385"/>
                  <a:pt x="520" y="384"/>
                </a:cubicBezTo>
                <a:cubicBezTo>
                  <a:pt x="519" y="384"/>
                  <a:pt x="518" y="384"/>
                  <a:pt x="516" y="384"/>
                </a:cubicBezTo>
                <a:cubicBezTo>
                  <a:pt x="516" y="385"/>
                  <a:pt x="515" y="386"/>
                  <a:pt x="512" y="386"/>
                </a:cubicBezTo>
                <a:cubicBezTo>
                  <a:pt x="512" y="385"/>
                  <a:pt x="512" y="385"/>
                  <a:pt x="512" y="384"/>
                </a:cubicBezTo>
                <a:cubicBezTo>
                  <a:pt x="503" y="384"/>
                  <a:pt x="495" y="385"/>
                  <a:pt x="486" y="385"/>
                </a:cubicBezTo>
                <a:cubicBezTo>
                  <a:pt x="486" y="385"/>
                  <a:pt x="486" y="386"/>
                  <a:pt x="486" y="386"/>
                </a:cubicBezTo>
                <a:cubicBezTo>
                  <a:pt x="483" y="386"/>
                  <a:pt x="483" y="387"/>
                  <a:pt x="479" y="387"/>
                </a:cubicBezTo>
                <a:cubicBezTo>
                  <a:pt x="479" y="386"/>
                  <a:pt x="479" y="386"/>
                  <a:pt x="479" y="385"/>
                </a:cubicBezTo>
                <a:cubicBezTo>
                  <a:pt x="478" y="385"/>
                  <a:pt x="477" y="385"/>
                  <a:pt x="477" y="385"/>
                </a:cubicBezTo>
                <a:cubicBezTo>
                  <a:pt x="477" y="386"/>
                  <a:pt x="477" y="387"/>
                  <a:pt x="477" y="388"/>
                </a:cubicBezTo>
                <a:cubicBezTo>
                  <a:pt x="476" y="389"/>
                  <a:pt x="471" y="389"/>
                  <a:pt x="470" y="387"/>
                </a:cubicBezTo>
                <a:cubicBezTo>
                  <a:pt x="470" y="387"/>
                  <a:pt x="470" y="386"/>
                  <a:pt x="470" y="386"/>
                </a:cubicBezTo>
                <a:cubicBezTo>
                  <a:pt x="467" y="386"/>
                  <a:pt x="464" y="386"/>
                  <a:pt x="461" y="386"/>
                </a:cubicBezTo>
                <a:close/>
                <a:moveTo>
                  <a:pt x="492" y="386"/>
                </a:moveTo>
                <a:cubicBezTo>
                  <a:pt x="495" y="386"/>
                  <a:pt x="496" y="386"/>
                  <a:pt x="497" y="387"/>
                </a:cubicBezTo>
                <a:cubicBezTo>
                  <a:pt x="498" y="389"/>
                  <a:pt x="497" y="391"/>
                  <a:pt x="495" y="391"/>
                </a:cubicBezTo>
                <a:cubicBezTo>
                  <a:pt x="495" y="389"/>
                  <a:pt x="491" y="389"/>
                  <a:pt x="492" y="386"/>
                </a:cubicBezTo>
                <a:close/>
                <a:moveTo>
                  <a:pt x="534" y="384"/>
                </a:moveTo>
                <a:cubicBezTo>
                  <a:pt x="533" y="386"/>
                  <a:pt x="534" y="387"/>
                  <a:pt x="534" y="388"/>
                </a:cubicBezTo>
                <a:cubicBezTo>
                  <a:pt x="537" y="387"/>
                  <a:pt x="542" y="387"/>
                  <a:pt x="541" y="391"/>
                </a:cubicBezTo>
                <a:cubicBezTo>
                  <a:pt x="541" y="391"/>
                  <a:pt x="541" y="391"/>
                  <a:pt x="540" y="391"/>
                </a:cubicBezTo>
                <a:cubicBezTo>
                  <a:pt x="545" y="391"/>
                  <a:pt x="549" y="391"/>
                  <a:pt x="553" y="392"/>
                </a:cubicBezTo>
                <a:cubicBezTo>
                  <a:pt x="553" y="391"/>
                  <a:pt x="554" y="390"/>
                  <a:pt x="555" y="390"/>
                </a:cubicBezTo>
                <a:cubicBezTo>
                  <a:pt x="555" y="391"/>
                  <a:pt x="555" y="391"/>
                  <a:pt x="555" y="392"/>
                </a:cubicBezTo>
                <a:cubicBezTo>
                  <a:pt x="559" y="392"/>
                  <a:pt x="563" y="392"/>
                  <a:pt x="567" y="392"/>
                </a:cubicBezTo>
                <a:cubicBezTo>
                  <a:pt x="571" y="391"/>
                  <a:pt x="574" y="393"/>
                  <a:pt x="578" y="392"/>
                </a:cubicBezTo>
                <a:cubicBezTo>
                  <a:pt x="577" y="389"/>
                  <a:pt x="574" y="387"/>
                  <a:pt x="571" y="386"/>
                </a:cubicBezTo>
                <a:cubicBezTo>
                  <a:pt x="570" y="386"/>
                  <a:pt x="569" y="386"/>
                  <a:pt x="567" y="386"/>
                </a:cubicBezTo>
                <a:cubicBezTo>
                  <a:pt x="566" y="387"/>
                  <a:pt x="565" y="388"/>
                  <a:pt x="562" y="389"/>
                </a:cubicBezTo>
                <a:cubicBezTo>
                  <a:pt x="561" y="385"/>
                  <a:pt x="564" y="386"/>
                  <a:pt x="565" y="386"/>
                </a:cubicBezTo>
                <a:cubicBezTo>
                  <a:pt x="561" y="385"/>
                  <a:pt x="557" y="385"/>
                  <a:pt x="553" y="385"/>
                </a:cubicBezTo>
                <a:cubicBezTo>
                  <a:pt x="553" y="386"/>
                  <a:pt x="553" y="388"/>
                  <a:pt x="552" y="389"/>
                </a:cubicBezTo>
                <a:cubicBezTo>
                  <a:pt x="549" y="389"/>
                  <a:pt x="548" y="387"/>
                  <a:pt x="547" y="385"/>
                </a:cubicBezTo>
                <a:cubicBezTo>
                  <a:pt x="546" y="385"/>
                  <a:pt x="546" y="385"/>
                  <a:pt x="545" y="385"/>
                </a:cubicBezTo>
                <a:cubicBezTo>
                  <a:pt x="545" y="385"/>
                  <a:pt x="545" y="386"/>
                  <a:pt x="545" y="386"/>
                </a:cubicBezTo>
                <a:cubicBezTo>
                  <a:pt x="543" y="386"/>
                  <a:pt x="540" y="386"/>
                  <a:pt x="538" y="386"/>
                </a:cubicBezTo>
                <a:cubicBezTo>
                  <a:pt x="537" y="386"/>
                  <a:pt x="537" y="385"/>
                  <a:pt x="537" y="384"/>
                </a:cubicBezTo>
                <a:cubicBezTo>
                  <a:pt x="536" y="384"/>
                  <a:pt x="535" y="384"/>
                  <a:pt x="534" y="384"/>
                </a:cubicBezTo>
                <a:close/>
                <a:moveTo>
                  <a:pt x="653" y="862"/>
                </a:moveTo>
                <a:cubicBezTo>
                  <a:pt x="647" y="862"/>
                  <a:pt x="647" y="862"/>
                  <a:pt x="647" y="862"/>
                </a:cubicBezTo>
                <a:cubicBezTo>
                  <a:pt x="646" y="862"/>
                  <a:pt x="646" y="861"/>
                  <a:pt x="646" y="861"/>
                </a:cubicBezTo>
                <a:cubicBezTo>
                  <a:pt x="645" y="861"/>
                  <a:pt x="645" y="862"/>
                  <a:pt x="644" y="863"/>
                </a:cubicBezTo>
                <a:cubicBezTo>
                  <a:pt x="643" y="863"/>
                  <a:pt x="643" y="863"/>
                  <a:pt x="643" y="863"/>
                </a:cubicBezTo>
                <a:cubicBezTo>
                  <a:pt x="648" y="869"/>
                  <a:pt x="653" y="874"/>
                  <a:pt x="659" y="880"/>
                </a:cubicBezTo>
                <a:cubicBezTo>
                  <a:pt x="660" y="880"/>
                  <a:pt x="660" y="880"/>
                  <a:pt x="660" y="880"/>
                </a:cubicBezTo>
                <a:cubicBezTo>
                  <a:pt x="660" y="880"/>
                  <a:pt x="660" y="880"/>
                  <a:pt x="660" y="880"/>
                </a:cubicBezTo>
                <a:cubicBezTo>
                  <a:pt x="660" y="880"/>
                  <a:pt x="660" y="880"/>
                  <a:pt x="661" y="881"/>
                </a:cubicBezTo>
                <a:cubicBezTo>
                  <a:pt x="661" y="881"/>
                  <a:pt x="660" y="881"/>
                  <a:pt x="660" y="881"/>
                </a:cubicBezTo>
                <a:cubicBezTo>
                  <a:pt x="662" y="883"/>
                  <a:pt x="663" y="884"/>
                  <a:pt x="665" y="885"/>
                </a:cubicBezTo>
                <a:cubicBezTo>
                  <a:pt x="666" y="882"/>
                  <a:pt x="669" y="882"/>
                  <a:pt x="673" y="882"/>
                </a:cubicBezTo>
                <a:cubicBezTo>
                  <a:pt x="667" y="878"/>
                  <a:pt x="662" y="872"/>
                  <a:pt x="657" y="867"/>
                </a:cubicBezTo>
                <a:cubicBezTo>
                  <a:pt x="656" y="866"/>
                  <a:pt x="654" y="864"/>
                  <a:pt x="653" y="862"/>
                </a:cubicBezTo>
                <a:close/>
                <a:moveTo>
                  <a:pt x="626" y="750"/>
                </a:moveTo>
                <a:cubicBezTo>
                  <a:pt x="627" y="749"/>
                  <a:pt x="628" y="747"/>
                  <a:pt x="628" y="745"/>
                </a:cubicBezTo>
                <a:cubicBezTo>
                  <a:pt x="625" y="747"/>
                  <a:pt x="623" y="750"/>
                  <a:pt x="620" y="752"/>
                </a:cubicBezTo>
                <a:cubicBezTo>
                  <a:pt x="620" y="753"/>
                  <a:pt x="621" y="755"/>
                  <a:pt x="621" y="756"/>
                </a:cubicBezTo>
                <a:cubicBezTo>
                  <a:pt x="616" y="756"/>
                  <a:pt x="616" y="756"/>
                  <a:pt x="616" y="756"/>
                </a:cubicBezTo>
                <a:cubicBezTo>
                  <a:pt x="605" y="767"/>
                  <a:pt x="597" y="782"/>
                  <a:pt x="596" y="798"/>
                </a:cubicBezTo>
                <a:cubicBezTo>
                  <a:pt x="596" y="802"/>
                  <a:pt x="596" y="806"/>
                  <a:pt x="597" y="811"/>
                </a:cubicBezTo>
                <a:cubicBezTo>
                  <a:pt x="597" y="812"/>
                  <a:pt x="598" y="814"/>
                  <a:pt x="598" y="816"/>
                </a:cubicBezTo>
                <a:cubicBezTo>
                  <a:pt x="597" y="816"/>
                  <a:pt x="597" y="816"/>
                  <a:pt x="597" y="816"/>
                </a:cubicBezTo>
                <a:cubicBezTo>
                  <a:pt x="597" y="817"/>
                  <a:pt x="597" y="819"/>
                  <a:pt x="598" y="820"/>
                </a:cubicBezTo>
                <a:cubicBezTo>
                  <a:pt x="598" y="820"/>
                  <a:pt x="599" y="821"/>
                  <a:pt x="600" y="821"/>
                </a:cubicBezTo>
                <a:cubicBezTo>
                  <a:pt x="599" y="822"/>
                  <a:pt x="599" y="822"/>
                  <a:pt x="598" y="823"/>
                </a:cubicBezTo>
                <a:cubicBezTo>
                  <a:pt x="598" y="823"/>
                  <a:pt x="598" y="823"/>
                  <a:pt x="598" y="823"/>
                </a:cubicBezTo>
                <a:cubicBezTo>
                  <a:pt x="599" y="822"/>
                  <a:pt x="600" y="821"/>
                  <a:pt x="601" y="820"/>
                </a:cubicBezTo>
                <a:cubicBezTo>
                  <a:pt x="601" y="821"/>
                  <a:pt x="600" y="823"/>
                  <a:pt x="599" y="826"/>
                </a:cubicBezTo>
                <a:cubicBezTo>
                  <a:pt x="604" y="847"/>
                  <a:pt x="614" y="867"/>
                  <a:pt x="628" y="884"/>
                </a:cubicBezTo>
                <a:cubicBezTo>
                  <a:pt x="630" y="881"/>
                  <a:pt x="633" y="882"/>
                  <a:pt x="634" y="885"/>
                </a:cubicBezTo>
                <a:cubicBezTo>
                  <a:pt x="637" y="886"/>
                  <a:pt x="638" y="887"/>
                  <a:pt x="639" y="891"/>
                </a:cubicBezTo>
                <a:cubicBezTo>
                  <a:pt x="637" y="891"/>
                  <a:pt x="636" y="892"/>
                  <a:pt x="635" y="892"/>
                </a:cubicBezTo>
                <a:cubicBezTo>
                  <a:pt x="637" y="894"/>
                  <a:pt x="640" y="897"/>
                  <a:pt x="643" y="900"/>
                </a:cubicBezTo>
                <a:cubicBezTo>
                  <a:pt x="650" y="907"/>
                  <a:pt x="658" y="913"/>
                  <a:pt x="666" y="918"/>
                </a:cubicBezTo>
                <a:cubicBezTo>
                  <a:pt x="666" y="917"/>
                  <a:pt x="667" y="916"/>
                  <a:pt x="669" y="917"/>
                </a:cubicBezTo>
                <a:cubicBezTo>
                  <a:pt x="669" y="916"/>
                  <a:pt x="669" y="916"/>
                  <a:pt x="669" y="915"/>
                </a:cubicBezTo>
                <a:cubicBezTo>
                  <a:pt x="670" y="915"/>
                  <a:pt x="670" y="915"/>
                  <a:pt x="670" y="915"/>
                </a:cubicBezTo>
                <a:cubicBezTo>
                  <a:pt x="671" y="917"/>
                  <a:pt x="672" y="918"/>
                  <a:pt x="673" y="919"/>
                </a:cubicBezTo>
                <a:cubicBezTo>
                  <a:pt x="673" y="918"/>
                  <a:pt x="673" y="917"/>
                  <a:pt x="674" y="917"/>
                </a:cubicBezTo>
                <a:cubicBezTo>
                  <a:pt x="674" y="916"/>
                  <a:pt x="673" y="916"/>
                  <a:pt x="673" y="915"/>
                </a:cubicBezTo>
                <a:cubicBezTo>
                  <a:pt x="675" y="915"/>
                  <a:pt x="675" y="915"/>
                  <a:pt x="675" y="915"/>
                </a:cubicBezTo>
                <a:cubicBezTo>
                  <a:pt x="667" y="910"/>
                  <a:pt x="659" y="904"/>
                  <a:pt x="652" y="898"/>
                </a:cubicBezTo>
                <a:cubicBezTo>
                  <a:pt x="649" y="898"/>
                  <a:pt x="649" y="898"/>
                  <a:pt x="649" y="898"/>
                </a:cubicBezTo>
                <a:cubicBezTo>
                  <a:pt x="649" y="898"/>
                  <a:pt x="649" y="898"/>
                  <a:pt x="649" y="898"/>
                </a:cubicBezTo>
                <a:cubicBezTo>
                  <a:pt x="648" y="897"/>
                  <a:pt x="648" y="896"/>
                  <a:pt x="648" y="895"/>
                </a:cubicBezTo>
                <a:cubicBezTo>
                  <a:pt x="638" y="886"/>
                  <a:pt x="629" y="875"/>
                  <a:pt x="622" y="863"/>
                </a:cubicBezTo>
                <a:cubicBezTo>
                  <a:pt x="615" y="863"/>
                  <a:pt x="615" y="863"/>
                  <a:pt x="615" y="863"/>
                </a:cubicBezTo>
                <a:cubicBezTo>
                  <a:pt x="615" y="861"/>
                  <a:pt x="616" y="859"/>
                  <a:pt x="619" y="858"/>
                </a:cubicBezTo>
                <a:cubicBezTo>
                  <a:pt x="617" y="855"/>
                  <a:pt x="616" y="852"/>
                  <a:pt x="614" y="848"/>
                </a:cubicBezTo>
                <a:cubicBezTo>
                  <a:pt x="614" y="849"/>
                  <a:pt x="613" y="850"/>
                  <a:pt x="613" y="851"/>
                </a:cubicBezTo>
                <a:cubicBezTo>
                  <a:pt x="612" y="851"/>
                  <a:pt x="611" y="849"/>
                  <a:pt x="609" y="849"/>
                </a:cubicBezTo>
                <a:cubicBezTo>
                  <a:pt x="608" y="846"/>
                  <a:pt x="611" y="845"/>
                  <a:pt x="613" y="846"/>
                </a:cubicBezTo>
                <a:cubicBezTo>
                  <a:pt x="611" y="842"/>
                  <a:pt x="609" y="837"/>
                  <a:pt x="608" y="832"/>
                </a:cubicBezTo>
                <a:cubicBezTo>
                  <a:pt x="607" y="828"/>
                  <a:pt x="605" y="824"/>
                  <a:pt x="605" y="819"/>
                </a:cubicBezTo>
                <a:cubicBezTo>
                  <a:pt x="604" y="818"/>
                  <a:pt x="603" y="816"/>
                  <a:pt x="603" y="815"/>
                </a:cubicBezTo>
                <a:cubicBezTo>
                  <a:pt x="603" y="815"/>
                  <a:pt x="604" y="815"/>
                  <a:pt x="604" y="815"/>
                </a:cubicBezTo>
                <a:cubicBezTo>
                  <a:pt x="603" y="807"/>
                  <a:pt x="603" y="799"/>
                  <a:pt x="604" y="791"/>
                </a:cubicBezTo>
                <a:cubicBezTo>
                  <a:pt x="602" y="792"/>
                  <a:pt x="601" y="792"/>
                  <a:pt x="600" y="790"/>
                </a:cubicBezTo>
                <a:cubicBezTo>
                  <a:pt x="600" y="788"/>
                  <a:pt x="601" y="786"/>
                  <a:pt x="603" y="786"/>
                </a:cubicBezTo>
                <a:cubicBezTo>
                  <a:pt x="604" y="786"/>
                  <a:pt x="604" y="787"/>
                  <a:pt x="605" y="787"/>
                </a:cubicBezTo>
                <a:cubicBezTo>
                  <a:pt x="605" y="786"/>
                  <a:pt x="606" y="785"/>
                  <a:pt x="606" y="784"/>
                </a:cubicBezTo>
                <a:cubicBezTo>
                  <a:pt x="604" y="784"/>
                  <a:pt x="603" y="784"/>
                  <a:pt x="601" y="784"/>
                </a:cubicBezTo>
                <a:cubicBezTo>
                  <a:pt x="601" y="781"/>
                  <a:pt x="601" y="779"/>
                  <a:pt x="602" y="778"/>
                </a:cubicBezTo>
                <a:cubicBezTo>
                  <a:pt x="604" y="779"/>
                  <a:pt x="606" y="779"/>
                  <a:pt x="607" y="781"/>
                </a:cubicBezTo>
                <a:cubicBezTo>
                  <a:pt x="608" y="778"/>
                  <a:pt x="610" y="775"/>
                  <a:pt x="612" y="772"/>
                </a:cubicBezTo>
                <a:cubicBezTo>
                  <a:pt x="618" y="763"/>
                  <a:pt x="626" y="755"/>
                  <a:pt x="635" y="748"/>
                </a:cubicBezTo>
                <a:cubicBezTo>
                  <a:pt x="632" y="748"/>
                  <a:pt x="630" y="750"/>
                  <a:pt x="626" y="750"/>
                </a:cubicBezTo>
                <a:close/>
                <a:moveTo>
                  <a:pt x="755" y="1001"/>
                </a:moveTo>
                <a:cubicBezTo>
                  <a:pt x="757" y="1001"/>
                  <a:pt x="759" y="1001"/>
                  <a:pt x="761" y="1002"/>
                </a:cubicBezTo>
                <a:cubicBezTo>
                  <a:pt x="762" y="1002"/>
                  <a:pt x="763" y="1002"/>
                  <a:pt x="763" y="1001"/>
                </a:cubicBezTo>
                <a:cubicBezTo>
                  <a:pt x="760" y="1001"/>
                  <a:pt x="757" y="1000"/>
                  <a:pt x="754" y="999"/>
                </a:cubicBezTo>
                <a:cubicBezTo>
                  <a:pt x="754" y="1000"/>
                  <a:pt x="754" y="1000"/>
                  <a:pt x="755" y="1001"/>
                </a:cubicBezTo>
                <a:close/>
                <a:moveTo>
                  <a:pt x="908" y="956"/>
                </a:moveTo>
                <a:cubicBezTo>
                  <a:pt x="908" y="955"/>
                  <a:pt x="912" y="956"/>
                  <a:pt x="911" y="953"/>
                </a:cubicBezTo>
                <a:cubicBezTo>
                  <a:pt x="905" y="954"/>
                  <a:pt x="905" y="954"/>
                  <a:pt x="905" y="954"/>
                </a:cubicBezTo>
                <a:cubicBezTo>
                  <a:pt x="905" y="956"/>
                  <a:pt x="906" y="956"/>
                  <a:pt x="907" y="958"/>
                </a:cubicBezTo>
                <a:cubicBezTo>
                  <a:pt x="907" y="958"/>
                  <a:pt x="907" y="957"/>
                  <a:pt x="908" y="957"/>
                </a:cubicBezTo>
                <a:cubicBezTo>
                  <a:pt x="908" y="957"/>
                  <a:pt x="908" y="956"/>
                  <a:pt x="908" y="956"/>
                </a:cubicBezTo>
                <a:close/>
                <a:moveTo>
                  <a:pt x="747" y="998"/>
                </a:moveTo>
                <a:cubicBezTo>
                  <a:pt x="743" y="997"/>
                  <a:pt x="738" y="996"/>
                  <a:pt x="733" y="995"/>
                </a:cubicBezTo>
                <a:cubicBezTo>
                  <a:pt x="732" y="994"/>
                  <a:pt x="730" y="994"/>
                  <a:pt x="729" y="993"/>
                </a:cubicBezTo>
                <a:cubicBezTo>
                  <a:pt x="731" y="996"/>
                  <a:pt x="733" y="998"/>
                  <a:pt x="734" y="1002"/>
                </a:cubicBezTo>
                <a:cubicBezTo>
                  <a:pt x="745" y="1005"/>
                  <a:pt x="755" y="1007"/>
                  <a:pt x="766" y="1009"/>
                </a:cubicBezTo>
                <a:cubicBezTo>
                  <a:pt x="803" y="1014"/>
                  <a:pt x="839" y="1011"/>
                  <a:pt x="873" y="1003"/>
                </a:cubicBezTo>
                <a:cubicBezTo>
                  <a:pt x="869" y="1003"/>
                  <a:pt x="869" y="1003"/>
                  <a:pt x="869" y="1003"/>
                </a:cubicBezTo>
                <a:cubicBezTo>
                  <a:pt x="869" y="1003"/>
                  <a:pt x="869" y="1003"/>
                  <a:pt x="869" y="1003"/>
                </a:cubicBezTo>
                <a:cubicBezTo>
                  <a:pt x="867" y="1001"/>
                  <a:pt x="865" y="999"/>
                  <a:pt x="863" y="998"/>
                </a:cubicBezTo>
                <a:cubicBezTo>
                  <a:pt x="861" y="1000"/>
                  <a:pt x="861" y="1001"/>
                  <a:pt x="862" y="1003"/>
                </a:cubicBezTo>
                <a:cubicBezTo>
                  <a:pt x="841" y="1003"/>
                  <a:pt x="841" y="1003"/>
                  <a:pt x="841" y="1003"/>
                </a:cubicBezTo>
                <a:cubicBezTo>
                  <a:pt x="842" y="1003"/>
                  <a:pt x="842" y="1003"/>
                  <a:pt x="842" y="1003"/>
                </a:cubicBezTo>
                <a:cubicBezTo>
                  <a:pt x="841" y="1003"/>
                  <a:pt x="841" y="1003"/>
                  <a:pt x="841" y="1002"/>
                </a:cubicBezTo>
                <a:cubicBezTo>
                  <a:pt x="841" y="1003"/>
                  <a:pt x="840" y="1003"/>
                  <a:pt x="839" y="1003"/>
                </a:cubicBezTo>
                <a:cubicBezTo>
                  <a:pt x="839" y="1003"/>
                  <a:pt x="839" y="1003"/>
                  <a:pt x="839" y="1003"/>
                </a:cubicBezTo>
                <a:cubicBezTo>
                  <a:pt x="833" y="1003"/>
                  <a:pt x="833" y="1003"/>
                  <a:pt x="833" y="1003"/>
                </a:cubicBezTo>
                <a:cubicBezTo>
                  <a:pt x="833" y="1003"/>
                  <a:pt x="832" y="1003"/>
                  <a:pt x="832" y="1002"/>
                </a:cubicBezTo>
                <a:cubicBezTo>
                  <a:pt x="827" y="1003"/>
                  <a:pt x="823" y="1003"/>
                  <a:pt x="818" y="1004"/>
                </a:cubicBezTo>
                <a:cubicBezTo>
                  <a:pt x="818" y="1004"/>
                  <a:pt x="818" y="1004"/>
                  <a:pt x="818" y="1004"/>
                </a:cubicBezTo>
                <a:cubicBezTo>
                  <a:pt x="817" y="1004"/>
                  <a:pt x="817" y="1004"/>
                  <a:pt x="817" y="1004"/>
                </a:cubicBezTo>
                <a:cubicBezTo>
                  <a:pt x="808" y="1004"/>
                  <a:pt x="798" y="1004"/>
                  <a:pt x="788" y="1004"/>
                </a:cubicBezTo>
                <a:cubicBezTo>
                  <a:pt x="788" y="1004"/>
                  <a:pt x="788" y="1004"/>
                  <a:pt x="788" y="1004"/>
                </a:cubicBezTo>
                <a:cubicBezTo>
                  <a:pt x="780" y="1004"/>
                  <a:pt x="780" y="1004"/>
                  <a:pt x="780" y="1004"/>
                </a:cubicBezTo>
                <a:cubicBezTo>
                  <a:pt x="780" y="1004"/>
                  <a:pt x="779" y="1003"/>
                  <a:pt x="779" y="1003"/>
                </a:cubicBezTo>
                <a:cubicBezTo>
                  <a:pt x="778" y="1003"/>
                  <a:pt x="776" y="1003"/>
                  <a:pt x="774" y="1003"/>
                </a:cubicBezTo>
                <a:cubicBezTo>
                  <a:pt x="775" y="1003"/>
                  <a:pt x="776" y="1004"/>
                  <a:pt x="776" y="1004"/>
                </a:cubicBezTo>
                <a:cubicBezTo>
                  <a:pt x="768" y="1004"/>
                  <a:pt x="768" y="1004"/>
                  <a:pt x="768" y="1004"/>
                </a:cubicBezTo>
                <a:cubicBezTo>
                  <a:pt x="767" y="1004"/>
                  <a:pt x="767" y="1004"/>
                  <a:pt x="767" y="1003"/>
                </a:cubicBezTo>
                <a:cubicBezTo>
                  <a:pt x="766" y="1003"/>
                  <a:pt x="766" y="1003"/>
                  <a:pt x="766" y="1004"/>
                </a:cubicBezTo>
                <a:cubicBezTo>
                  <a:pt x="751" y="1004"/>
                  <a:pt x="751" y="1004"/>
                  <a:pt x="751" y="1004"/>
                </a:cubicBezTo>
                <a:cubicBezTo>
                  <a:pt x="750" y="1002"/>
                  <a:pt x="749" y="1000"/>
                  <a:pt x="747" y="998"/>
                </a:cubicBezTo>
                <a:close/>
                <a:moveTo>
                  <a:pt x="337" y="394"/>
                </a:moveTo>
                <a:cubicBezTo>
                  <a:pt x="337" y="394"/>
                  <a:pt x="337" y="394"/>
                  <a:pt x="338" y="394"/>
                </a:cubicBezTo>
                <a:cubicBezTo>
                  <a:pt x="337" y="394"/>
                  <a:pt x="337" y="394"/>
                  <a:pt x="337" y="394"/>
                </a:cubicBezTo>
                <a:cubicBezTo>
                  <a:pt x="337" y="394"/>
                  <a:pt x="337" y="394"/>
                  <a:pt x="337" y="394"/>
                </a:cubicBezTo>
                <a:close/>
                <a:moveTo>
                  <a:pt x="627" y="820"/>
                </a:moveTo>
                <a:cubicBezTo>
                  <a:pt x="627" y="822"/>
                  <a:pt x="627" y="824"/>
                  <a:pt x="627" y="825"/>
                </a:cubicBezTo>
                <a:cubicBezTo>
                  <a:pt x="628" y="832"/>
                  <a:pt x="631" y="839"/>
                  <a:pt x="633" y="845"/>
                </a:cubicBezTo>
                <a:cubicBezTo>
                  <a:pt x="636" y="845"/>
                  <a:pt x="639" y="846"/>
                  <a:pt x="639" y="851"/>
                </a:cubicBezTo>
                <a:cubicBezTo>
                  <a:pt x="638" y="852"/>
                  <a:pt x="638" y="852"/>
                  <a:pt x="637" y="852"/>
                </a:cubicBezTo>
                <a:cubicBezTo>
                  <a:pt x="637" y="852"/>
                  <a:pt x="637" y="853"/>
                  <a:pt x="637" y="853"/>
                </a:cubicBezTo>
                <a:cubicBezTo>
                  <a:pt x="642" y="853"/>
                  <a:pt x="644" y="856"/>
                  <a:pt x="643" y="859"/>
                </a:cubicBezTo>
                <a:cubicBezTo>
                  <a:pt x="644" y="857"/>
                  <a:pt x="646" y="856"/>
                  <a:pt x="648" y="856"/>
                </a:cubicBezTo>
                <a:cubicBezTo>
                  <a:pt x="642" y="847"/>
                  <a:pt x="637" y="837"/>
                  <a:pt x="635" y="827"/>
                </a:cubicBezTo>
                <a:cubicBezTo>
                  <a:pt x="634" y="827"/>
                  <a:pt x="634" y="827"/>
                  <a:pt x="634" y="827"/>
                </a:cubicBezTo>
                <a:cubicBezTo>
                  <a:pt x="634" y="827"/>
                  <a:pt x="633" y="827"/>
                  <a:pt x="633" y="827"/>
                </a:cubicBezTo>
                <a:cubicBezTo>
                  <a:pt x="634" y="827"/>
                  <a:pt x="634" y="827"/>
                  <a:pt x="635" y="826"/>
                </a:cubicBezTo>
                <a:cubicBezTo>
                  <a:pt x="634" y="825"/>
                  <a:pt x="634" y="825"/>
                  <a:pt x="634" y="824"/>
                </a:cubicBezTo>
                <a:cubicBezTo>
                  <a:pt x="633" y="824"/>
                  <a:pt x="632" y="824"/>
                  <a:pt x="630" y="823"/>
                </a:cubicBezTo>
                <a:cubicBezTo>
                  <a:pt x="630" y="822"/>
                  <a:pt x="630" y="821"/>
                  <a:pt x="630" y="820"/>
                </a:cubicBezTo>
                <a:cubicBezTo>
                  <a:pt x="629" y="820"/>
                  <a:pt x="628" y="820"/>
                  <a:pt x="627" y="820"/>
                </a:cubicBezTo>
                <a:close/>
                <a:moveTo>
                  <a:pt x="641" y="859"/>
                </a:moveTo>
                <a:cubicBezTo>
                  <a:pt x="642" y="860"/>
                  <a:pt x="642" y="860"/>
                  <a:pt x="642" y="861"/>
                </a:cubicBezTo>
                <a:cubicBezTo>
                  <a:pt x="642" y="860"/>
                  <a:pt x="643" y="860"/>
                  <a:pt x="643" y="859"/>
                </a:cubicBezTo>
                <a:cubicBezTo>
                  <a:pt x="642" y="859"/>
                  <a:pt x="642" y="859"/>
                  <a:pt x="641" y="859"/>
                </a:cubicBezTo>
                <a:close/>
                <a:moveTo>
                  <a:pt x="487" y="543"/>
                </a:moveTo>
                <a:cubicBezTo>
                  <a:pt x="479" y="543"/>
                  <a:pt x="479" y="543"/>
                  <a:pt x="479" y="543"/>
                </a:cubicBezTo>
                <a:cubicBezTo>
                  <a:pt x="478" y="543"/>
                  <a:pt x="478" y="542"/>
                  <a:pt x="477" y="542"/>
                </a:cubicBezTo>
                <a:cubicBezTo>
                  <a:pt x="477" y="542"/>
                  <a:pt x="477" y="543"/>
                  <a:pt x="477" y="543"/>
                </a:cubicBezTo>
                <a:cubicBezTo>
                  <a:pt x="469" y="543"/>
                  <a:pt x="469" y="543"/>
                  <a:pt x="469" y="543"/>
                </a:cubicBezTo>
                <a:cubicBezTo>
                  <a:pt x="457" y="548"/>
                  <a:pt x="446" y="554"/>
                  <a:pt x="435" y="561"/>
                </a:cubicBezTo>
                <a:cubicBezTo>
                  <a:pt x="437" y="561"/>
                  <a:pt x="437" y="561"/>
                  <a:pt x="437" y="561"/>
                </a:cubicBezTo>
                <a:cubicBezTo>
                  <a:pt x="439" y="562"/>
                  <a:pt x="441" y="562"/>
                  <a:pt x="445" y="562"/>
                </a:cubicBezTo>
                <a:cubicBezTo>
                  <a:pt x="444" y="562"/>
                  <a:pt x="445" y="563"/>
                  <a:pt x="445" y="563"/>
                </a:cubicBezTo>
                <a:cubicBezTo>
                  <a:pt x="458" y="555"/>
                  <a:pt x="472" y="549"/>
                  <a:pt x="487" y="543"/>
                </a:cubicBezTo>
                <a:close/>
                <a:moveTo>
                  <a:pt x="208" y="710"/>
                </a:moveTo>
                <a:cubicBezTo>
                  <a:pt x="206" y="710"/>
                  <a:pt x="204" y="711"/>
                  <a:pt x="201" y="710"/>
                </a:cubicBezTo>
                <a:cubicBezTo>
                  <a:pt x="201" y="710"/>
                  <a:pt x="200" y="710"/>
                  <a:pt x="200" y="710"/>
                </a:cubicBezTo>
                <a:cubicBezTo>
                  <a:pt x="199" y="713"/>
                  <a:pt x="198" y="717"/>
                  <a:pt x="197" y="720"/>
                </a:cubicBezTo>
                <a:cubicBezTo>
                  <a:pt x="197" y="721"/>
                  <a:pt x="198" y="721"/>
                  <a:pt x="198" y="721"/>
                </a:cubicBezTo>
                <a:cubicBezTo>
                  <a:pt x="198" y="720"/>
                  <a:pt x="198" y="718"/>
                  <a:pt x="198" y="717"/>
                </a:cubicBezTo>
                <a:cubicBezTo>
                  <a:pt x="201" y="717"/>
                  <a:pt x="203" y="717"/>
                  <a:pt x="205" y="717"/>
                </a:cubicBezTo>
                <a:cubicBezTo>
                  <a:pt x="206" y="714"/>
                  <a:pt x="207" y="712"/>
                  <a:pt x="208" y="710"/>
                </a:cubicBezTo>
                <a:close/>
                <a:moveTo>
                  <a:pt x="162" y="750"/>
                </a:moveTo>
                <a:cubicBezTo>
                  <a:pt x="162" y="751"/>
                  <a:pt x="161" y="752"/>
                  <a:pt x="161" y="753"/>
                </a:cubicBezTo>
                <a:cubicBezTo>
                  <a:pt x="162" y="752"/>
                  <a:pt x="162" y="751"/>
                  <a:pt x="162" y="750"/>
                </a:cubicBezTo>
                <a:close/>
                <a:moveTo>
                  <a:pt x="274" y="635"/>
                </a:moveTo>
                <a:cubicBezTo>
                  <a:pt x="279" y="628"/>
                  <a:pt x="283" y="622"/>
                  <a:pt x="288" y="616"/>
                </a:cubicBezTo>
                <a:cubicBezTo>
                  <a:pt x="288" y="616"/>
                  <a:pt x="288" y="615"/>
                  <a:pt x="287" y="615"/>
                </a:cubicBezTo>
                <a:cubicBezTo>
                  <a:pt x="288" y="615"/>
                  <a:pt x="289" y="614"/>
                  <a:pt x="289" y="614"/>
                </a:cubicBezTo>
                <a:cubicBezTo>
                  <a:pt x="290" y="613"/>
                  <a:pt x="291" y="612"/>
                  <a:pt x="292" y="611"/>
                </a:cubicBezTo>
                <a:cubicBezTo>
                  <a:pt x="288" y="611"/>
                  <a:pt x="286" y="610"/>
                  <a:pt x="285" y="609"/>
                </a:cubicBezTo>
                <a:cubicBezTo>
                  <a:pt x="284" y="609"/>
                  <a:pt x="284" y="610"/>
                  <a:pt x="283" y="611"/>
                </a:cubicBezTo>
                <a:cubicBezTo>
                  <a:pt x="284" y="611"/>
                  <a:pt x="284" y="611"/>
                  <a:pt x="284" y="611"/>
                </a:cubicBezTo>
                <a:cubicBezTo>
                  <a:pt x="283" y="613"/>
                  <a:pt x="284" y="614"/>
                  <a:pt x="285" y="616"/>
                </a:cubicBezTo>
                <a:cubicBezTo>
                  <a:pt x="279" y="616"/>
                  <a:pt x="279" y="616"/>
                  <a:pt x="279" y="616"/>
                </a:cubicBezTo>
                <a:cubicBezTo>
                  <a:pt x="275" y="622"/>
                  <a:pt x="271" y="628"/>
                  <a:pt x="267" y="634"/>
                </a:cubicBezTo>
                <a:cubicBezTo>
                  <a:pt x="272" y="634"/>
                  <a:pt x="272" y="634"/>
                  <a:pt x="272" y="634"/>
                </a:cubicBezTo>
                <a:cubicBezTo>
                  <a:pt x="273" y="634"/>
                  <a:pt x="274" y="634"/>
                  <a:pt x="274" y="635"/>
                </a:cubicBezTo>
                <a:close/>
                <a:moveTo>
                  <a:pt x="157" y="716"/>
                </a:moveTo>
                <a:cubicBezTo>
                  <a:pt x="153" y="725"/>
                  <a:pt x="149" y="733"/>
                  <a:pt x="145" y="742"/>
                </a:cubicBezTo>
                <a:cubicBezTo>
                  <a:pt x="147" y="742"/>
                  <a:pt x="147" y="742"/>
                  <a:pt x="147" y="742"/>
                </a:cubicBezTo>
                <a:cubicBezTo>
                  <a:pt x="147" y="744"/>
                  <a:pt x="147" y="747"/>
                  <a:pt x="146" y="748"/>
                </a:cubicBezTo>
                <a:cubicBezTo>
                  <a:pt x="146" y="746"/>
                  <a:pt x="144" y="747"/>
                  <a:pt x="142" y="748"/>
                </a:cubicBezTo>
                <a:cubicBezTo>
                  <a:pt x="141" y="749"/>
                  <a:pt x="141" y="749"/>
                  <a:pt x="141" y="749"/>
                </a:cubicBezTo>
                <a:cubicBezTo>
                  <a:pt x="141" y="750"/>
                  <a:pt x="141" y="750"/>
                  <a:pt x="141" y="750"/>
                </a:cubicBezTo>
                <a:cubicBezTo>
                  <a:pt x="142" y="750"/>
                  <a:pt x="143" y="751"/>
                  <a:pt x="143" y="753"/>
                </a:cubicBezTo>
                <a:cubicBezTo>
                  <a:pt x="141" y="754"/>
                  <a:pt x="140" y="754"/>
                  <a:pt x="139" y="754"/>
                </a:cubicBezTo>
                <a:cubicBezTo>
                  <a:pt x="135" y="762"/>
                  <a:pt x="131" y="771"/>
                  <a:pt x="127" y="780"/>
                </a:cubicBezTo>
                <a:cubicBezTo>
                  <a:pt x="127" y="780"/>
                  <a:pt x="128" y="780"/>
                  <a:pt x="128" y="780"/>
                </a:cubicBezTo>
                <a:cubicBezTo>
                  <a:pt x="128" y="782"/>
                  <a:pt x="129" y="783"/>
                  <a:pt x="129" y="784"/>
                </a:cubicBezTo>
                <a:cubicBezTo>
                  <a:pt x="130" y="782"/>
                  <a:pt x="130" y="780"/>
                  <a:pt x="129" y="777"/>
                </a:cubicBezTo>
                <a:cubicBezTo>
                  <a:pt x="134" y="777"/>
                  <a:pt x="134" y="777"/>
                  <a:pt x="134" y="777"/>
                </a:cubicBezTo>
                <a:cubicBezTo>
                  <a:pt x="134" y="777"/>
                  <a:pt x="134" y="778"/>
                  <a:pt x="134" y="778"/>
                </a:cubicBezTo>
                <a:cubicBezTo>
                  <a:pt x="140" y="766"/>
                  <a:pt x="146" y="755"/>
                  <a:pt x="151" y="743"/>
                </a:cubicBezTo>
                <a:cubicBezTo>
                  <a:pt x="151" y="743"/>
                  <a:pt x="151" y="743"/>
                  <a:pt x="151" y="743"/>
                </a:cubicBezTo>
                <a:cubicBezTo>
                  <a:pt x="151" y="743"/>
                  <a:pt x="151" y="742"/>
                  <a:pt x="151" y="742"/>
                </a:cubicBezTo>
                <a:cubicBezTo>
                  <a:pt x="152" y="742"/>
                  <a:pt x="152" y="742"/>
                  <a:pt x="152" y="742"/>
                </a:cubicBezTo>
                <a:cubicBezTo>
                  <a:pt x="155" y="736"/>
                  <a:pt x="158" y="730"/>
                  <a:pt x="161" y="724"/>
                </a:cubicBezTo>
                <a:cubicBezTo>
                  <a:pt x="160" y="724"/>
                  <a:pt x="160" y="724"/>
                  <a:pt x="160" y="724"/>
                </a:cubicBezTo>
                <a:cubicBezTo>
                  <a:pt x="160" y="721"/>
                  <a:pt x="159" y="719"/>
                  <a:pt x="157" y="716"/>
                </a:cubicBezTo>
                <a:close/>
                <a:moveTo>
                  <a:pt x="223" y="670"/>
                </a:moveTo>
                <a:cubicBezTo>
                  <a:pt x="223" y="671"/>
                  <a:pt x="223" y="672"/>
                  <a:pt x="223" y="673"/>
                </a:cubicBezTo>
                <a:cubicBezTo>
                  <a:pt x="232" y="654"/>
                  <a:pt x="242" y="635"/>
                  <a:pt x="254" y="616"/>
                </a:cubicBezTo>
                <a:cubicBezTo>
                  <a:pt x="250" y="616"/>
                  <a:pt x="250" y="616"/>
                  <a:pt x="250" y="616"/>
                </a:cubicBezTo>
                <a:cubicBezTo>
                  <a:pt x="249" y="615"/>
                  <a:pt x="249" y="613"/>
                  <a:pt x="249" y="611"/>
                </a:cubicBezTo>
                <a:cubicBezTo>
                  <a:pt x="245" y="617"/>
                  <a:pt x="242" y="623"/>
                  <a:pt x="238" y="629"/>
                </a:cubicBezTo>
                <a:cubicBezTo>
                  <a:pt x="230" y="642"/>
                  <a:pt x="223" y="656"/>
                  <a:pt x="217" y="670"/>
                </a:cubicBezTo>
                <a:lnTo>
                  <a:pt x="223" y="670"/>
                </a:lnTo>
                <a:close/>
                <a:moveTo>
                  <a:pt x="601" y="490"/>
                </a:moveTo>
                <a:cubicBezTo>
                  <a:pt x="599" y="491"/>
                  <a:pt x="598" y="491"/>
                  <a:pt x="596" y="491"/>
                </a:cubicBezTo>
                <a:cubicBezTo>
                  <a:pt x="598" y="493"/>
                  <a:pt x="599" y="495"/>
                  <a:pt x="600" y="497"/>
                </a:cubicBezTo>
                <a:cubicBezTo>
                  <a:pt x="602" y="497"/>
                  <a:pt x="605" y="497"/>
                  <a:pt x="607" y="497"/>
                </a:cubicBezTo>
                <a:cubicBezTo>
                  <a:pt x="607" y="497"/>
                  <a:pt x="607" y="497"/>
                  <a:pt x="608" y="497"/>
                </a:cubicBezTo>
                <a:cubicBezTo>
                  <a:pt x="610" y="497"/>
                  <a:pt x="611" y="497"/>
                  <a:pt x="612" y="497"/>
                </a:cubicBezTo>
                <a:cubicBezTo>
                  <a:pt x="613" y="497"/>
                  <a:pt x="614" y="497"/>
                  <a:pt x="615" y="498"/>
                </a:cubicBezTo>
                <a:cubicBezTo>
                  <a:pt x="615" y="497"/>
                  <a:pt x="615" y="496"/>
                  <a:pt x="615" y="495"/>
                </a:cubicBezTo>
                <a:cubicBezTo>
                  <a:pt x="616" y="495"/>
                  <a:pt x="617" y="494"/>
                  <a:pt x="618" y="494"/>
                </a:cubicBezTo>
                <a:cubicBezTo>
                  <a:pt x="619" y="495"/>
                  <a:pt x="621" y="496"/>
                  <a:pt x="622" y="498"/>
                </a:cubicBezTo>
                <a:cubicBezTo>
                  <a:pt x="623" y="498"/>
                  <a:pt x="624" y="498"/>
                  <a:pt x="625" y="498"/>
                </a:cubicBezTo>
                <a:cubicBezTo>
                  <a:pt x="623" y="495"/>
                  <a:pt x="622" y="492"/>
                  <a:pt x="620" y="490"/>
                </a:cubicBezTo>
                <a:cubicBezTo>
                  <a:pt x="619" y="490"/>
                  <a:pt x="618" y="490"/>
                  <a:pt x="617" y="490"/>
                </a:cubicBezTo>
                <a:cubicBezTo>
                  <a:pt x="617" y="492"/>
                  <a:pt x="617" y="493"/>
                  <a:pt x="616" y="494"/>
                </a:cubicBezTo>
                <a:cubicBezTo>
                  <a:pt x="614" y="494"/>
                  <a:pt x="612" y="494"/>
                  <a:pt x="610" y="494"/>
                </a:cubicBezTo>
                <a:cubicBezTo>
                  <a:pt x="609" y="493"/>
                  <a:pt x="609" y="491"/>
                  <a:pt x="609" y="490"/>
                </a:cubicBezTo>
                <a:cubicBezTo>
                  <a:pt x="606" y="490"/>
                  <a:pt x="603" y="490"/>
                  <a:pt x="601" y="490"/>
                </a:cubicBezTo>
                <a:close/>
                <a:moveTo>
                  <a:pt x="780" y="500"/>
                </a:moveTo>
                <a:cubicBezTo>
                  <a:pt x="772" y="497"/>
                  <a:pt x="763" y="494"/>
                  <a:pt x="755" y="492"/>
                </a:cubicBezTo>
                <a:cubicBezTo>
                  <a:pt x="710" y="481"/>
                  <a:pt x="663" y="472"/>
                  <a:pt x="617" y="468"/>
                </a:cubicBezTo>
                <a:cubicBezTo>
                  <a:pt x="619" y="469"/>
                  <a:pt x="620" y="471"/>
                  <a:pt x="623" y="470"/>
                </a:cubicBezTo>
                <a:cubicBezTo>
                  <a:pt x="623" y="470"/>
                  <a:pt x="623" y="470"/>
                  <a:pt x="623" y="470"/>
                </a:cubicBezTo>
                <a:cubicBezTo>
                  <a:pt x="602" y="471"/>
                  <a:pt x="602" y="471"/>
                  <a:pt x="602" y="471"/>
                </a:cubicBezTo>
                <a:cubicBezTo>
                  <a:pt x="601" y="470"/>
                  <a:pt x="600" y="468"/>
                  <a:pt x="599" y="467"/>
                </a:cubicBezTo>
                <a:cubicBezTo>
                  <a:pt x="596" y="467"/>
                  <a:pt x="594" y="467"/>
                  <a:pt x="591" y="467"/>
                </a:cubicBezTo>
                <a:cubicBezTo>
                  <a:pt x="591" y="469"/>
                  <a:pt x="591" y="470"/>
                  <a:pt x="592" y="471"/>
                </a:cubicBezTo>
                <a:cubicBezTo>
                  <a:pt x="563" y="471"/>
                  <a:pt x="563" y="471"/>
                  <a:pt x="563" y="471"/>
                </a:cubicBezTo>
                <a:cubicBezTo>
                  <a:pt x="563" y="470"/>
                  <a:pt x="563" y="469"/>
                  <a:pt x="563" y="468"/>
                </a:cubicBezTo>
                <a:cubicBezTo>
                  <a:pt x="566" y="466"/>
                  <a:pt x="567" y="469"/>
                  <a:pt x="568" y="467"/>
                </a:cubicBezTo>
                <a:cubicBezTo>
                  <a:pt x="563" y="467"/>
                  <a:pt x="557" y="467"/>
                  <a:pt x="552" y="467"/>
                </a:cubicBezTo>
                <a:cubicBezTo>
                  <a:pt x="551" y="469"/>
                  <a:pt x="550" y="470"/>
                  <a:pt x="549" y="471"/>
                </a:cubicBezTo>
                <a:cubicBezTo>
                  <a:pt x="540" y="471"/>
                  <a:pt x="540" y="471"/>
                  <a:pt x="540" y="471"/>
                </a:cubicBezTo>
                <a:cubicBezTo>
                  <a:pt x="541" y="470"/>
                  <a:pt x="541" y="470"/>
                  <a:pt x="541" y="469"/>
                </a:cubicBezTo>
                <a:cubicBezTo>
                  <a:pt x="542" y="469"/>
                  <a:pt x="542" y="469"/>
                  <a:pt x="542" y="469"/>
                </a:cubicBezTo>
                <a:cubicBezTo>
                  <a:pt x="542" y="469"/>
                  <a:pt x="542" y="468"/>
                  <a:pt x="542" y="468"/>
                </a:cubicBezTo>
                <a:cubicBezTo>
                  <a:pt x="542" y="468"/>
                  <a:pt x="542" y="468"/>
                  <a:pt x="541" y="468"/>
                </a:cubicBezTo>
                <a:cubicBezTo>
                  <a:pt x="540" y="469"/>
                  <a:pt x="537" y="468"/>
                  <a:pt x="535" y="469"/>
                </a:cubicBezTo>
                <a:cubicBezTo>
                  <a:pt x="535" y="469"/>
                  <a:pt x="535" y="469"/>
                  <a:pt x="535" y="469"/>
                </a:cubicBezTo>
                <a:cubicBezTo>
                  <a:pt x="534" y="469"/>
                  <a:pt x="533" y="469"/>
                  <a:pt x="533" y="469"/>
                </a:cubicBezTo>
                <a:cubicBezTo>
                  <a:pt x="533" y="470"/>
                  <a:pt x="534" y="470"/>
                  <a:pt x="534" y="471"/>
                </a:cubicBezTo>
                <a:cubicBezTo>
                  <a:pt x="525" y="471"/>
                  <a:pt x="525" y="471"/>
                  <a:pt x="525" y="471"/>
                </a:cubicBezTo>
                <a:cubicBezTo>
                  <a:pt x="525" y="471"/>
                  <a:pt x="525" y="470"/>
                  <a:pt x="525" y="470"/>
                </a:cubicBezTo>
                <a:cubicBezTo>
                  <a:pt x="523" y="470"/>
                  <a:pt x="522" y="470"/>
                  <a:pt x="521" y="470"/>
                </a:cubicBezTo>
                <a:cubicBezTo>
                  <a:pt x="518" y="472"/>
                  <a:pt x="515" y="472"/>
                  <a:pt x="512" y="471"/>
                </a:cubicBezTo>
                <a:cubicBezTo>
                  <a:pt x="511" y="471"/>
                  <a:pt x="510" y="472"/>
                  <a:pt x="509" y="472"/>
                </a:cubicBezTo>
                <a:cubicBezTo>
                  <a:pt x="486" y="475"/>
                  <a:pt x="463" y="481"/>
                  <a:pt x="442" y="489"/>
                </a:cubicBezTo>
                <a:cubicBezTo>
                  <a:pt x="453" y="489"/>
                  <a:pt x="453" y="489"/>
                  <a:pt x="453" y="489"/>
                </a:cubicBezTo>
                <a:cubicBezTo>
                  <a:pt x="453" y="491"/>
                  <a:pt x="452" y="492"/>
                  <a:pt x="454" y="492"/>
                </a:cubicBezTo>
                <a:cubicBezTo>
                  <a:pt x="455" y="490"/>
                  <a:pt x="457" y="490"/>
                  <a:pt x="459" y="491"/>
                </a:cubicBezTo>
                <a:cubicBezTo>
                  <a:pt x="479" y="484"/>
                  <a:pt x="499" y="480"/>
                  <a:pt x="520" y="477"/>
                </a:cubicBezTo>
                <a:cubicBezTo>
                  <a:pt x="581" y="469"/>
                  <a:pt x="644" y="475"/>
                  <a:pt x="705" y="487"/>
                </a:cubicBezTo>
                <a:cubicBezTo>
                  <a:pt x="705" y="487"/>
                  <a:pt x="705" y="487"/>
                  <a:pt x="705" y="487"/>
                </a:cubicBezTo>
                <a:cubicBezTo>
                  <a:pt x="716" y="487"/>
                  <a:pt x="716" y="487"/>
                  <a:pt x="716" y="487"/>
                </a:cubicBezTo>
                <a:cubicBezTo>
                  <a:pt x="716" y="488"/>
                  <a:pt x="717" y="489"/>
                  <a:pt x="717" y="490"/>
                </a:cubicBezTo>
                <a:cubicBezTo>
                  <a:pt x="718" y="490"/>
                  <a:pt x="718" y="490"/>
                  <a:pt x="719" y="490"/>
                </a:cubicBezTo>
                <a:cubicBezTo>
                  <a:pt x="718" y="490"/>
                  <a:pt x="718" y="488"/>
                  <a:pt x="718" y="487"/>
                </a:cubicBezTo>
                <a:cubicBezTo>
                  <a:pt x="726" y="487"/>
                  <a:pt x="726" y="487"/>
                  <a:pt x="726" y="487"/>
                </a:cubicBezTo>
                <a:cubicBezTo>
                  <a:pt x="726" y="489"/>
                  <a:pt x="725" y="491"/>
                  <a:pt x="724" y="491"/>
                </a:cubicBezTo>
                <a:cubicBezTo>
                  <a:pt x="741" y="495"/>
                  <a:pt x="758" y="500"/>
                  <a:pt x="774" y="504"/>
                </a:cubicBezTo>
                <a:cubicBezTo>
                  <a:pt x="794" y="510"/>
                  <a:pt x="813" y="517"/>
                  <a:pt x="831" y="524"/>
                </a:cubicBezTo>
                <a:cubicBezTo>
                  <a:pt x="831" y="523"/>
                  <a:pt x="831" y="523"/>
                  <a:pt x="831" y="523"/>
                </a:cubicBezTo>
                <a:cubicBezTo>
                  <a:pt x="833" y="522"/>
                  <a:pt x="837" y="522"/>
                  <a:pt x="839" y="523"/>
                </a:cubicBezTo>
                <a:cubicBezTo>
                  <a:pt x="839" y="522"/>
                  <a:pt x="839" y="522"/>
                  <a:pt x="839" y="522"/>
                </a:cubicBezTo>
                <a:cubicBezTo>
                  <a:pt x="842" y="522"/>
                  <a:pt x="842" y="522"/>
                  <a:pt x="842" y="522"/>
                </a:cubicBezTo>
                <a:cubicBezTo>
                  <a:pt x="824" y="514"/>
                  <a:pt x="805" y="507"/>
                  <a:pt x="786" y="501"/>
                </a:cubicBezTo>
                <a:cubicBezTo>
                  <a:pt x="785" y="503"/>
                  <a:pt x="780" y="502"/>
                  <a:pt x="780" y="500"/>
                </a:cubicBezTo>
                <a:close/>
                <a:moveTo>
                  <a:pt x="325" y="565"/>
                </a:moveTo>
                <a:cubicBezTo>
                  <a:pt x="326" y="566"/>
                  <a:pt x="328" y="567"/>
                  <a:pt x="330" y="568"/>
                </a:cubicBezTo>
                <a:cubicBezTo>
                  <a:pt x="332" y="567"/>
                  <a:pt x="333" y="566"/>
                  <a:pt x="334" y="564"/>
                </a:cubicBezTo>
                <a:cubicBezTo>
                  <a:pt x="332" y="565"/>
                  <a:pt x="331" y="567"/>
                  <a:pt x="328" y="566"/>
                </a:cubicBezTo>
                <a:cubicBezTo>
                  <a:pt x="328" y="563"/>
                  <a:pt x="331" y="564"/>
                  <a:pt x="333" y="564"/>
                </a:cubicBezTo>
                <a:cubicBezTo>
                  <a:pt x="334" y="563"/>
                  <a:pt x="333" y="562"/>
                  <a:pt x="332" y="562"/>
                </a:cubicBezTo>
                <a:cubicBezTo>
                  <a:pt x="337" y="562"/>
                  <a:pt x="337" y="562"/>
                  <a:pt x="337" y="562"/>
                </a:cubicBezTo>
                <a:cubicBezTo>
                  <a:pt x="345" y="554"/>
                  <a:pt x="354" y="547"/>
                  <a:pt x="363" y="541"/>
                </a:cubicBezTo>
                <a:cubicBezTo>
                  <a:pt x="361" y="541"/>
                  <a:pt x="360" y="540"/>
                  <a:pt x="358" y="539"/>
                </a:cubicBezTo>
                <a:cubicBezTo>
                  <a:pt x="359" y="538"/>
                  <a:pt x="359" y="537"/>
                  <a:pt x="360" y="535"/>
                </a:cubicBezTo>
                <a:cubicBezTo>
                  <a:pt x="347" y="544"/>
                  <a:pt x="336" y="554"/>
                  <a:pt x="325" y="565"/>
                </a:cubicBezTo>
                <a:close/>
                <a:moveTo>
                  <a:pt x="318" y="422"/>
                </a:moveTo>
                <a:cubicBezTo>
                  <a:pt x="321" y="422"/>
                  <a:pt x="321" y="424"/>
                  <a:pt x="324" y="424"/>
                </a:cubicBezTo>
                <a:cubicBezTo>
                  <a:pt x="324" y="425"/>
                  <a:pt x="324" y="425"/>
                  <a:pt x="324" y="426"/>
                </a:cubicBezTo>
                <a:cubicBezTo>
                  <a:pt x="327" y="424"/>
                  <a:pt x="330" y="423"/>
                  <a:pt x="334" y="421"/>
                </a:cubicBezTo>
                <a:cubicBezTo>
                  <a:pt x="333" y="420"/>
                  <a:pt x="334" y="420"/>
                  <a:pt x="334" y="419"/>
                </a:cubicBezTo>
                <a:cubicBezTo>
                  <a:pt x="339" y="419"/>
                  <a:pt x="339" y="419"/>
                  <a:pt x="339" y="419"/>
                </a:cubicBezTo>
                <a:cubicBezTo>
                  <a:pt x="360" y="410"/>
                  <a:pt x="383" y="404"/>
                  <a:pt x="406" y="400"/>
                </a:cubicBezTo>
                <a:cubicBezTo>
                  <a:pt x="408" y="397"/>
                  <a:pt x="407" y="395"/>
                  <a:pt x="411" y="393"/>
                </a:cubicBezTo>
                <a:cubicBezTo>
                  <a:pt x="406" y="394"/>
                  <a:pt x="401" y="395"/>
                  <a:pt x="396" y="396"/>
                </a:cubicBezTo>
                <a:cubicBezTo>
                  <a:pt x="398" y="397"/>
                  <a:pt x="398" y="402"/>
                  <a:pt x="395" y="401"/>
                </a:cubicBezTo>
                <a:cubicBezTo>
                  <a:pt x="394" y="400"/>
                  <a:pt x="394" y="398"/>
                  <a:pt x="394" y="396"/>
                </a:cubicBezTo>
                <a:cubicBezTo>
                  <a:pt x="394" y="396"/>
                  <a:pt x="393" y="396"/>
                  <a:pt x="393" y="397"/>
                </a:cubicBezTo>
                <a:cubicBezTo>
                  <a:pt x="393" y="398"/>
                  <a:pt x="393" y="400"/>
                  <a:pt x="393" y="401"/>
                </a:cubicBezTo>
                <a:cubicBezTo>
                  <a:pt x="384" y="401"/>
                  <a:pt x="384" y="401"/>
                  <a:pt x="384" y="401"/>
                </a:cubicBezTo>
                <a:cubicBezTo>
                  <a:pt x="384" y="401"/>
                  <a:pt x="384" y="400"/>
                  <a:pt x="384" y="399"/>
                </a:cubicBezTo>
                <a:cubicBezTo>
                  <a:pt x="382" y="399"/>
                  <a:pt x="380" y="400"/>
                  <a:pt x="378" y="400"/>
                </a:cubicBezTo>
                <a:cubicBezTo>
                  <a:pt x="379" y="400"/>
                  <a:pt x="380" y="401"/>
                  <a:pt x="381" y="401"/>
                </a:cubicBezTo>
                <a:cubicBezTo>
                  <a:pt x="374" y="401"/>
                  <a:pt x="374" y="401"/>
                  <a:pt x="374" y="401"/>
                </a:cubicBezTo>
                <a:cubicBezTo>
                  <a:pt x="355" y="407"/>
                  <a:pt x="336" y="414"/>
                  <a:pt x="318" y="422"/>
                </a:cubicBezTo>
                <a:close/>
                <a:moveTo>
                  <a:pt x="158" y="456"/>
                </a:moveTo>
                <a:cubicBezTo>
                  <a:pt x="158" y="456"/>
                  <a:pt x="158" y="457"/>
                  <a:pt x="158" y="457"/>
                </a:cubicBezTo>
                <a:cubicBezTo>
                  <a:pt x="165" y="450"/>
                  <a:pt x="171" y="444"/>
                  <a:pt x="178" y="438"/>
                </a:cubicBezTo>
                <a:cubicBezTo>
                  <a:pt x="177" y="438"/>
                  <a:pt x="177" y="437"/>
                  <a:pt x="177" y="435"/>
                </a:cubicBezTo>
                <a:cubicBezTo>
                  <a:pt x="178" y="435"/>
                  <a:pt x="180" y="435"/>
                  <a:pt x="182" y="435"/>
                </a:cubicBezTo>
                <a:cubicBezTo>
                  <a:pt x="183" y="434"/>
                  <a:pt x="184" y="434"/>
                  <a:pt x="184" y="433"/>
                </a:cubicBezTo>
                <a:cubicBezTo>
                  <a:pt x="179" y="433"/>
                  <a:pt x="177" y="435"/>
                  <a:pt x="173" y="436"/>
                </a:cubicBezTo>
                <a:cubicBezTo>
                  <a:pt x="172" y="436"/>
                  <a:pt x="172" y="436"/>
                  <a:pt x="172" y="435"/>
                </a:cubicBezTo>
                <a:cubicBezTo>
                  <a:pt x="171" y="435"/>
                  <a:pt x="171" y="436"/>
                  <a:pt x="170" y="436"/>
                </a:cubicBezTo>
                <a:cubicBezTo>
                  <a:pt x="170" y="437"/>
                  <a:pt x="170" y="438"/>
                  <a:pt x="170" y="439"/>
                </a:cubicBezTo>
                <a:cubicBezTo>
                  <a:pt x="167" y="439"/>
                  <a:pt x="167" y="439"/>
                  <a:pt x="167" y="439"/>
                </a:cubicBezTo>
                <a:cubicBezTo>
                  <a:pt x="161" y="444"/>
                  <a:pt x="155" y="450"/>
                  <a:pt x="149" y="456"/>
                </a:cubicBezTo>
                <a:lnTo>
                  <a:pt x="158" y="456"/>
                </a:lnTo>
                <a:close/>
                <a:moveTo>
                  <a:pt x="134" y="427"/>
                </a:moveTo>
                <a:cubicBezTo>
                  <a:pt x="133" y="427"/>
                  <a:pt x="132" y="428"/>
                  <a:pt x="132" y="429"/>
                </a:cubicBezTo>
                <a:cubicBezTo>
                  <a:pt x="133" y="430"/>
                  <a:pt x="133" y="431"/>
                  <a:pt x="132" y="434"/>
                </a:cubicBezTo>
                <a:cubicBezTo>
                  <a:pt x="134" y="432"/>
                  <a:pt x="135" y="429"/>
                  <a:pt x="134" y="427"/>
                </a:cubicBezTo>
                <a:close/>
                <a:moveTo>
                  <a:pt x="177" y="430"/>
                </a:moveTo>
                <a:cubicBezTo>
                  <a:pt x="177" y="430"/>
                  <a:pt x="177" y="430"/>
                  <a:pt x="176" y="431"/>
                </a:cubicBezTo>
                <a:cubicBezTo>
                  <a:pt x="177" y="431"/>
                  <a:pt x="177" y="431"/>
                  <a:pt x="177" y="430"/>
                </a:cubicBezTo>
                <a:close/>
                <a:moveTo>
                  <a:pt x="99" y="469"/>
                </a:moveTo>
                <a:cubicBezTo>
                  <a:pt x="100" y="468"/>
                  <a:pt x="101" y="468"/>
                  <a:pt x="101" y="467"/>
                </a:cubicBezTo>
                <a:cubicBezTo>
                  <a:pt x="102" y="465"/>
                  <a:pt x="99" y="465"/>
                  <a:pt x="99" y="464"/>
                </a:cubicBezTo>
                <a:cubicBezTo>
                  <a:pt x="102" y="464"/>
                  <a:pt x="104" y="464"/>
                  <a:pt x="105" y="463"/>
                </a:cubicBezTo>
                <a:cubicBezTo>
                  <a:pt x="106" y="463"/>
                  <a:pt x="106" y="462"/>
                  <a:pt x="107" y="461"/>
                </a:cubicBezTo>
                <a:cubicBezTo>
                  <a:pt x="106" y="461"/>
                  <a:pt x="105" y="459"/>
                  <a:pt x="106" y="458"/>
                </a:cubicBezTo>
                <a:cubicBezTo>
                  <a:pt x="107" y="458"/>
                  <a:pt x="108" y="457"/>
                  <a:pt x="109" y="457"/>
                </a:cubicBezTo>
                <a:cubicBezTo>
                  <a:pt x="110" y="457"/>
                  <a:pt x="110" y="458"/>
                  <a:pt x="110" y="458"/>
                </a:cubicBezTo>
                <a:cubicBezTo>
                  <a:pt x="117" y="452"/>
                  <a:pt x="124" y="445"/>
                  <a:pt x="130" y="439"/>
                </a:cubicBezTo>
                <a:cubicBezTo>
                  <a:pt x="120" y="439"/>
                  <a:pt x="120" y="439"/>
                  <a:pt x="120" y="439"/>
                </a:cubicBezTo>
                <a:cubicBezTo>
                  <a:pt x="112" y="446"/>
                  <a:pt x="105" y="454"/>
                  <a:pt x="97" y="461"/>
                </a:cubicBezTo>
                <a:cubicBezTo>
                  <a:pt x="98" y="462"/>
                  <a:pt x="98" y="462"/>
                  <a:pt x="98" y="462"/>
                </a:cubicBezTo>
                <a:cubicBezTo>
                  <a:pt x="94" y="464"/>
                  <a:pt x="100" y="466"/>
                  <a:pt x="99" y="469"/>
                </a:cubicBezTo>
                <a:close/>
                <a:moveTo>
                  <a:pt x="81" y="901"/>
                </a:moveTo>
                <a:cubicBezTo>
                  <a:pt x="82" y="899"/>
                  <a:pt x="83" y="897"/>
                  <a:pt x="84" y="895"/>
                </a:cubicBezTo>
                <a:cubicBezTo>
                  <a:pt x="84" y="894"/>
                  <a:pt x="84" y="894"/>
                  <a:pt x="85" y="893"/>
                </a:cubicBezTo>
                <a:cubicBezTo>
                  <a:pt x="85" y="892"/>
                  <a:pt x="86" y="891"/>
                  <a:pt x="86" y="890"/>
                </a:cubicBezTo>
                <a:cubicBezTo>
                  <a:pt x="84" y="889"/>
                  <a:pt x="83" y="891"/>
                  <a:pt x="81" y="890"/>
                </a:cubicBezTo>
                <a:cubicBezTo>
                  <a:pt x="82" y="889"/>
                  <a:pt x="82" y="887"/>
                  <a:pt x="82" y="885"/>
                </a:cubicBezTo>
                <a:cubicBezTo>
                  <a:pt x="88" y="885"/>
                  <a:pt x="88" y="885"/>
                  <a:pt x="88" y="885"/>
                </a:cubicBezTo>
                <a:cubicBezTo>
                  <a:pt x="90" y="879"/>
                  <a:pt x="93" y="873"/>
                  <a:pt x="95" y="867"/>
                </a:cubicBezTo>
                <a:cubicBezTo>
                  <a:pt x="95" y="867"/>
                  <a:pt x="95" y="867"/>
                  <a:pt x="94" y="867"/>
                </a:cubicBezTo>
                <a:cubicBezTo>
                  <a:pt x="90" y="867"/>
                  <a:pt x="90" y="867"/>
                  <a:pt x="90" y="867"/>
                </a:cubicBezTo>
                <a:cubicBezTo>
                  <a:pt x="90" y="862"/>
                  <a:pt x="90" y="859"/>
                  <a:pt x="96" y="856"/>
                </a:cubicBezTo>
                <a:cubicBezTo>
                  <a:pt x="97" y="856"/>
                  <a:pt x="99" y="856"/>
                  <a:pt x="100" y="856"/>
                </a:cubicBezTo>
                <a:cubicBezTo>
                  <a:pt x="100" y="856"/>
                  <a:pt x="100" y="855"/>
                  <a:pt x="100" y="855"/>
                </a:cubicBezTo>
                <a:cubicBezTo>
                  <a:pt x="99" y="855"/>
                  <a:pt x="97" y="855"/>
                  <a:pt x="96" y="855"/>
                </a:cubicBezTo>
                <a:cubicBezTo>
                  <a:pt x="95" y="854"/>
                  <a:pt x="95" y="853"/>
                  <a:pt x="94" y="852"/>
                </a:cubicBezTo>
                <a:cubicBezTo>
                  <a:pt x="88" y="866"/>
                  <a:pt x="83" y="880"/>
                  <a:pt x="77" y="894"/>
                </a:cubicBezTo>
                <a:cubicBezTo>
                  <a:pt x="77" y="894"/>
                  <a:pt x="77" y="894"/>
                  <a:pt x="78" y="894"/>
                </a:cubicBezTo>
                <a:cubicBezTo>
                  <a:pt x="78" y="895"/>
                  <a:pt x="77" y="896"/>
                  <a:pt x="76" y="896"/>
                </a:cubicBezTo>
                <a:cubicBezTo>
                  <a:pt x="76" y="897"/>
                  <a:pt x="75" y="898"/>
                  <a:pt x="75" y="899"/>
                </a:cubicBezTo>
                <a:cubicBezTo>
                  <a:pt x="74" y="903"/>
                  <a:pt x="80" y="905"/>
                  <a:pt x="81" y="901"/>
                </a:cubicBezTo>
                <a:close/>
                <a:moveTo>
                  <a:pt x="69" y="502"/>
                </a:moveTo>
                <a:cubicBezTo>
                  <a:pt x="70" y="502"/>
                  <a:pt x="70" y="501"/>
                  <a:pt x="71" y="500"/>
                </a:cubicBezTo>
                <a:cubicBezTo>
                  <a:pt x="70" y="499"/>
                  <a:pt x="67" y="500"/>
                  <a:pt x="67" y="498"/>
                </a:cubicBezTo>
                <a:cubicBezTo>
                  <a:pt x="69" y="495"/>
                  <a:pt x="72" y="496"/>
                  <a:pt x="73" y="498"/>
                </a:cubicBezTo>
                <a:cubicBezTo>
                  <a:pt x="74" y="497"/>
                  <a:pt x="75" y="496"/>
                  <a:pt x="76" y="494"/>
                </a:cubicBezTo>
                <a:cubicBezTo>
                  <a:pt x="75" y="495"/>
                  <a:pt x="73" y="495"/>
                  <a:pt x="73" y="494"/>
                </a:cubicBezTo>
                <a:cubicBezTo>
                  <a:pt x="73" y="493"/>
                  <a:pt x="73" y="493"/>
                  <a:pt x="73" y="493"/>
                </a:cubicBezTo>
                <a:cubicBezTo>
                  <a:pt x="77" y="493"/>
                  <a:pt x="77" y="493"/>
                  <a:pt x="77" y="493"/>
                </a:cubicBezTo>
                <a:cubicBezTo>
                  <a:pt x="83" y="486"/>
                  <a:pt x="88" y="481"/>
                  <a:pt x="94" y="475"/>
                </a:cubicBezTo>
                <a:cubicBezTo>
                  <a:pt x="94" y="473"/>
                  <a:pt x="94" y="472"/>
                  <a:pt x="94" y="471"/>
                </a:cubicBezTo>
                <a:cubicBezTo>
                  <a:pt x="91" y="470"/>
                  <a:pt x="93" y="475"/>
                  <a:pt x="91" y="475"/>
                </a:cubicBezTo>
                <a:cubicBezTo>
                  <a:pt x="90" y="475"/>
                  <a:pt x="90" y="475"/>
                  <a:pt x="90" y="475"/>
                </a:cubicBezTo>
                <a:cubicBezTo>
                  <a:pt x="88" y="473"/>
                  <a:pt x="91" y="471"/>
                  <a:pt x="91" y="468"/>
                </a:cubicBezTo>
                <a:cubicBezTo>
                  <a:pt x="90" y="469"/>
                  <a:pt x="89" y="470"/>
                  <a:pt x="89" y="470"/>
                </a:cubicBezTo>
                <a:cubicBezTo>
                  <a:pt x="89" y="470"/>
                  <a:pt x="89" y="471"/>
                  <a:pt x="88" y="471"/>
                </a:cubicBezTo>
                <a:cubicBezTo>
                  <a:pt x="88" y="471"/>
                  <a:pt x="88" y="471"/>
                  <a:pt x="88" y="471"/>
                </a:cubicBezTo>
                <a:cubicBezTo>
                  <a:pt x="87" y="472"/>
                  <a:pt x="86" y="473"/>
                  <a:pt x="85" y="475"/>
                </a:cubicBezTo>
                <a:cubicBezTo>
                  <a:pt x="85" y="475"/>
                  <a:pt x="85" y="475"/>
                  <a:pt x="85" y="475"/>
                </a:cubicBezTo>
                <a:cubicBezTo>
                  <a:pt x="84" y="475"/>
                  <a:pt x="84" y="475"/>
                  <a:pt x="84" y="475"/>
                </a:cubicBezTo>
                <a:cubicBezTo>
                  <a:pt x="76" y="484"/>
                  <a:pt x="69" y="493"/>
                  <a:pt x="61" y="502"/>
                </a:cubicBezTo>
                <a:cubicBezTo>
                  <a:pt x="65" y="503"/>
                  <a:pt x="67" y="503"/>
                  <a:pt x="69" y="502"/>
                </a:cubicBezTo>
                <a:close/>
                <a:moveTo>
                  <a:pt x="114" y="823"/>
                </a:moveTo>
                <a:cubicBezTo>
                  <a:pt x="113" y="823"/>
                  <a:pt x="112" y="823"/>
                  <a:pt x="111" y="823"/>
                </a:cubicBezTo>
                <a:cubicBezTo>
                  <a:pt x="111" y="820"/>
                  <a:pt x="113" y="818"/>
                  <a:pt x="116" y="818"/>
                </a:cubicBezTo>
                <a:cubicBezTo>
                  <a:pt x="116" y="818"/>
                  <a:pt x="116" y="818"/>
                  <a:pt x="116" y="818"/>
                </a:cubicBezTo>
                <a:cubicBezTo>
                  <a:pt x="120" y="808"/>
                  <a:pt x="125" y="798"/>
                  <a:pt x="129" y="789"/>
                </a:cubicBezTo>
                <a:cubicBezTo>
                  <a:pt x="129" y="788"/>
                  <a:pt x="128" y="788"/>
                  <a:pt x="127" y="787"/>
                </a:cubicBezTo>
                <a:cubicBezTo>
                  <a:pt x="127" y="788"/>
                  <a:pt x="128" y="788"/>
                  <a:pt x="127" y="789"/>
                </a:cubicBezTo>
                <a:cubicBezTo>
                  <a:pt x="125" y="789"/>
                  <a:pt x="125" y="790"/>
                  <a:pt x="123" y="790"/>
                </a:cubicBezTo>
                <a:cubicBezTo>
                  <a:pt x="123" y="789"/>
                  <a:pt x="123" y="788"/>
                  <a:pt x="123" y="787"/>
                </a:cubicBezTo>
                <a:cubicBezTo>
                  <a:pt x="123" y="787"/>
                  <a:pt x="123" y="787"/>
                  <a:pt x="124" y="787"/>
                </a:cubicBezTo>
                <a:cubicBezTo>
                  <a:pt x="123" y="787"/>
                  <a:pt x="123" y="787"/>
                  <a:pt x="123" y="787"/>
                </a:cubicBezTo>
                <a:cubicBezTo>
                  <a:pt x="117" y="801"/>
                  <a:pt x="110" y="816"/>
                  <a:pt x="103" y="830"/>
                </a:cubicBezTo>
                <a:cubicBezTo>
                  <a:pt x="104" y="831"/>
                  <a:pt x="104" y="831"/>
                  <a:pt x="104" y="832"/>
                </a:cubicBezTo>
                <a:cubicBezTo>
                  <a:pt x="103" y="832"/>
                  <a:pt x="103" y="832"/>
                  <a:pt x="103" y="832"/>
                </a:cubicBezTo>
                <a:cubicBezTo>
                  <a:pt x="100" y="837"/>
                  <a:pt x="98" y="843"/>
                  <a:pt x="95" y="849"/>
                </a:cubicBezTo>
                <a:cubicBezTo>
                  <a:pt x="102" y="849"/>
                  <a:pt x="102" y="849"/>
                  <a:pt x="102" y="849"/>
                </a:cubicBezTo>
                <a:cubicBezTo>
                  <a:pt x="102" y="850"/>
                  <a:pt x="102" y="850"/>
                  <a:pt x="102" y="851"/>
                </a:cubicBezTo>
                <a:cubicBezTo>
                  <a:pt x="106" y="841"/>
                  <a:pt x="110" y="832"/>
                  <a:pt x="114" y="823"/>
                </a:cubicBezTo>
                <a:close/>
                <a:moveTo>
                  <a:pt x="805" y="851"/>
                </a:moveTo>
                <a:cubicBezTo>
                  <a:pt x="803" y="851"/>
                  <a:pt x="804" y="854"/>
                  <a:pt x="801" y="853"/>
                </a:cubicBezTo>
                <a:cubicBezTo>
                  <a:pt x="800" y="853"/>
                  <a:pt x="800" y="853"/>
                  <a:pt x="800" y="853"/>
                </a:cubicBezTo>
                <a:cubicBezTo>
                  <a:pt x="800" y="853"/>
                  <a:pt x="800" y="854"/>
                  <a:pt x="799" y="854"/>
                </a:cubicBezTo>
                <a:cubicBezTo>
                  <a:pt x="803" y="854"/>
                  <a:pt x="806" y="855"/>
                  <a:pt x="809" y="855"/>
                </a:cubicBezTo>
                <a:cubicBezTo>
                  <a:pt x="808" y="853"/>
                  <a:pt x="807" y="851"/>
                  <a:pt x="805" y="851"/>
                </a:cubicBezTo>
                <a:close/>
                <a:moveTo>
                  <a:pt x="941" y="881"/>
                </a:moveTo>
                <a:cubicBezTo>
                  <a:pt x="941" y="883"/>
                  <a:pt x="941" y="884"/>
                  <a:pt x="941" y="885"/>
                </a:cubicBezTo>
                <a:cubicBezTo>
                  <a:pt x="943" y="885"/>
                  <a:pt x="944" y="885"/>
                  <a:pt x="945" y="886"/>
                </a:cubicBezTo>
                <a:cubicBezTo>
                  <a:pt x="948" y="885"/>
                  <a:pt x="952" y="884"/>
                  <a:pt x="955" y="883"/>
                </a:cubicBezTo>
                <a:cubicBezTo>
                  <a:pt x="955" y="881"/>
                  <a:pt x="955" y="881"/>
                  <a:pt x="955" y="879"/>
                </a:cubicBezTo>
                <a:cubicBezTo>
                  <a:pt x="953" y="879"/>
                  <a:pt x="951" y="879"/>
                  <a:pt x="950" y="878"/>
                </a:cubicBezTo>
                <a:cubicBezTo>
                  <a:pt x="947" y="879"/>
                  <a:pt x="945" y="879"/>
                  <a:pt x="942" y="880"/>
                </a:cubicBezTo>
                <a:cubicBezTo>
                  <a:pt x="942" y="880"/>
                  <a:pt x="941" y="881"/>
                  <a:pt x="941" y="881"/>
                </a:cubicBezTo>
                <a:close/>
                <a:moveTo>
                  <a:pt x="925" y="816"/>
                </a:moveTo>
                <a:cubicBezTo>
                  <a:pt x="925" y="814"/>
                  <a:pt x="923" y="813"/>
                  <a:pt x="921" y="813"/>
                </a:cubicBezTo>
                <a:cubicBezTo>
                  <a:pt x="921" y="813"/>
                  <a:pt x="920" y="813"/>
                  <a:pt x="920" y="813"/>
                </a:cubicBezTo>
                <a:cubicBezTo>
                  <a:pt x="920" y="813"/>
                  <a:pt x="919" y="813"/>
                  <a:pt x="919" y="813"/>
                </a:cubicBezTo>
                <a:cubicBezTo>
                  <a:pt x="922" y="814"/>
                  <a:pt x="922" y="816"/>
                  <a:pt x="925" y="816"/>
                </a:cubicBezTo>
                <a:close/>
                <a:moveTo>
                  <a:pt x="1009" y="884"/>
                </a:moveTo>
                <a:cubicBezTo>
                  <a:pt x="1007" y="882"/>
                  <a:pt x="1006" y="881"/>
                  <a:pt x="1003" y="879"/>
                </a:cubicBezTo>
                <a:cubicBezTo>
                  <a:pt x="1002" y="880"/>
                  <a:pt x="1001" y="880"/>
                  <a:pt x="1001" y="880"/>
                </a:cubicBezTo>
                <a:cubicBezTo>
                  <a:pt x="995" y="882"/>
                  <a:pt x="990" y="884"/>
                  <a:pt x="984" y="886"/>
                </a:cubicBezTo>
                <a:cubicBezTo>
                  <a:pt x="984" y="887"/>
                  <a:pt x="984" y="888"/>
                  <a:pt x="983" y="889"/>
                </a:cubicBezTo>
                <a:cubicBezTo>
                  <a:pt x="984" y="890"/>
                  <a:pt x="986" y="890"/>
                  <a:pt x="986" y="891"/>
                </a:cubicBezTo>
                <a:cubicBezTo>
                  <a:pt x="986" y="891"/>
                  <a:pt x="986" y="892"/>
                  <a:pt x="986" y="892"/>
                </a:cubicBezTo>
                <a:cubicBezTo>
                  <a:pt x="988" y="892"/>
                  <a:pt x="990" y="891"/>
                  <a:pt x="993" y="890"/>
                </a:cubicBezTo>
                <a:cubicBezTo>
                  <a:pt x="992" y="890"/>
                  <a:pt x="992" y="890"/>
                  <a:pt x="992" y="890"/>
                </a:cubicBezTo>
                <a:cubicBezTo>
                  <a:pt x="991" y="887"/>
                  <a:pt x="993" y="885"/>
                  <a:pt x="995" y="883"/>
                </a:cubicBezTo>
                <a:cubicBezTo>
                  <a:pt x="998" y="884"/>
                  <a:pt x="1000" y="885"/>
                  <a:pt x="1000" y="887"/>
                </a:cubicBezTo>
                <a:cubicBezTo>
                  <a:pt x="1003" y="886"/>
                  <a:pt x="1006" y="885"/>
                  <a:pt x="1009" y="884"/>
                </a:cubicBezTo>
                <a:close/>
                <a:moveTo>
                  <a:pt x="1026" y="916"/>
                </a:moveTo>
                <a:cubicBezTo>
                  <a:pt x="1026" y="916"/>
                  <a:pt x="1026" y="915"/>
                  <a:pt x="1026" y="915"/>
                </a:cubicBezTo>
                <a:cubicBezTo>
                  <a:pt x="1027" y="915"/>
                  <a:pt x="1028" y="915"/>
                  <a:pt x="1029" y="915"/>
                </a:cubicBezTo>
                <a:cubicBezTo>
                  <a:pt x="1045" y="907"/>
                  <a:pt x="1062" y="899"/>
                  <a:pt x="1078" y="891"/>
                </a:cubicBezTo>
                <a:cubicBezTo>
                  <a:pt x="1076" y="891"/>
                  <a:pt x="1076" y="889"/>
                  <a:pt x="1076" y="888"/>
                </a:cubicBezTo>
                <a:cubicBezTo>
                  <a:pt x="1078" y="888"/>
                  <a:pt x="1080" y="888"/>
                  <a:pt x="1081" y="890"/>
                </a:cubicBezTo>
                <a:cubicBezTo>
                  <a:pt x="1082" y="889"/>
                  <a:pt x="1084" y="888"/>
                  <a:pt x="1085" y="888"/>
                </a:cubicBezTo>
                <a:cubicBezTo>
                  <a:pt x="1087" y="884"/>
                  <a:pt x="1084" y="883"/>
                  <a:pt x="1084" y="881"/>
                </a:cubicBezTo>
                <a:cubicBezTo>
                  <a:pt x="1080" y="883"/>
                  <a:pt x="1076" y="885"/>
                  <a:pt x="1072" y="887"/>
                </a:cubicBezTo>
                <a:cubicBezTo>
                  <a:pt x="1072" y="887"/>
                  <a:pt x="1073" y="888"/>
                  <a:pt x="1072" y="889"/>
                </a:cubicBezTo>
                <a:cubicBezTo>
                  <a:pt x="1072" y="890"/>
                  <a:pt x="1068" y="891"/>
                  <a:pt x="1066" y="890"/>
                </a:cubicBezTo>
                <a:cubicBezTo>
                  <a:pt x="1050" y="898"/>
                  <a:pt x="1034" y="905"/>
                  <a:pt x="1018" y="913"/>
                </a:cubicBezTo>
                <a:cubicBezTo>
                  <a:pt x="1017" y="913"/>
                  <a:pt x="1017" y="914"/>
                  <a:pt x="1017" y="915"/>
                </a:cubicBezTo>
                <a:cubicBezTo>
                  <a:pt x="1016" y="914"/>
                  <a:pt x="1015" y="914"/>
                  <a:pt x="1015" y="914"/>
                </a:cubicBezTo>
                <a:cubicBezTo>
                  <a:pt x="1013" y="914"/>
                  <a:pt x="1012" y="915"/>
                  <a:pt x="1011" y="915"/>
                </a:cubicBezTo>
                <a:cubicBezTo>
                  <a:pt x="1013" y="917"/>
                  <a:pt x="1014" y="919"/>
                  <a:pt x="1013" y="922"/>
                </a:cubicBezTo>
                <a:cubicBezTo>
                  <a:pt x="1017" y="920"/>
                  <a:pt x="1022" y="918"/>
                  <a:pt x="1026" y="916"/>
                </a:cubicBezTo>
                <a:close/>
                <a:moveTo>
                  <a:pt x="977" y="895"/>
                </a:moveTo>
                <a:cubicBezTo>
                  <a:pt x="973" y="895"/>
                  <a:pt x="973" y="895"/>
                  <a:pt x="973" y="895"/>
                </a:cubicBezTo>
                <a:cubicBezTo>
                  <a:pt x="973" y="891"/>
                  <a:pt x="973" y="891"/>
                  <a:pt x="973" y="891"/>
                </a:cubicBezTo>
                <a:cubicBezTo>
                  <a:pt x="971" y="892"/>
                  <a:pt x="970" y="892"/>
                  <a:pt x="969" y="891"/>
                </a:cubicBezTo>
                <a:cubicBezTo>
                  <a:pt x="969" y="892"/>
                  <a:pt x="968" y="892"/>
                  <a:pt x="967" y="892"/>
                </a:cubicBezTo>
                <a:cubicBezTo>
                  <a:pt x="967" y="892"/>
                  <a:pt x="967" y="892"/>
                  <a:pt x="967" y="892"/>
                </a:cubicBezTo>
                <a:cubicBezTo>
                  <a:pt x="970" y="892"/>
                  <a:pt x="970" y="895"/>
                  <a:pt x="972" y="895"/>
                </a:cubicBezTo>
                <a:cubicBezTo>
                  <a:pt x="957" y="895"/>
                  <a:pt x="957" y="895"/>
                  <a:pt x="957" y="895"/>
                </a:cubicBezTo>
                <a:cubicBezTo>
                  <a:pt x="937" y="902"/>
                  <a:pt x="917" y="908"/>
                  <a:pt x="897" y="913"/>
                </a:cubicBezTo>
                <a:cubicBezTo>
                  <a:pt x="920" y="913"/>
                  <a:pt x="920" y="913"/>
                  <a:pt x="920" y="913"/>
                </a:cubicBezTo>
                <a:cubicBezTo>
                  <a:pt x="920" y="913"/>
                  <a:pt x="920" y="914"/>
                  <a:pt x="919" y="914"/>
                </a:cubicBezTo>
                <a:cubicBezTo>
                  <a:pt x="919" y="914"/>
                  <a:pt x="919" y="914"/>
                  <a:pt x="920" y="914"/>
                </a:cubicBezTo>
                <a:cubicBezTo>
                  <a:pt x="935" y="910"/>
                  <a:pt x="950" y="905"/>
                  <a:pt x="965" y="900"/>
                </a:cubicBezTo>
                <a:cubicBezTo>
                  <a:pt x="969" y="898"/>
                  <a:pt x="973" y="897"/>
                  <a:pt x="977" y="895"/>
                </a:cubicBezTo>
                <a:close/>
                <a:moveTo>
                  <a:pt x="770" y="818"/>
                </a:moveTo>
                <a:cubicBezTo>
                  <a:pt x="769" y="818"/>
                  <a:pt x="769" y="818"/>
                  <a:pt x="768" y="819"/>
                </a:cubicBezTo>
                <a:cubicBezTo>
                  <a:pt x="768" y="819"/>
                  <a:pt x="768" y="819"/>
                  <a:pt x="768" y="819"/>
                </a:cubicBezTo>
                <a:cubicBezTo>
                  <a:pt x="769" y="819"/>
                  <a:pt x="770" y="819"/>
                  <a:pt x="771" y="819"/>
                </a:cubicBezTo>
                <a:cubicBezTo>
                  <a:pt x="770" y="819"/>
                  <a:pt x="770" y="818"/>
                  <a:pt x="770" y="818"/>
                </a:cubicBezTo>
                <a:close/>
                <a:moveTo>
                  <a:pt x="944" y="821"/>
                </a:moveTo>
                <a:cubicBezTo>
                  <a:pt x="947" y="822"/>
                  <a:pt x="949" y="821"/>
                  <a:pt x="952" y="819"/>
                </a:cubicBezTo>
                <a:cubicBezTo>
                  <a:pt x="950" y="820"/>
                  <a:pt x="947" y="821"/>
                  <a:pt x="944" y="821"/>
                </a:cubicBezTo>
                <a:close/>
                <a:moveTo>
                  <a:pt x="837" y="809"/>
                </a:moveTo>
                <a:cubicBezTo>
                  <a:pt x="834" y="810"/>
                  <a:pt x="832" y="812"/>
                  <a:pt x="829" y="814"/>
                </a:cubicBezTo>
                <a:cubicBezTo>
                  <a:pt x="830" y="814"/>
                  <a:pt x="831" y="814"/>
                  <a:pt x="832" y="814"/>
                </a:cubicBezTo>
                <a:cubicBezTo>
                  <a:pt x="832" y="813"/>
                  <a:pt x="833" y="813"/>
                  <a:pt x="835" y="813"/>
                </a:cubicBezTo>
                <a:cubicBezTo>
                  <a:pt x="835" y="814"/>
                  <a:pt x="835" y="815"/>
                  <a:pt x="835" y="815"/>
                </a:cubicBezTo>
                <a:cubicBezTo>
                  <a:pt x="838" y="816"/>
                  <a:pt x="841" y="817"/>
                  <a:pt x="843" y="817"/>
                </a:cubicBezTo>
                <a:cubicBezTo>
                  <a:pt x="844" y="815"/>
                  <a:pt x="844" y="814"/>
                  <a:pt x="844" y="812"/>
                </a:cubicBezTo>
                <a:cubicBezTo>
                  <a:pt x="847" y="812"/>
                  <a:pt x="850" y="812"/>
                  <a:pt x="851" y="813"/>
                </a:cubicBezTo>
                <a:cubicBezTo>
                  <a:pt x="851" y="815"/>
                  <a:pt x="851" y="817"/>
                  <a:pt x="851" y="819"/>
                </a:cubicBezTo>
                <a:cubicBezTo>
                  <a:pt x="852" y="819"/>
                  <a:pt x="852" y="819"/>
                  <a:pt x="853" y="819"/>
                </a:cubicBezTo>
                <a:cubicBezTo>
                  <a:pt x="854" y="817"/>
                  <a:pt x="856" y="817"/>
                  <a:pt x="858" y="816"/>
                </a:cubicBezTo>
                <a:cubicBezTo>
                  <a:pt x="858" y="817"/>
                  <a:pt x="860" y="818"/>
                  <a:pt x="860" y="820"/>
                </a:cubicBezTo>
                <a:cubicBezTo>
                  <a:pt x="863" y="821"/>
                  <a:pt x="867" y="822"/>
                  <a:pt x="871" y="822"/>
                </a:cubicBezTo>
                <a:cubicBezTo>
                  <a:pt x="871" y="820"/>
                  <a:pt x="872" y="818"/>
                  <a:pt x="872" y="816"/>
                </a:cubicBezTo>
                <a:cubicBezTo>
                  <a:pt x="875" y="817"/>
                  <a:pt x="877" y="816"/>
                  <a:pt x="878" y="815"/>
                </a:cubicBezTo>
                <a:cubicBezTo>
                  <a:pt x="868" y="815"/>
                  <a:pt x="858" y="813"/>
                  <a:pt x="847" y="811"/>
                </a:cubicBezTo>
                <a:cubicBezTo>
                  <a:pt x="844" y="810"/>
                  <a:pt x="840" y="810"/>
                  <a:pt x="837" y="809"/>
                </a:cubicBezTo>
                <a:close/>
                <a:moveTo>
                  <a:pt x="868" y="815"/>
                </a:moveTo>
                <a:cubicBezTo>
                  <a:pt x="870" y="815"/>
                  <a:pt x="871" y="819"/>
                  <a:pt x="869" y="821"/>
                </a:cubicBezTo>
                <a:cubicBezTo>
                  <a:pt x="867" y="822"/>
                  <a:pt x="866" y="820"/>
                  <a:pt x="865" y="819"/>
                </a:cubicBezTo>
                <a:cubicBezTo>
                  <a:pt x="866" y="818"/>
                  <a:pt x="865" y="815"/>
                  <a:pt x="868" y="815"/>
                </a:cubicBezTo>
                <a:close/>
                <a:moveTo>
                  <a:pt x="737" y="857"/>
                </a:moveTo>
                <a:cubicBezTo>
                  <a:pt x="734" y="857"/>
                  <a:pt x="732" y="857"/>
                  <a:pt x="732" y="855"/>
                </a:cubicBezTo>
                <a:cubicBezTo>
                  <a:pt x="729" y="854"/>
                  <a:pt x="726" y="852"/>
                  <a:pt x="723" y="850"/>
                </a:cubicBezTo>
                <a:cubicBezTo>
                  <a:pt x="724" y="854"/>
                  <a:pt x="727" y="856"/>
                  <a:pt x="729" y="858"/>
                </a:cubicBezTo>
                <a:cubicBezTo>
                  <a:pt x="729" y="858"/>
                  <a:pt x="729" y="858"/>
                  <a:pt x="729" y="858"/>
                </a:cubicBezTo>
                <a:cubicBezTo>
                  <a:pt x="732" y="858"/>
                  <a:pt x="733" y="860"/>
                  <a:pt x="735" y="862"/>
                </a:cubicBezTo>
                <a:cubicBezTo>
                  <a:pt x="730" y="862"/>
                  <a:pt x="730" y="862"/>
                  <a:pt x="730" y="862"/>
                </a:cubicBezTo>
                <a:cubicBezTo>
                  <a:pt x="750" y="871"/>
                  <a:pt x="772" y="877"/>
                  <a:pt x="793" y="880"/>
                </a:cubicBezTo>
                <a:cubicBezTo>
                  <a:pt x="793" y="880"/>
                  <a:pt x="793" y="880"/>
                  <a:pt x="794" y="880"/>
                </a:cubicBezTo>
                <a:cubicBezTo>
                  <a:pt x="794" y="879"/>
                  <a:pt x="794" y="879"/>
                  <a:pt x="794" y="879"/>
                </a:cubicBezTo>
                <a:cubicBezTo>
                  <a:pt x="807" y="878"/>
                  <a:pt x="807" y="878"/>
                  <a:pt x="807" y="878"/>
                </a:cubicBezTo>
                <a:cubicBezTo>
                  <a:pt x="807" y="880"/>
                  <a:pt x="805" y="880"/>
                  <a:pt x="804" y="881"/>
                </a:cubicBezTo>
                <a:cubicBezTo>
                  <a:pt x="806" y="881"/>
                  <a:pt x="809" y="881"/>
                  <a:pt x="812" y="881"/>
                </a:cubicBezTo>
                <a:cubicBezTo>
                  <a:pt x="811" y="881"/>
                  <a:pt x="810" y="880"/>
                  <a:pt x="809" y="878"/>
                </a:cubicBezTo>
                <a:cubicBezTo>
                  <a:pt x="818" y="878"/>
                  <a:pt x="818" y="878"/>
                  <a:pt x="818" y="878"/>
                </a:cubicBezTo>
                <a:cubicBezTo>
                  <a:pt x="818" y="879"/>
                  <a:pt x="818" y="881"/>
                  <a:pt x="818" y="882"/>
                </a:cubicBezTo>
                <a:cubicBezTo>
                  <a:pt x="819" y="882"/>
                  <a:pt x="821" y="882"/>
                  <a:pt x="822" y="882"/>
                </a:cubicBezTo>
                <a:cubicBezTo>
                  <a:pt x="822" y="881"/>
                  <a:pt x="822" y="880"/>
                  <a:pt x="822" y="879"/>
                </a:cubicBezTo>
                <a:cubicBezTo>
                  <a:pt x="822" y="879"/>
                  <a:pt x="823" y="879"/>
                  <a:pt x="823" y="878"/>
                </a:cubicBezTo>
                <a:cubicBezTo>
                  <a:pt x="832" y="878"/>
                  <a:pt x="832" y="878"/>
                  <a:pt x="832" y="878"/>
                </a:cubicBezTo>
                <a:cubicBezTo>
                  <a:pt x="832" y="879"/>
                  <a:pt x="832" y="879"/>
                  <a:pt x="832" y="880"/>
                </a:cubicBezTo>
                <a:cubicBezTo>
                  <a:pt x="832" y="880"/>
                  <a:pt x="832" y="880"/>
                  <a:pt x="832" y="881"/>
                </a:cubicBezTo>
                <a:cubicBezTo>
                  <a:pt x="836" y="881"/>
                  <a:pt x="840" y="879"/>
                  <a:pt x="843" y="878"/>
                </a:cubicBezTo>
                <a:cubicBezTo>
                  <a:pt x="843" y="878"/>
                  <a:pt x="843" y="878"/>
                  <a:pt x="843" y="878"/>
                </a:cubicBezTo>
                <a:cubicBezTo>
                  <a:pt x="854" y="878"/>
                  <a:pt x="854" y="878"/>
                  <a:pt x="854" y="878"/>
                </a:cubicBezTo>
                <a:cubicBezTo>
                  <a:pt x="854" y="879"/>
                  <a:pt x="855" y="879"/>
                  <a:pt x="855" y="881"/>
                </a:cubicBezTo>
                <a:cubicBezTo>
                  <a:pt x="855" y="881"/>
                  <a:pt x="855" y="881"/>
                  <a:pt x="856" y="881"/>
                </a:cubicBezTo>
                <a:cubicBezTo>
                  <a:pt x="857" y="881"/>
                  <a:pt x="858" y="881"/>
                  <a:pt x="859" y="881"/>
                </a:cubicBezTo>
                <a:cubicBezTo>
                  <a:pt x="861" y="881"/>
                  <a:pt x="863" y="881"/>
                  <a:pt x="865" y="881"/>
                </a:cubicBezTo>
                <a:cubicBezTo>
                  <a:pt x="865" y="880"/>
                  <a:pt x="865" y="880"/>
                  <a:pt x="865" y="879"/>
                </a:cubicBezTo>
                <a:cubicBezTo>
                  <a:pt x="867" y="879"/>
                  <a:pt x="870" y="879"/>
                  <a:pt x="871" y="880"/>
                </a:cubicBezTo>
                <a:cubicBezTo>
                  <a:pt x="871" y="880"/>
                  <a:pt x="872" y="880"/>
                  <a:pt x="872" y="880"/>
                </a:cubicBezTo>
                <a:cubicBezTo>
                  <a:pt x="872" y="880"/>
                  <a:pt x="872" y="879"/>
                  <a:pt x="872" y="879"/>
                </a:cubicBezTo>
                <a:cubicBezTo>
                  <a:pt x="874" y="879"/>
                  <a:pt x="875" y="878"/>
                  <a:pt x="877" y="878"/>
                </a:cubicBezTo>
                <a:cubicBezTo>
                  <a:pt x="881" y="878"/>
                  <a:pt x="881" y="878"/>
                  <a:pt x="881" y="878"/>
                </a:cubicBezTo>
                <a:cubicBezTo>
                  <a:pt x="881" y="878"/>
                  <a:pt x="881" y="878"/>
                  <a:pt x="881" y="879"/>
                </a:cubicBezTo>
                <a:cubicBezTo>
                  <a:pt x="883" y="879"/>
                  <a:pt x="884" y="878"/>
                  <a:pt x="886" y="878"/>
                </a:cubicBezTo>
                <a:cubicBezTo>
                  <a:pt x="886" y="878"/>
                  <a:pt x="886" y="878"/>
                  <a:pt x="886" y="878"/>
                </a:cubicBezTo>
                <a:cubicBezTo>
                  <a:pt x="886" y="878"/>
                  <a:pt x="886" y="878"/>
                  <a:pt x="886" y="878"/>
                </a:cubicBezTo>
                <a:cubicBezTo>
                  <a:pt x="888" y="878"/>
                  <a:pt x="888" y="878"/>
                  <a:pt x="888" y="878"/>
                </a:cubicBezTo>
                <a:cubicBezTo>
                  <a:pt x="906" y="875"/>
                  <a:pt x="923" y="872"/>
                  <a:pt x="940" y="867"/>
                </a:cubicBezTo>
                <a:cubicBezTo>
                  <a:pt x="949" y="865"/>
                  <a:pt x="958" y="862"/>
                  <a:pt x="967" y="860"/>
                </a:cubicBezTo>
                <a:cubicBezTo>
                  <a:pt x="941" y="860"/>
                  <a:pt x="941" y="860"/>
                  <a:pt x="941" y="860"/>
                </a:cubicBezTo>
                <a:cubicBezTo>
                  <a:pt x="928" y="864"/>
                  <a:pt x="913" y="867"/>
                  <a:pt x="899" y="869"/>
                </a:cubicBezTo>
                <a:cubicBezTo>
                  <a:pt x="855" y="877"/>
                  <a:pt x="808" y="879"/>
                  <a:pt x="763" y="867"/>
                </a:cubicBezTo>
                <a:cubicBezTo>
                  <a:pt x="755" y="864"/>
                  <a:pt x="745" y="861"/>
                  <a:pt x="737" y="857"/>
                </a:cubicBezTo>
                <a:close/>
                <a:moveTo>
                  <a:pt x="857" y="878"/>
                </a:moveTo>
                <a:cubicBezTo>
                  <a:pt x="863" y="878"/>
                  <a:pt x="863" y="878"/>
                  <a:pt x="863" y="878"/>
                </a:cubicBezTo>
                <a:cubicBezTo>
                  <a:pt x="862" y="879"/>
                  <a:pt x="862" y="880"/>
                  <a:pt x="861" y="881"/>
                </a:cubicBezTo>
                <a:cubicBezTo>
                  <a:pt x="860" y="881"/>
                  <a:pt x="858" y="880"/>
                  <a:pt x="857" y="880"/>
                </a:cubicBezTo>
                <a:cubicBezTo>
                  <a:pt x="857" y="879"/>
                  <a:pt x="857" y="879"/>
                  <a:pt x="857" y="878"/>
                </a:cubicBezTo>
                <a:close/>
                <a:moveTo>
                  <a:pt x="1024" y="1064"/>
                </a:moveTo>
                <a:cubicBezTo>
                  <a:pt x="1021" y="1066"/>
                  <a:pt x="1018" y="1066"/>
                  <a:pt x="1016" y="1068"/>
                </a:cubicBezTo>
                <a:cubicBezTo>
                  <a:pt x="1016" y="1068"/>
                  <a:pt x="1016" y="1068"/>
                  <a:pt x="1016" y="1068"/>
                </a:cubicBezTo>
                <a:cubicBezTo>
                  <a:pt x="1017" y="1067"/>
                  <a:pt x="1019" y="1067"/>
                  <a:pt x="1021" y="1066"/>
                </a:cubicBezTo>
                <a:cubicBezTo>
                  <a:pt x="1022" y="1066"/>
                  <a:pt x="1023" y="1065"/>
                  <a:pt x="1024" y="1064"/>
                </a:cubicBezTo>
                <a:close/>
                <a:moveTo>
                  <a:pt x="951" y="1100"/>
                </a:moveTo>
                <a:cubicBezTo>
                  <a:pt x="951" y="1100"/>
                  <a:pt x="951" y="1100"/>
                  <a:pt x="951" y="1100"/>
                </a:cubicBezTo>
                <a:cubicBezTo>
                  <a:pt x="953" y="1101"/>
                  <a:pt x="954" y="1103"/>
                  <a:pt x="956" y="1104"/>
                </a:cubicBezTo>
                <a:cubicBezTo>
                  <a:pt x="957" y="1102"/>
                  <a:pt x="959" y="1101"/>
                  <a:pt x="960" y="1100"/>
                </a:cubicBezTo>
                <a:cubicBezTo>
                  <a:pt x="957" y="1101"/>
                  <a:pt x="954" y="1101"/>
                  <a:pt x="951" y="1100"/>
                </a:cubicBezTo>
                <a:close/>
                <a:moveTo>
                  <a:pt x="1033" y="1069"/>
                </a:moveTo>
                <a:cubicBezTo>
                  <a:pt x="1033" y="1069"/>
                  <a:pt x="1033" y="1069"/>
                  <a:pt x="1033" y="1069"/>
                </a:cubicBezTo>
                <a:cubicBezTo>
                  <a:pt x="1032" y="1069"/>
                  <a:pt x="1032" y="1069"/>
                  <a:pt x="1031" y="1070"/>
                </a:cubicBezTo>
                <a:cubicBezTo>
                  <a:pt x="1032" y="1070"/>
                  <a:pt x="1032" y="1071"/>
                  <a:pt x="1033" y="1072"/>
                </a:cubicBezTo>
                <a:cubicBezTo>
                  <a:pt x="1033" y="1072"/>
                  <a:pt x="1033" y="1072"/>
                  <a:pt x="1033" y="1072"/>
                </a:cubicBezTo>
                <a:cubicBezTo>
                  <a:pt x="1033" y="1071"/>
                  <a:pt x="1034" y="1070"/>
                  <a:pt x="1033" y="1069"/>
                </a:cubicBezTo>
                <a:close/>
                <a:moveTo>
                  <a:pt x="1107" y="1034"/>
                </a:moveTo>
                <a:cubicBezTo>
                  <a:pt x="1109" y="1033"/>
                  <a:pt x="1111" y="1033"/>
                  <a:pt x="1112" y="1034"/>
                </a:cubicBezTo>
                <a:cubicBezTo>
                  <a:pt x="1113" y="1032"/>
                  <a:pt x="1112" y="1031"/>
                  <a:pt x="1112" y="1030"/>
                </a:cubicBezTo>
                <a:cubicBezTo>
                  <a:pt x="1110" y="1031"/>
                  <a:pt x="1109" y="1032"/>
                  <a:pt x="1107" y="1034"/>
                </a:cubicBezTo>
                <a:close/>
                <a:moveTo>
                  <a:pt x="1141" y="982"/>
                </a:moveTo>
                <a:cubicBezTo>
                  <a:pt x="1139" y="983"/>
                  <a:pt x="1138" y="985"/>
                  <a:pt x="1136" y="986"/>
                </a:cubicBezTo>
                <a:cubicBezTo>
                  <a:pt x="1137" y="989"/>
                  <a:pt x="1137" y="991"/>
                  <a:pt x="1137" y="994"/>
                </a:cubicBezTo>
                <a:cubicBezTo>
                  <a:pt x="1140" y="992"/>
                  <a:pt x="1142" y="989"/>
                  <a:pt x="1145" y="987"/>
                </a:cubicBezTo>
                <a:cubicBezTo>
                  <a:pt x="1148" y="984"/>
                  <a:pt x="1144" y="979"/>
                  <a:pt x="1141" y="982"/>
                </a:cubicBezTo>
                <a:close/>
                <a:moveTo>
                  <a:pt x="1116" y="1027"/>
                </a:moveTo>
                <a:cubicBezTo>
                  <a:pt x="1117" y="1027"/>
                  <a:pt x="1118" y="1029"/>
                  <a:pt x="1119" y="1030"/>
                </a:cubicBezTo>
                <a:cubicBezTo>
                  <a:pt x="1122" y="1029"/>
                  <a:pt x="1118" y="1027"/>
                  <a:pt x="1118" y="1025"/>
                </a:cubicBezTo>
                <a:cubicBezTo>
                  <a:pt x="1117" y="1025"/>
                  <a:pt x="1116" y="1026"/>
                  <a:pt x="1116" y="1027"/>
                </a:cubicBezTo>
                <a:close/>
                <a:moveTo>
                  <a:pt x="1099" y="998"/>
                </a:moveTo>
                <a:cubicBezTo>
                  <a:pt x="1101" y="998"/>
                  <a:pt x="1102" y="999"/>
                  <a:pt x="1103" y="1000"/>
                </a:cubicBezTo>
                <a:cubicBezTo>
                  <a:pt x="1103" y="1000"/>
                  <a:pt x="1103" y="1001"/>
                  <a:pt x="1103" y="1001"/>
                </a:cubicBezTo>
                <a:cubicBezTo>
                  <a:pt x="1095" y="1001"/>
                  <a:pt x="1095" y="1001"/>
                  <a:pt x="1095" y="1001"/>
                </a:cubicBezTo>
                <a:cubicBezTo>
                  <a:pt x="1085" y="1010"/>
                  <a:pt x="1075" y="1018"/>
                  <a:pt x="1064" y="1026"/>
                </a:cubicBezTo>
                <a:cubicBezTo>
                  <a:pt x="1064" y="1027"/>
                  <a:pt x="1064" y="1028"/>
                  <a:pt x="1065" y="1029"/>
                </a:cubicBezTo>
                <a:cubicBezTo>
                  <a:pt x="1067" y="1028"/>
                  <a:pt x="1069" y="1028"/>
                  <a:pt x="1072" y="1028"/>
                </a:cubicBezTo>
                <a:cubicBezTo>
                  <a:pt x="1072" y="1028"/>
                  <a:pt x="1072" y="1029"/>
                  <a:pt x="1072" y="1029"/>
                </a:cubicBezTo>
                <a:cubicBezTo>
                  <a:pt x="1074" y="1027"/>
                  <a:pt x="1077" y="1025"/>
                  <a:pt x="1079" y="1023"/>
                </a:cubicBezTo>
                <a:cubicBezTo>
                  <a:pt x="1078" y="1022"/>
                  <a:pt x="1076" y="1020"/>
                  <a:pt x="1075" y="1019"/>
                </a:cubicBezTo>
                <a:cubicBezTo>
                  <a:pt x="1083" y="1019"/>
                  <a:pt x="1083" y="1019"/>
                  <a:pt x="1083" y="1019"/>
                </a:cubicBezTo>
                <a:cubicBezTo>
                  <a:pt x="1083" y="1019"/>
                  <a:pt x="1083" y="1019"/>
                  <a:pt x="1084" y="1020"/>
                </a:cubicBezTo>
                <a:cubicBezTo>
                  <a:pt x="1097" y="1009"/>
                  <a:pt x="1110" y="998"/>
                  <a:pt x="1122" y="987"/>
                </a:cubicBezTo>
                <a:cubicBezTo>
                  <a:pt x="1130" y="981"/>
                  <a:pt x="1137" y="975"/>
                  <a:pt x="1144" y="968"/>
                </a:cubicBezTo>
                <a:cubicBezTo>
                  <a:pt x="1145" y="967"/>
                  <a:pt x="1145" y="966"/>
                  <a:pt x="1145" y="965"/>
                </a:cubicBezTo>
                <a:cubicBezTo>
                  <a:pt x="1137" y="965"/>
                  <a:pt x="1137" y="965"/>
                  <a:pt x="1137" y="965"/>
                </a:cubicBezTo>
                <a:cubicBezTo>
                  <a:pt x="1125" y="976"/>
                  <a:pt x="1112" y="987"/>
                  <a:pt x="1099" y="998"/>
                </a:cubicBezTo>
                <a:close/>
                <a:moveTo>
                  <a:pt x="923" y="1094"/>
                </a:moveTo>
                <a:cubicBezTo>
                  <a:pt x="922" y="1097"/>
                  <a:pt x="923" y="1101"/>
                  <a:pt x="919" y="1100"/>
                </a:cubicBezTo>
                <a:cubicBezTo>
                  <a:pt x="920" y="1101"/>
                  <a:pt x="921" y="1102"/>
                  <a:pt x="922" y="1102"/>
                </a:cubicBezTo>
                <a:cubicBezTo>
                  <a:pt x="925" y="1101"/>
                  <a:pt x="928" y="1099"/>
                  <a:pt x="931" y="1098"/>
                </a:cubicBezTo>
                <a:cubicBezTo>
                  <a:pt x="932" y="1096"/>
                  <a:pt x="933" y="1094"/>
                  <a:pt x="933" y="1093"/>
                </a:cubicBezTo>
                <a:cubicBezTo>
                  <a:pt x="934" y="1092"/>
                  <a:pt x="936" y="1092"/>
                  <a:pt x="937" y="1091"/>
                </a:cubicBezTo>
                <a:cubicBezTo>
                  <a:pt x="946" y="1091"/>
                  <a:pt x="946" y="1091"/>
                  <a:pt x="946" y="1091"/>
                </a:cubicBezTo>
                <a:cubicBezTo>
                  <a:pt x="956" y="1086"/>
                  <a:pt x="966" y="1081"/>
                  <a:pt x="975" y="1075"/>
                </a:cubicBezTo>
                <a:cubicBezTo>
                  <a:pt x="976" y="1075"/>
                  <a:pt x="977" y="1074"/>
                  <a:pt x="978" y="1074"/>
                </a:cubicBezTo>
                <a:cubicBezTo>
                  <a:pt x="965" y="1074"/>
                  <a:pt x="965" y="1074"/>
                  <a:pt x="965" y="1074"/>
                </a:cubicBezTo>
                <a:cubicBezTo>
                  <a:pt x="951" y="1081"/>
                  <a:pt x="937" y="1088"/>
                  <a:pt x="923" y="1094"/>
                </a:cubicBezTo>
                <a:close/>
                <a:moveTo>
                  <a:pt x="793" y="822"/>
                </a:moveTo>
                <a:cubicBezTo>
                  <a:pt x="793" y="822"/>
                  <a:pt x="793" y="822"/>
                  <a:pt x="793" y="822"/>
                </a:cubicBezTo>
                <a:cubicBezTo>
                  <a:pt x="793" y="822"/>
                  <a:pt x="793" y="822"/>
                  <a:pt x="793" y="822"/>
                </a:cubicBezTo>
                <a:cubicBezTo>
                  <a:pt x="792" y="821"/>
                  <a:pt x="791" y="820"/>
                  <a:pt x="790" y="818"/>
                </a:cubicBezTo>
                <a:cubicBezTo>
                  <a:pt x="789" y="818"/>
                  <a:pt x="787" y="817"/>
                  <a:pt x="785" y="817"/>
                </a:cubicBezTo>
                <a:cubicBezTo>
                  <a:pt x="784" y="817"/>
                  <a:pt x="782" y="817"/>
                  <a:pt x="780" y="817"/>
                </a:cubicBezTo>
                <a:cubicBezTo>
                  <a:pt x="780" y="816"/>
                  <a:pt x="780" y="816"/>
                  <a:pt x="780" y="815"/>
                </a:cubicBezTo>
                <a:cubicBezTo>
                  <a:pt x="780" y="815"/>
                  <a:pt x="780" y="815"/>
                  <a:pt x="780" y="815"/>
                </a:cubicBezTo>
                <a:cubicBezTo>
                  <a:pt x="780" y="815"/>
                  <a:pt x="780" y="816"/>
                  <a:pt x="780" y="817"/>
                </a:cubicBezTo>
                <a:cubicBezTo>
                  <a:pt x="779" y="819"/>
                  <a:pt x="776" y="819"/>
                  <a:pt x="776" y="820"/>
                </a:cubicBezTo>
                <a:cubicBezTo>
                  <a:pt x="777" y="821"/>
                  <a:pt x="777" y="821"/>
                  <a:pt x="777" y="822"/>
                </a:cubicBezTo>
                <a:cubicBezTo>
                  <a:pt x="779" y="822"/>
                  <a:pt x="782" y="823"/>
                  <a:pt x="784" y="824"/>
                </a:cubicBezTo>
                <a:cubicBezTo>
                  <a:pt x="784" y="823"/>
                  <a:pt x="785" y="823"/>
                  <a:pt x="786" y="824"/>
                </a:cubicBezTo>
                <a:cubicBezTo>
                  <a:pt x="787" y="824"/>
                  <a:pt x="787" y="824"/>
                  <a:pt x="788" y="825"/>
                </a:cubicBezTo>
                <a:cubicBezTo>
                  <a:pt x="789" y="823"/>
                  <a:pt x="791" y="823"/>
                  <a:pt x="793" y="822"/>
                </a:cubicBezTo>
                <a:close/>
                <a:moveTo>
                  <a:pt x="874" y="856"/>
                </a:moveTo>
                <a:cubicBezTo>
                  <a:pt x="876" y="856"/>
                  <a:pt x="878" y="856"/>
                  <a:pt x="881" y="856"/>
                </a:cubicBezTo>
                <a:cubicBezTo>
                  <a:pt x="882" y="854"/>
                  <a:pt x="883" y="852"/>
                  <a:pt x="885" y="851"/>
                </a:cubicBezTo>
                <a:cubicBezTo>
                  <a:pt x="884" y="850"/>
                  <a:pt x="884" y="849"/>
                  <a:pt x="883" y="848"/>
                </a:cubicBezTo>
                <a:cubicBezTo>
                  <a:pt x="876" y="849"/>
                  <a:pt x="868" y="850"/>
                  <a:pt x="861" y="850"/>
                </a:cubicBezTo>
                <a:cubicBezTo>
                  <a:pt x="861" y="850"/>
                  <a:pt x="861" y="850"/>
                  <a:pt x="861" y="851"/>
                </a:cubicBezTo>
                <a:cubicBezTo>
                  <a:pt x="859" y="850"/>
                  <a:pt x="857" y="851"/>
                  <a:pt x="855" y="850"/>
                </a:cubicBezTo>
                <a:cubicBezTo>
                  <a:pt x="851" y="850"/>
                  <a:pt x="847" y="851"/>
                  <a:pt x="844" y="851"/>
                </a:cubicBezTo>
                <a:cubicBezTo>
                  <a:pt x="844" y="854"/>
                  <a:pt x="842" y="854"/>
                  <a:pt x="841" y="857"/>
                </a:cubicBezTo>
                <a:cubicBezTo>
                  <a:pt x="841" y="857"/>
                  <a:pt x="842" y="857"/>
                  <a:pt x="842" y="857"/>
                </a:cubicBezTo>
                <a:cubicBezTo>
                  <a:pt x="848" y="857"/>
                  <a:pt x="853" y="857"/>
                  <a:pt x="859" y="857"/>
                </a:cubicBezTo>
                <a:cubicBezTo>
                  <a:pt x="859" y="856"/>
                  <a:pt x="860" y="856"/>
                  <a:pt x="860" y="856"/>
                </a:cubicBezTo>
                <a:cubicBezTo>
                  <a:pt x="862" y="856"/>
                  <a:pt x="862" y="855"/>
                  <a:pt x="864" y="855"/>
                </a:cubicBezTo>
                <a:cubicBezTo>
                  <a:pt x="864" y="855"/>
                  <a:pt x="864" y="855"/>
                  <a:pt x="864" y="854"/>
                </a:cubicBezTo>
                <a:cubicBezTo>
                  <a:pt x="865" y="854"/>
                  <a:pt x="867" y="854"/>
                  <a:pt x="869" y="854"/>
                </a:cubicBezTo>
                <a:cubicBezTo>
                  <a:pt x="869" y="854"/>
                  <a:pt x="869" y="855"/>
                  <a:pt x="869" y="855"/>
                </a:cubicBezTo>
                <a:cubicBezTo>
                  <a:pt x="871" y="855"/>
                  <a:pt x="872" y="855"/>
                  <a:pt x="874" y="856"/>
                </a:cubicBezTo>
                <a:close/>
                <a:moveTo>
                  <a:pt x="776" y="814"/>
                </a:moveTo>
                <a:cubicBezTo>
                  <a:pt x="774" y="813"/>
                  <a:pt x="771" y="812"/>
                  <a:pt x="769" y="812"/>
                </a:cubicBezTo>
                <a:cubicBezTo>
                  <a:pt x="768" y="811"/>
                  <a:pt x="767" y="811"/>
                  <a:pt x="766" y="810"/>
                </a:cubicBezTo>
                <a:cubicBezTo>
                  <a:pt x="768" y="813"/>
                  <a:pt x="772" y="815"/>
                  <a:pt x="774" y="818"/>
                </a:cubicBezTo>
                <a:cubicBezTo>
                  <a:pt x="776" y="817"/>
                  <a:pt x="775" y="815"/>
                  <a:pt x="776" y="814"/>
                </a:cubicBezTo>
                <a:close/>
                <a:moveTo>
                  <a:pt x="977" y="850"/>
                </a:moveTo>
                <a:cubicBezTo>
                  <a:pt x="974" y="850"/>
                  <a:pt x="972" y="851"/>
                  <a:pt x="969" y="852"/>
                </a:cubicBezTo>
                <a:cubicBezTo>
                  <a:pt x="969" y="852"/>
                  <a:pt x="969" y="852"/>
                  <a:pt x="969" y="853"/>
                </a:cubicBezTo>
                <a:cubicBezTo>
                  <a:pt x="972" y="852"/>
                  <a:pt x="975" y="851"/>
                  <a:pt x="977" y="850"/>
                </a:cubicBezTo>
                <a:close/>
                <a:moveTo>
                  <a:pt x="962" y="858"/>
                </a:moveTo>
                <a:cubicBezTo>
                  <a:pt x="963" y="856"/>
                  <a:pt x="966" y="855"/>
                  <a:pt x="967" y="853"/>
                </a:cubicBezTo>
                <a:cubicBezTo>
                  <a:pt x="963" y="854"/>
                  <a:pt x="960" y="855"/>
                  <a:pt x="957" y="856"/>
                </a:cubicBezTo>
                <a:cubicBezTo>
                  <a:pt x="959" y="856"/>
                  <a:pt x="960" y="858"/>
                  <a:pt x="962" y="858"/>
                </a:cubicBezTo>
                <a:close/>
                <a:moveTo>
                  <a:pt x="760" y="803"/>
                </a:moveTo>
                <a:cubicBezTo>
                  <a:pt x="772" y="802"/>
                  <a:pt x="785" y="805"/>
                  <a:pt x="798" y="807"/>
                </a:cubicBezTo>
                <a:cubicBezTo>
                  <a:pt x="804" y="807"/>
                  <a:pt x="804" y="807"/>
                  <a:pt x="804" y="807"/>
                </a:cubicBezTo>
                <a:cubicBezTo>
                  <a:pt x="804" y="808"/>
                  <a:pt x="804" y="808"/>
                  <a:pt x="804" y="808"/>
                </a:cubicBezTo>
                <a:cubicBezTo>
                  <a:pt x="811" y="810"/>
                  <a:pt x="817" y="811"/>
                  <a:pt x="823" y="812"/>
                </a:cubicBezTo>
                <a:cubicBezTo>
                  <a:pt x="823" y="812"/>
                  <a:pt x="823" y="811"/>
                  <a:pt x="823" y="810"/>
                </a:cubicBezTo>
                <a:cubicBezTo>
                  <a:pt x="823" y="810"/>
                  <a:pt x="823" y="810"/>
                  <a:pt x="823" y="809"/>
                </a:cubicBezTo>
                <a:cubicBezTo>
                  <a:pt x="820" y="810"/>
                  <a:pt x="818" y="810"/>
                  <a:pt x="816" y="809"/>
                </a:cubicBezTo>
                <a:cubicBezTo>
                  <a:pt x="816" y="809"/>
                  <a:pt x="816" y="809"/>
                  <a:pt x="816" y="809"/>
                </a:cubicBezTo>
                <a:cubicBezTo>
                  <a:pt x="815" y="809"/>
                  <a:pt x="814" y="808"/>
                  <a:pt x="814" y="807"/>
                </a:cubicBezTo>
                <a:cubicBezTo>
                  <a:pt x="814" y="807"/>
                  <a:pt x="814" y="807"/>
                  <a:pt x="814" y="807"/>
                </a:cubicBezTo>
                <a:cubicBezTo>
                  <a:pt x="829" y="807"/>
                  <a:pt x="829" y="807"/>
                  <a:pt x="829" y="807"/>
                </a:cubicBezTo>
                <a:cubicBezTo>
                  <a:pt x="809" y="802"/>
                  <a:pt x="789" y="798"/>
                  <a:pt x="768" y="797"/>
                </a:cubicBezTo>
                <a:cubicBezTo>
                  <a:pt x="763" y="796"/>
                  <a:pt x="746" y="796"/>
                  <a:pt x="750" y="806"/>
                </a:cubicBezTo>
                <a:cubicBezTo>
                  <a:pt x="750" y="807"/>
                  <a:pt x="751" y="807"/>
                  <a:pt x="751" y="808"/>
                </a:cubicBezTo>
                <a:cubicBezTo>
                  <a:pt x="761" y="808"/>
                  <a:pt x="761" y="808"/>
                  <a:pt x="761" y="808"/>
                </a:cubicBezTo>
                <a:cubicBezTo>
                  <a:pt x="761" y="807"/>
                  <a:pt x="761" y="807"/>
                  <a:pt x="761" y="807"/>
                </a:cubicBezTo>
                <a:cubicBezTo>
                  <a:pt x="757" y="804"/>
                  <a:pt x="754" y="804"/>
                  <a:pt x="760" y="803"/>
                </a:cubicBezTo>
                <a:close/>
                <a:moveTo>
                  <a:pt x="981" y="855"/>
                </a:moveTo>
                <a:cubicBezTo>
                  <a:pt x="982" y="855"/>
                  <a:pt x="982" y="855"/>
                  <a:pt x="982" y="854"/>
                </a:cubicBezTo>
                <a:cubicBezTo>
                  <a:pt x="977" y="854"/>
                  <a:pt x="976" y="857"/>
                  <a:pt x="972" y="858"/>
                </a:cubicBezTo>
                <a:cubicBezTo>
                  <a:pt x="972" y="858"/>
                  <a:pt x="972" y="858"/>
                  <a:pt x="973" y="858"/>
                </a:cubicBezTo>
                <a:cubicBezTo>
                  <a:pt x="976" y="857"/>
                  <a:pt x="978" y="856"/>
                  <a:pt x="981" y="855"/>
                </a:cubicBezTo>
                <a:close/>
                <a:moveTo>
                  <a:pt x="972" y="815"/>
                </a:moveTo>
                <a:cubicBezTo>
                  <a:pt x="967" y="816"/>
                  <a:pt x="962" y="817"/>
                  <a:pt x="956" y="819"/>
                </a:cubicBezTo>
                <a:cubicBezTo>
                  <a:pt x="958" y="823"/>
                  <a:pt x="966" y="817"/>
                  <a:pt x="966" y="823"/>
                </a:cubicBezTo>
                <a:cubicBezTo>
                  <a:pt x="966" y="823"/>
                  <a:pt x="966" y="823"/>
                  <a:pt x="966" y="823"/>
                </a:cubicBezTo>
                <a:cubicBezTo>
                  <a:pt x="967" y="823"/>
                  <a:pt x="967" y="823"/>
                  <a:pt x="968" y="823"/>
                </a:cubicBezTo>
                <a:cubicBezTo>
                  <a:pt x="970" y="822"/>
                  <a:pt x="971" y="818"/>
                  <a:pt x="973" y="820"/>
                </a:cubicBezTo>
                <a:cubicBezTo>
                  <a:pt x="973" y="821"/>
                  <a:pt x="973" y="821"/>
                  <a:pt x="973" y="822"/>
                </a:cubicBezTo>
                <a:cubicBezTo>
                  <a:pt x="981" y="820"/>
                  <a:pt x="989" y="818"/>
                  <a:pt x="996" y="816"/>
                </a:cubicBezTo>
                <a:cubicBezTo>
                  <a:pt x="996" y="816"/>
                  <a:pt x="997" y="815"/>
                  <a:pt x="997" y="815"/>
                </a:cubicBezTo>
                <a:cubicBezTo>
                  <a:pt x="997" y="815"/>
                  <a:pt x="998" y="814"/>
                  <a:pt x="998" y="813"/>
                </a:cubicBezTo>
                <a:cubicBezTo>
                  <a:pt x="999" y="812"/>
                  <a:pt x="998" y="810"/>
                  <a:pt x="997" y="810"/>
                </a:cubicBezTo>
                <a:cubicBezTo>
                  <a:pt x="995" y="811"/>
                  <a:pt x="992" y="812"/>
                  <a:pt x="989" y="811"/>
                </a:cubicBezTo>
                <a:cubicBezTo>
                  <a:pt x="989" y="811"/>
                  <a:pt x="989" y="811"/>
                  <a:pt x="989" y="811"/>
                </a:cubicBezTo>
                <a:cubicBezTo>
                  <a:pt x="986" y="811"/>
                  <a:pt x="984" y="812"/>
                  <a:pt x="981" y="813"/>
                </a:cubicBezTo>
                <a:cubicBezTo>
                  <a:pt x="981" y="813"/>
                  <a:pt x="982" y="814"/>
                  <a:pt x="982" y="814"/>
                </a:cubicBezTo>
                <a:cubicBezTo>
                  <a:pt x="981" y="818"/>
                  <a:pt x="979" y="819"/>
                  <a:pt x="975" y="819"/>
                </a:cubicBezTo>
                <a:cubicBezTo>
                  <a:pt x="973" y="818"/>
                  <a:pt x="974" y="815"/>
                  <a:pt x="972" y="815"/>
                </a:cubicBezTo>
                <a:close/>
                <a:moveTo>
                  <a:pt x="890" y="851"/>
                </a:moveTo>
                <a:cubicBezTo>
                  <a:pt x="891" y="850"/>
                  <a:pt x="893" y="849"/>
                  <a:pt x="894" y="847"/>
                </a:cubicBezTo>
                <a:cubicBezTo>
                  <a:pt x="893" y="847"/>
                  <a:pt x="893" y="847"/>
                  <a:pt x="892" y="847"/>
                </a:cubicBezTo>
                <a:cubicBezTo>
                  <a:pt x="890" y="847"/>
                  <a:pt x="888" y="848"/>
                  <a:pt x="887" y="848"/>
                </a:cubicBezTo>
                <a:cubicBezTo>
                  <a:pt x="887" y="849"/>
                  <a:pt x="888" y="850"/>
                  <a:pt x="890" y="851"/>
                </a:cubicBezTo>
                <a:close/>
                <a:moveTo>
                  <a:pt x="891" y="815"/>
                </a:moveTo>
                <a:cubicBezTo>
                  <a:pt x="889" y="815"/>
                  <a:pt x="887" y="815"/>
                  <a:pt x="886" y="815"/>
                </a:cubicBezTo>
                <a:cubicBezTo>
                  <a:pt x="888" y="817"/>
                  <a:pt x="890" y="819"/>
                  <a:pt x="891" y="822"/>
                </a:cubicBezTo>
                <a:cubicBezTo>
                  <a:pt x="895" y="822"/>
                  <a:pt x="900" y="822"/>
                  <a:pt x="904" y="822"/>
                </a:cubicBezTo>
                <a:cubicBezTo>
                  <a:pt x="903" y="821"/>
                  <a:pt x="903" y="820"/>
                  <a:pt x="903" y="818"/>
                </a:cubicBezTo>
                <a:cubicBezTo>
                  <a:pt x="898" y="818"/>
                  <a:pt x="895" y="816"/>
                  <a:pt x="891" y="815"/>
                </a:cubicBezTo>
                <a:close/>
                <a:moveTo>
                  <a:pt x="906" y="845"/>
                </a:moveTo>
                <a:cubicBezTo>
                  <a:pt x="906" y="845"/>
                  <a:pt x="906" y="845"/>
                  <a:pt x="906" y="845"/>
                </a:cubicBezTo>
                <a:cubicBezTo>
                  <a:pt x="906" y="845"/>
                  <a:pt x="905" y="845"/>
                  <a:pt x="905" y="845"/>
                </a:cubicBezTo>
                <a:cubicBezTo>
                  <a:pt x="905" y="845"/>
                  <a:pt x="905" y="846"/>
                  <a:pt x="905" y="846"/>
                </a:cubicBezTo>
                <a:cubicBezTo>
                  <a:pt x="905" y="846"/>
                  <a:pt x="906" y="845"/>
                  <a:pt x="906" y="845"/>
                </a:cubicBezTo>
                <a:close/>
                <a:moveTo>
                  <a:pt x="826" y="825"/>
                </a:moveTo>
                <a:cubicBezTo>
                  <a:pt x="826" y="825"/>
                  <a:pt x="826" y="825"/>
                  <a:pt x="826" y="825"/>
                </a:cubicBezTo>
                <a:cubicBezTo>
                  <a:pt x="825" y="825"/>
                  <a:pt x="824" y="825"/>
                  <a:pt x="823" y="825"/>
                </a:cubicBezTo>
                <a:cubicBezTo>
                  <a:pt x="823" y="825"/>
                  <a:pt x="823" y="825"/>
                  <a:pt x="823" y="825"/>
                </a:cubicBezTo>
                <a:cubicBezTo>
                  <a:pt x="817" y="825"/>
                  <a:pt x="817" y="825"/>
                  <a:pt x="817" y="825"/>
                </a:cubicBezTo>
                <a:cubicBezTo>
                  <a:pt x="817" y="825"/>
                  <a:pt x="817" y="824"/>
                  <a:pt x="817" y="824"/>
                </a:cubicBezTo>
                <a:cubicBezTo>
                  <a:pt x="816" y="823"/>
                  <a:pt x="815" y="823"/>
                  <a:pt x="814" y="823"/>
                </a:cubicBezTo>
                <a:cubicBezTo>
                  <a:pt x="814" y="824"/>
                  <a:pt x="814" y="825"/>
                  <a:pt x="814" y="825"/>
                </a:cubicBezTo>
                <a:cubicBezTo>
                  <a:pt x="806" y="825"/>
                  <a:pt x="806" y="825"/>
                  <a:pt x="806" y="825"/>
                </a:cubicBezTo>
                <a:cubicBezTo>
                  <a:pt x="806" y="825"/>
                  <a:pt x="805" y="825"/>
                  <a:pt x="805" y="824"/>
                </a:cubicBezTo>
                <a:cubicBezTo>
                  <a:pt x="804" y="824"/>
                  <a:pt x="803" y="824"/>
                  <a:pt x="802" y="824"/>
                </a:cubicBezTo>
                <a:cubicBezTo>
                  <a:pt x="802" y="824"/>
                  <a:pt x="801" y="822"/>
                  <a:pt x="801" y="821"/>
                </a:cubicBezTo>
                <a:cubicBezTo>
                  <a:pt x="801" y="821"/>
                  <a:pt x="801" y="821"/>
                  <a:pt x="800" y="821"/>
                </a:cubicBezTo>
                <a:cubicBezTo>
                  <a:pt x="800" y="822"/>
                  <a:pt x="800" y="823"/>
                  <a:pt x="800" y="824"/>
                </a:cubicBezTo>
                <a:cubicBezTo>
                  <a:pt x="801" y="825"/>
                  <a:pt x="802" y="825"/>
                  <a:pt x="802" y="826"/>
                </a:cubicBezTo>
                <a:cubicBezTo>
                  <a:pt x="790" y="826"/>
                  <a:pt x="790" y="826"/>
                  <a:pt x="790" y="826"/>
                </a:cubicBezTo>
                <a:cubicBezTo>
                  <a:pt x="845" y="840"/>
                  <a:pt x="907" y="836"/>
                  <a:pt x="963" y="824"/>
                </a:cubicBezTo>
                <a:cubicBezTo>
                  <a:pt x="922" y="824"/>
                  <a:pt x="922" y="824"/>
                  <a:pt x="922" y="824"/>
                </a:cubicBezTo>
                <a:cubicBezTo>
                  <a:pt x="891" y="828"/>
                  <a:pt x="859" y="829"/>
                  <a:pt x="828" y="825"/>
                </a:cubicBezTo>
                <a:lnTo>
                  <a:pt x="826" y="825"/>
                </a:lnTo>
                <a:close/>
                <a:moveTo>
                  <a:pt x="888" y="855"/>
                </a:moveTo>
                <a:cubicBezTo>
                  <a:pt x="888" y="854"/>
                  <a:pt x="887" y="853"/>
                  <a:pt x="887" y="853"/>
                </a:cubicBezTo>
                <a:cubicBezTo>
                  <a:pt x="887" y="854"/>
                  <a:pt x="887" y="854"/>
                  <a:pt x="886" y="855"/>
                </a:cubicBezTo>
                <a:cubicBezTo>
                  <a:pt x="887" y="855"/>
                  <a:pt x="887" y="855"/>
                  <a:pt x="888" y="855"/>
                </a:cubicBezTo>
                <a:close/>
                <a:moveTo>
                  <a:pt x="811" y="852"/>
                </a:moveTo>
                <a:cubicBezTo>
                  <a:pt x="814" y="852"/>
                  <a:pt x="815" y="853"/>
                  <a:pt x="817" y="854"/>
                </a:cubicBezTo>
                <a:cubicBezTo>
                  <a:pt x="818" y="854"/>
                  <a:pt x="818" y="854"/>
                  <a:pt x="819" y="855"/>
                </a:cubicBezTo>
                <a:cubicBezTo>
                  <a:pt x="819" y="855"/>
                  <a:pt x="820" y="856"/>
                  <a:pt x="820" y="856"/>
                </a:cubicBezTo>
                <a:cubicBezTo>
                  <a:pt x="821" y="856"/>
                  <a:pt x="823" y="856"/>
                  <a:pt x="825" y="856"/>
                </a:cubicBezTo>
                <a:cubicBezTo>
                  <a:pt x="829" y="857"/>
                  <a:pt x="832" y="857"/>
                  <a:pt x="836" y="857"/>
                </a:cubicBezTo>
                <a:cubicBezTo>
                  <a:pt x="834" y="856"/>
                  <a:pt x="832" y="856"/>
                  <a:pt x="830" y="855"/>
                </a:cubicBezTo>
                <a:cubicBezTo>
                  <a:pt x="829" y="853"/>
                  <a:pt x="832" y="853"/>
                  <a:pt x="832" y="851"/>
                </a:cubicBezTo>
                <a:cubicBezTo>
                  <a:pt x="832" y="851"/>
                  <a:pt x="832" y="851"/>
                  <a:pt x="832" y="851"/>
                </a:cubicBezTo>
                <a:cubicBezTo>
                  <a:pt x="832" y="851"/>
                  <a:pt x="831" y="851"/>
                  <a:pt x="831" y="850"/>
                </a:cubicBezTo>
                <a:cubicBezTo>
                  <a:pt x="831" y="850"/>
                  <a:pt x="831" y="850"/>
                  <a:pt x="831" y="850"/>
                </a:cubicBezTo>
                <a:cubicBezTo>
                  <a:pt x="830" y="850"/>
                  <a:pt x="830" y="850"/>
                  <a:pt x="830" y="850"/>
                </a:cubicBezTo>
                <a:cubicBezTo>
                  <a:pt x="829" y="850"/>
                  <a:pt x="828" y="850"/>
                  <a:pt x="828" y="850"/>
                </a:cubicBezTo>
                <a:cubicBezTo>
                  <a:pt x="826" y="850"/>
                  <a:pt x="824" y="850"/>
                  <a:pt x="822" y="850"/>
                </a:cubicBezTo>
                <a:cubicBezTo>
                  <a:pt x="822" y="851"/>
                  <a:pt x="822" y="852"/>
                  <a:pt x="822" y="854"/>
                </a:cubicBezTo>
                <a:cubicBezTo>
                  <a:pt x="818" y="854"/>
                  <a:pt x="816" y="852"/>
                  <a:pt x="816" y="849"/>
                </a:cubicBezTo>
                <a:cubicBezTo>
                  <a:pt x="814" y="849"/>
                  <a:pt x="813" y="849"/>
                  <a:pt x="811" y="849"/>
                </a:cubicBezTo>
                <a:cubicBezTo>
                  <a:pt x="811" y="849"/>
                  <a:pt x="812" y="850"/>
                  <a:pt x="812" y="850"/>
                </a:cubicBezTo>
                <a:cubicBezTo>
                  <a:pt x="811" y="850"/>
                  <a:pt x="811" y="850"/>
                  <a:pt x="810" y="850"/>
                </a:cubicBezTo>
                <a:cubicBezTo>
                  <a:pt x="811" y="851"/>
                  <a:pt x="811" y="851"/>
                  <a:pt x="811" y="852"/>
                </a:cubicBezTo>
                <a:close/>
                <a:moveTo>
                  <a:pt x="972" y="964"/>
                </a:moveTo>
                <a:cubicBezTo>
                  <a:pt x="973" y="965"/>
                  <a:pt x="974" y="965"/>
                  <a:pt x="976" y="965"/>
                </a:cubicBezTo>
                <a:cubicBezTo>
                  <a:pt x="976" y="965"/>
                  <a:pt x="976" y="965"/>
                  <a:pt x="976" y="965"/>
                </a:cubicBezTo>
                <a:cubicBezTo>
                  <a:pt x="978" y="964"/>
                  <a:pt x="980" y="963"/>
                  <a:pt x="982" y="962"/>
                </a:cubicBezTo>
                <a:cubicBezTo>
                  <a:pt x="982" y="962"/>
                  <a:pt x="982" y="962"/>
                  <a:pt x="982" y="962"/>
                </a:cubicBezTo>
                <a:cubicBezTo>
                  <a:pt x="980" y="963"/>
                  <a:pt x="979" y="963"/>
                  <a:pt x="978" y="962"/>
                </a:cubicBezTo>
                <a:cubicBezTo>
                  <a:pt x="977" y="964"/>
                  <a:pt x="974" y="962"/>
                  <a:pt x="973" y="961"/>
                </a:cubicBezTo>
                <a:cubicBezTo>
                  <a:pt x="973" y="959"/>
                  <a:pt x="975" y="960"/>
                  <a:pt x="977" y="960"/>
                </a:cubicBezTo>
                <a:cubicBezTo>
                  <a:pt x="977" y="959"/>
                  <a:pt x="978" y="958"/>
                  <a:pt x="978" y="958"/>
                </a:cubicBezTo>
                <a:cubicBezTo>
                  <a:pt x="978" y="958"/>
                  <a:pt x="978" y="958"/>
                  <a:pt x="978" y="958"/>
                </a:cubicBezTo>
                <a:cubicBezTo>
                  <a:pt x="978" y="957"/>
                  <a:pt x="978" y="957"/>
                  <a:pt x="977" y="956"/>
                </a:cubicBezTo>
                <a:cubicBezTo>
                  <a:pt x="976" y="957"/>
                  <a:pt x="974" y="958"/>
                  <a:pt x="972" y="959"/>
                </a:cubicBezTo>
                <a:cubicBezTo>
                  <a:pt x="973" y="960"/>
                  <a:pt x="973" y="962"/>
                  <a:pt x="972" y="964"/>
                </a:cubicBezTo>
                <a:close/>
                <a:moveTo>
                  <a:pt x="836" y="850"/>
                </a:moveTo>
                <a:cubicBezTo>
                  <a:pt x="836" y="851"/>
                  <a:pt x="836" y="851"/>
                  <a:pt x="836" y="851"/>
                </a:cubicBezTo>
                <a:cubicBezTo>
                  <a:pt x="839" y="851"/>
                  <a:pt x="839" y="851"/>
                  <a:pt x="842" y="851"/>
                </a:cubicBezTo>
                <a:cubicBezTo>
                  <a:pt x="840" y="851"/>
                  <a:pt x="838" y="851"/>
                  <a:pt x="836" y="850"/>
                </a:cubicBezTo>
                <a:close/>
                <a:moveTo>
                  <a:pt x="486" y="1061"/>
                </a:moveTo>
                <a:cubicBezTo>
                  <a:pt x="485" y="1061"/>
                  <a:pt x="484" y="1062"/>
                  <a:pt x="483" y="1062"/>
                </a:cubicBezTo>
                <a:cubicBezTo>
                  <a:pt x="482" y="1064"/>
                  <a:pt x="482" y="1065"/>
                  <a:pt x="482" y="1067"/>
                </a:cubicBezTo>
                <a:cubicBezTo>
                  <a:pt x="483" y="1068"/>
                  <a:pt x="485" y="1069"/>
                  <a:pt x="487" y="1071"/>
                </a:cubicBezTo>
                <a:cubicBezTo>
                  <a:pt x="488" y="1069"/>
                  <a:pt x="494" y="1069"/>
                  <a:pt x="493" y="1072"/>
                </a:cubicBezTo>
                <a:cubicBezTo>
                  <a:pt x="494" y="1072"/>
                  <a:pt x="494" y="1072"/>
                  <a:pt x="494" y="1072"/>
                </a:cubicBezTo>
                <a:cubicBezTo>
                  <a:pt x="494" y="1073"/>
                  <a:pt x="493" y="1075"/>
                  <a:pt x="494" y="1076"/>
                </a:cubicBezTo>
                <a:cubicBezTo>
                  <a:pt x="502" y="1083"/>
                  <a:pt x="511" y="1090"/>
                  <a:pt x="521" y="1096"/>
                </a:cubicBezTo>
                <a:cubicBezTo>
                  <a:pt x="521" y="1096"/>
                  <a:pt x="522" y="1097"/>
                  <a:pt x="522" y="1097"/>
                </a:cubicBezTo>
                <a:cubicBezTo>
                  <a:pt x="522" y="1097"/>
                  <a:pt x="523" y="1096"/>
                  <a:pt x="523" y="1096"/>
                </a:cubicBezTo>
                <a:cubicBezTo>
                  <a:pt x="523" y="1096"/>
                  <a:pt x="522" y="1095"/>
                  <a:pt x="522" y="1095"/>
                </a:cubicBezTo>
                <a:cubicBezTo>
                  <a:pt x="530" y="1095"/>
                  <a:pt x="530" y="1095"/>
                  <a:pt x="530" y="1095"/>
                </a:cubicBezTo>
                <a:cubicBezTo>
                  <a:pt x="514" y="1085"/>
                  <a:pt x="499" y="1074"/>
                  <a:pt x="486" y="1061"/>
                </a:cubicBezTo>
                <a:close/>
                <a:moveTo>
                  <a:pt x="706" y="1107"/>
                </a:moveTo>
                <a:cubicBezTo>
                  <a:pt x="708" y="1107"/>
                  <a:pt x="710" y="1106"/>
                  <a:pt x="711" y="1107"/>
                </a:cubicBezTo>
                <a:cubicBezTo>
                  <a:pt x="710" y="1111"/>
                  <a:pt x="717" y="1110"/>
                  <a:pt x="720" y="1111"/>
                </a:cubicBezTo>
                <a:cubicBezTo>
                  <a:pt x="710" y="1112"/>
                  <a:pt x="710" y="1112"/>
                  <a:pt x="710" y="1112"/>
                </a:cubicBezTo>
                <a:cubicBezTo>
                  <a:pt x="713" y="1113"/>
                  <a:pt x="716" y="1115"/>
                  <a:pt x="720" y="1116"/>
                </a:cubicBezTo>
                <a:cubicBezTo>
                  <a:pt x="733" y="1122"/>
                  <a:pt x="747" y="1126"/>
                  <a:pt x="762" y="1129"/>
                </a:cubicBezTo>
                <a:cubicBezTo>
                  <a:pt x="762" y="1129"/>
                  <a:pt x="762" y="1129"/>
                  <a:pt x="762" y="1128"/>
                </a:cubicBezTo>
                <a:cubicBezTo>
                  <a:pt x="771" y="1128"/>
                  <a:pt x="771" y="1128"/>
                  <a:pt x="771" y="1128"/>
                </a:cubicBezTo>
                <a:cubicBezTo>
                  <a:pt x="771" y="1129"/>
                  <a:pt x="771" y="1129"/>
                  <a:pt x="771" y="1130"/>
                </a:cubicBezTo>
                <a:cubicBezTo>
                  <a:pt x="777" y="1130"/>
                  <a:pt x="784" y="1131"/>
                  <a:pt x="790" y="1131"/>
                </a:cubicBezTo>
                <a:cubicBezTo>
                  <a:pt x="790" y="1130"/>
                  <a:pt x="791" y="1130"/>
                  <a:pt x="792" y="1130"/>
                </a:cubicBezTo>
                <a:cubicBezTo>
                  <a:pt x="791" y="1129"/>
                  <a:pt x="790" y="1129"/>
                  <a:pt x="789" y="1128"/>
                </a:cubicBezTo>
                <a:cubicBezTo>
                  <a:pt x="795" y="1128"/>
                  <a:pt x="795" y="1128"/>
                  <a:pt x="795" y="1128"/>
                </a:cubicBezTo>
                <a:cubicBezTo>
                  <a:pt x="796" y="1129"/>
                  <a:pt x="797" y="1129"/>
                  <a:pt x="797" y="1129"/>
                </a:cubicBezTo>
                <a:cubicBezTo>
                  <a:pt x="797" y="1130"/>
                  <a:pt x="797" y="1130"/>
                  <a:pt x="797" y="1131"/>
                </a:cubicBezTo>
                <a:cubicBezTo>
                  <a:pt x="798" y="1131"/>
                  <a:pt x="799" y="1131"/>
                  <a:pt x="800" y="1131"/>
                </a:cubicBezTo>
                <a:cubicBezTo>
                  <a:pt x="801" y="1130"/>
                  <a:pt x="803" y="1129"/>
                  <a:pt x="804" y="1128"/>
                </a:cubicBezTo>
                <a:cubicBezTo>
                  <a:pt x="811" y="1128"/>
                  <a:pt x="811" y="1128"/>
                  <a:pt x="811" y="1128"/>
                </a:cubicBezTo>
                <a:cubicBezTo>
                  <a:pt x="810" y="1129"/>
                  <a:pt x="809" y="1129"/>
                  <a:pt x="809" y="1130"/>
                </a:cubicBezTo>
                <a:cubicBezTo>
                  <a:pt x="810" y="1130"/>
                  <a:pt x="811" y="1130"/>
                  <a:pt x="812" y="1130"/>
                </a:cubicBezTo>
                <a:cubicBezTo>
                  <a:pt x="812" y="1129"/>
                  <a:pt x="812" y="1129"/>
                  <a:pt x="813" y="1128"/>
                </a:cubicBezTo>
                <a:cubicBezTo>
                  <a:pt x="817" y="1128"/>
                  <a:pt x="817" y="1128"/>
                  <a:pt x="817" y="1128"/>
                </a:cubicBezTo>
                <a:cubicBezTo>
                  <a:pt x="818" y="1128"/>
                  <a:pt x="819" y="1129"/>
                  <a:pt x="819" y="1130"/>
                </a:cubicBezTo>
                <a:cubicBezTo>
                  <a:pt x="821" y="1129"/>
                  <a:pt x="823" y="1129"/>
                  <a:pt x="825" y="1129"/>
                </a:cubicBezTo>
                <a:cubicBezTo>
                  <a:pt x="824" y="1129"/>
                  <a:pt x="824" y="1128"/>
                  <a:pt x="823" y="1128"/>
                </a:cubicBezTo>
                <a:cubicBezTo>
                  <a:pt x="830" y="1128"/>
                  <a:pt x="830" y="1128"/>
                  <a:pt x="830" y="1128"/>
                </a:cubicBezTo>
                <a:cubicBezTo>
                  <a:pt x="830" y="1128"/>
                  <a:pt x="830" y="1128"/>
                  <a:pt x="830" y="1128"/>
                </a:cubicBezTo>
                <a:cubicBezTo>
                  <a:pt x="855" y="1125"/>
                  <a:pt x="879" y="1119"/>
                  <a:pt x="903" y="1110"/>
                </a:cubicBezTo>
                <a:cubicBezTo>
                  <a:pt x="896" y="1110"/>
                  <a:pt x="896" y="1110"/>
                  <a:pt x="896" y="1110"/>
                </a:cubicBezTo>
                <a:cubicBezTo>
                  <a:pt x="896" y="1110"/>
                  <a:pt x="895" y="1110"/>
                  <a:pt x="895" y="1109"/>
                </a:cubicBezTo>
                <a:cubicBezTo>
                  <a:pt x="894" y="1110"/>
                  <a:pt x="894" y="1110"/>
                  <a:pt x="893" y="1110"/>
                </a:cubicBezTo>
                <a:cubicBezTo>
                  <a:pt x="889" y="1110"/>
                  <a:pt x="889" y="1110"/>
                  <a:pt x="889" y="1110"/>
                </a:cubicBezTo>
                <a:cubicBezTo>
                  <a:pt x="888" y="1109"/>
                  <a:pt x="888" y="1109"/>
                  <a:pt x="887" y="1108"/>
                </a:cubicBezTo>
                <a:cubicBezTo>
                  <a:pt x="856" y="1118"/>
                  <a:pt x="824" y="1124"/>
                  <a:pt x="792" y="1124"/>
                </a:cubicBezTo>
                <a:cubicBezTo>
                  <a:pt x="769" y="1124"/>
                  <a:pt x="749" y="1119"/>
                  <a:pt x="729" y="1111"/>
                </a:cubicBezTo>
                <a:cubicBezTo>
                  <a:pt x="722" y="1111"/>
                  <a:pt x="722" y="1111"/>
                  <a:pt x="722" y="1111"/>
                </a:cubicBezTo>
                <a:cubicBezTo>
                  <a:pt x="722" y="1111"/>
                  <a:pt x="722" y="1111"/>
                  <a:pt x="721" y="1111"/>
                </a:cubicBezTo>
                <a:cubicBezTo>
                  <a:pt x="722" y="1110"/>
                  <a:pt x="723" y="1110"/>
                  <a:pt x="723" y="1110"/>
                </a:cubicBezTo>
                <a:cubicBezTo>
                  <a:pt x="723" y="1109"/>
                  <a:pt x="723" y="1109"/>
                  <a:pt x="723" y="1109"/>
                </a:cubicBezTo>
                <a:cubicBezTo>
                  <a:pt x="720" y="1108"/>
                  <a:pt x="717" y="1106"/>
                  <a:pt x="714" y="1105"/>
                </a:cubicBezTo>
                <a:cubicBezTo>
                  <a:pt x="713" y="1105"/>
                  <a:pt x="712" y="1105"/>
                  <a:pt x="711" y="1104"/>
                </a:cubicBezTo>
                <a:cubicBezTo>
                  <a:pt x="709" y="1103"/>
                  <a:pt x="707" y="1102"/>
                  <a:pt x="704" y="1101"/>
                </a:cubicBezTo>
                <a:cubicBezTo>
                  <a:pt x="705" y="1102"/>
                  <a:pt x="706" y="1103"/>
                  <a:pt x="707" y="1104"/>
                </a:cubicBezTo>
                <a:cubicBezTo>
                  <a:pt x="707" y="1105"/>
                  <a:pt x="707" y="1106"/>
                  <a:pt x="706" y="1107"/>
                </a:cubicBezTo>
                <a:close/>
                <a:moveTo>
                  <a:pt x="100" y="422"/>
                </a:moveTo>
                <a:cubicBezTo>
                  <a:pt x="100" y="422"/>
                  <a:pt x="99" y="423"/>
                  <a:pt x="99" y="424"/>
                </a:cubicBezTo>
                <a:cubicBezTo>
                  <a:pt x="99" y="424"/>
                  <a:pt x="99" y="425"/>
                  <a:pt x="100" y="425"/>
                </a:cubicBezTo>
                <a:cubicBezTo>
                  <a:pt x="101" y="424"/>
                  <a:pt x="101" y="423"/>
                  <a:pt x="100" y="422"/>
                </a:cubicBezTo>
                <a:close/>
                <a:moveTo>
                  <a:pt x="828" y="386"/>
                </a:moveTo>
                <a:cubicBezTo>
                  <a:pt x="823" y="387"/>
                  <a:pt x="822" y="380"/>
                  <a:pt x="818" y="384"/>
                </a:cubicBezTo>
                <a:cubicBezTo>
                  <a:pt x="818" y="384"/>
                  <a:pt x="818" y="384"/>
                  <a:pt x="818" y="384"/>
                </a:cubicBezTo>
                <a:cubicBezTo>
                  <a:pt x="821" y="385"/>
                  <a:pt x="824" y="386"/>
                  <a:pt x="827" y="386"/>
                </a:cubicBezTo>
                <a:cubicBezTo>
                  <a:pt x="827" y="386"/>
                  <a:pt x="827" y="386"/>
                  <a:pt x="828" y="386"/>
                </a:cubicBezTo>
                <a:close/>
                <a:moveTo>
                  <a:pt x="765" y="390"/>
                </a:moveTo>
                <a:cubicBezTo>
                  <a:pt x="763" y="390"/>
                  <a:pt x="762" y="389"/>
                  <a:pt x="761" y="389"/>
                </a:cubicBezTo>
                <a:cubicBezTo>
                  <a:pt x="759" y="391"/>
                  <a:pt x="755" y="393"/>
                  <a:pt x="753" y="394"/>
                </a:cubicBezTo>
                <a:cubicBezTo>
                  <a:pt x="757" y="395"/>
                  <a:pt x="761" y="396"/>
                  <a:pt x="765" y="397"/>
                </a:cubicBezTo>
                <a:cubicBezTo>
                  <a:pt x="766" y="397"/>
                  <a:pt x="766" y="394"/>
                  <a:pt x="767" y="394"/>
                </a:cubicBezTo>
                <a:cubicBezTo>
                  <a:pt x="772" y="393"/>
                  <a:pt x="773" y="397"/>
                  <a:pt x="777" y="398"/>
                </a:cubicBezTo>
                <a:cubicBezTo>
                  <a:pt x="775" y="396"/>
                  <a:pt x="775" y="395"/>
                  <a:pt x="776" y="393"/>
                </a:cubicBezTo>
                <a:cubicBezTo>
                  <a:pt x="773" y="392"/>
                  <a:pt x="770" y="392"/>
                  <a:pt x="768" y="391"/>
                </a:cubicBezTo>
                <a:cubicBezTo>
                  <a:pt x="766" y="392"/>
                  <a:pt x="764" y="392"/>
                  <a:pt x="763" y="391"/>
                </a:cubicBezTo>
                <a:cubicBezTo>
                  <a:pt x="764" y="391"/>
                  <a:pt x="764" y="391"/>
                  <a:pt x="765" y="390"/>
                </a:cubicBezTo>
                <a:close/>
                <a:moveTo>
                  <a:pt x="138" y="423"/>
                </a:moveTo>
                <a:cubicBezTo>
                  <a:pt x="138" y="423"/>
                  <a:pt x="139" y="423"/>
                  <a:pt x="139" y="423"/>
                </a:cubicBezTo>
                <a:cubicBezTo>
                  <a:pt x="139" y="423"/>
                  <a:pt x="139" y="423"/>
                  <a:pt x="139" y="423"/>
                </a:cubicBezTo>
                <a:cubicBezTo>
                  <a:pt x="138" y="423"/>
                  <a:pt x="138" y="423"/>
                  <a:pt x="138" y="423"/>
                </a:cubicBezTo>
                <a:close/>
                <a:moveTo>
                  <a:pt x="334" y="392"/>
                </a:moveTo>
                <a:cubicBezTo>
                  <a:pt x="330" y="393"/>
                  <a:pt x="330" y="391"/>
                  <a:pt x="329" y="390"/>
                </a:cubicBezTo>
                <a:cubicBezTo>
                  <a:pt x="321" y="393"/>
                  <a:pt x="313" y="397"/>
                  <a:pt x="304" y="400"/>
                </a:cubicBezTo>
                <a:cubicBezTo>
                  <a:pt x="304" y="401"/>
                  <a:pt x="304" y="401"/>
                  <a:pt x="304" y="402"/>
                </a:cubicBezTo>
                <a:cubicBezTo>
                  <a:pt x="301" y="402"/>
                  <a:pt x="301" y="402"/>
                  <a:pt x="301" y="402"/>
                </a:cubicBezTo>
                <a:cubicBezTo>
                  <a:pt x="292" y="406"/>
                  <a:pt x="283" y="411"/>
                  <a:pt x="274" y="416"/>
                </a:cubicBezTo>
                <a:cubicBezTo>
                  <a:pt x="272" y="417"/>
                  <a:pt x="270" y="419"/>
                  <a:pt x="269" y="420"/>
                </a:cubicBezTo>
                <a:cubicBezTo>
                  <a:pt x="284" y="419"/>
                  <a:pt x="284" y="419"/>
                  <a:pt x="284" y="419"/>
                </a:cubicBezTo>
                <a:cubicBezTo>
                  <a:pt x="299" y="411"/>
                  <a:pt x="315" y="403"/>
                  <a:pt x="332" y="396"/>
                </a:cubicBezTo>
                <a:cubicBezTo>
                  <a:pt x="332" y="396"/>
                  <a:pt x="331" y="396"/>
                  <a:pt x="331" y="396"/>
                </a:cubicBezTo>
                <a:cubicBezTo>
                  <a:pt x="331" y="393"/>
                  <a:pt x="332" y="393"/>
                  <a:pt x="334" y="392"/>
                </a:cubicBezTo>
                <a:close/>
                <a:moveTo>
                  <a:pt x="215" y="429"/>
                </a:moveTo>
                <a:cubicBezTo>
                  <a:pt x="216" y="429"/>
                  <a:pt x="217" y="429"/>
                  <a:pt x="218" y="429"/>
                </a:cubicBezTo>
                <a:cubicBezTo>
                  <a:pt x="218" y="429"/>
                  <a:pt x="219" y="429"/>
                  <a:pt x="220" y="428"/>
                </a:cubicBezTo>
                <a:cubicBezTo>
                  <a:pt x="219" y="427"/>
                  <a:pt x="218" y="426"/>
                  <a:pt x="218" y="425"/>
                </a:cubicBezTo>
                <a:cubicBezTo>
                  <a:pt x="219" y="426"/>
                  <a:pt x="220" y="427"/>
                  <a:pt x="222" y="427"/>
                </a:cubicBezTo>
                <a:cubicBezTo>
                  <a:pt x="223" y="425"/>
                  <a:pt x="225" y="424"/>
                  <a:pt x="226" y="423"/>
                </a:cubicBezTo>
                <a:cubicBezTo>
                  <a:pt x="226" y="423"/>
                  <a:pt x="225" y="422"/>
                  <a:pt x="225" y="422"/>
                </a:cubicBezTo>
                <a:cubicBezTo>
                  <a:pt x="223" y="422"/>
                  <a:pt x="223" y="422"/>
                  <a:pt x="222" y="423"/>
                </a:cubicBezTo>
                <a:cubicBezTo>
                  <a:pt x="220" y="423"/>
                  <a:pt x="220" y="422"/>
                  <a:pt x="220" y="420"/>
                </a:cubicBezTo>
                <a:cubicBezTo>
                  <a:pt x="231" y="420"/>
                  <a:pt x="231" y="420"/>
                  <a:pt x="231" y="420"/>
                </a:cubicBezTo>
                <a:cubicBezTo>
                  <a:pt x="244" y="410"/>
                  <a:pt x="259" y="401"/>
                  <a:pt x="273" y="394"/>
                </a:cubicBezTo>
                <a:cubicBezTo>
                  <a:pt x="273" y="393"/>
                  <a:pt x="273" y="390"/>
                  <a:pt x="272" y="389"/>
                </a:cubicBezTo>
                <a:cubicBezTo>
                  <a:pt x="274" y="388"/>
                  <a:pt x="276" y="388"/>
                  <a:pt x="279" y="388"/>
                </a:cubicBezTo>
                <a:cubicBezTo>
                  <a:pt x="279" y="389"/>
                  <a:pt x="279" y="390"/>
                  <a:pt x="278" y="391"/>
                </a:cubicBezTo>
                <a:cubicBezTo>
                  <a:pt x="280" y="390"/>
                  <a:pt x="281" y="390"/>
                  <a:pt x="283" y="389"/>
                </a:cubicBezTo>
                <a:cubicBezTo>
                  <a:pt x="283" y="389"/>
                  <a:pt x="284" y="388"/>
                  <a:pt x="285" y="387"/>
                </a:cubicBezTo>
                <a:cubicBezTo>
                  <a:pt x="284" y="386"/>
                  <a:pt x="282" y="385"/>
                  <a:pt x="280" y="384"/>
                </a:cubicBezTo>
                <a:cubicBezTo>
                  <a:pt x="275" y="386"/>
                  <a:pt x="271" y="388"/>
                  <a:pt x="266" y="391"/>
                </a:cubicBezTo>
                <a:cubicBezTo>
                  <a:pt x="265" y="393"/>
                  <a:pt x="265" y="394"/>
                  <a:pt x="264" y="396"/>
                </a:cubicBezTo>
                <a:cubicBezTo>
                  <a:pt x="262" y="396"/>
                  <a:pt x="261" y="396"/>
                  <a:pt x="259" y="396"/>
                </a:cubicBezTo>
                <a:cubicBezTo>
                  <a:pt x="259" y="395"/>
                  <a:pt x="259" y="395"/>
                  <a:pt x="259" y="395"/>
                </a:cubicBezTo>
                <a:cubicBezTo>
                  <a:pt x="256" y="396"/>
                  <a:pt x="253" y="398"/>
                  <a:pt x="250" y="400"/>
                </a:cubicBezTo>
                <a:cubicBezTo>
                  <a:pt x="250" y="401"/>
                  <a:pt x="249" y="401"/>
                  <a:pt x="248" y="402"/>
                </a:cubicBezTo>
                <a:cubicBezTo>
                  <a:pt x="249" y="401"/>
                  <a:pt x="249" y="401"/>
                  <a:pt x="249" y="401"/>
                </a:cubicBezTo>
                <a:cubicBezTo>
                  <a:pt x="238" y="407"/>
                  <a:pt x="228" y="414"/>
                  <a:pt x="218" y="422"/>
                </a:cubicBezTo>
                <a:cubicBezTo>
                  <a:pt x="216" y="423"/>
                  <a:pt x="215" y="425"/>
                  <a:pt x="215" y="429"/>
                </a:cubicBezTo>
                <a:close/>
                <a:moveTo>
                  <a:pt x="583" y="360"/>
                </a:moveTo>
                <a:cubicBezTo>
                  <a:pt x="581" y="360"/>
                  <a:pt x="579" y="360"/>
                  <a:pt x="577" y="360"/>
                </a:cubicBezTo>
                <a:cubicBezTo>
                  <a:pt x="579" y="361"/>
                  <a:pt x="581" y="362"/>
                  <a:pt x="582" y="362"/>
                </a:cubicBezTo>
                <a:cubicBezTo>
                  <a:pt x="583" y="361"/>
                  <a:pt x="583" y="361"/>
                  <a:pt x="583" y="360"/>
                </a:cubicBezTo>
                <a:close/>
                <a:moveTo>
                  <a:pt x="714" y="846"/>
                </a:moveTo>
                <a:cubicBezTo>
                  <a:pt x="714" y="845"/>
                  <a:pt x="715" y="845"/>
                  <a:pt x="715" y="845"/>
                </a:cubicBezTo>
                <a:cubicBezTo>
                  <a:pt x="709" y="840"/>
                  <a:pt x="703" y="834"/>
                  <a:pt x="699" y="827"/>
                </a:cubicBezTo>
                <a:cubicBezTo>
                  <a:pt x="698" y="827"/>
                  <a:pt x="698" y="827"/>
                  <a:pt x="698" y="826"/>
                </a:cubicBezTo>
                <a:cubicBezTo>
                  <a:pt x="695" y="826"/>
                  <a:pt x="695" y="826"/>
                  <a:pt x="695" y="826"/>
                </a:cubicBezTo>
                <a:cubicBezTo>
                  <a:pt x="696" y="826"/>
                  <a:pt x="697" y="826"/>
                  <a:pt x="697" y="825"/>
                </a:cubicBezTo>
                <a:cubicBezTo>
                  <a:pt x="697" y="824"/>
                  <a:pt x="696" y="823"/>
                  <a:pt x="695" y="822"/>
                </a:cubicBezTo>
                <a:cubicBezTo>
                  <a:pt x="694" y="822"/>
                  <a:pt x="692" y="822"/>
                  <a:pt x="691" y="821"/>
                </a:cubicBezTo>
                <a:cubicBezTo>
                  <a:pt x="690" y="819"/>
                  <a:pt x="692" y="817"/>
                  <a:pt x="694" y="817"/>
                </a:cubicBezTo>
                <a:cubicBezTo>
                  <a:pt x="694" y="816"/>
                  <a:pt x="694" y="815"/>
                  <a:pt x="694" y="813"/>
                </a:cubicBezTo>
                <a:cubicBezTo>
                  <a:pt x="693" y="813"/>
                  <a:pt x="693" y="812"/>
                  <a:pt x="692" y="812"/>
                </a:cubicBezTo>
                <a:cubicBezTo>
                  <a:pt x="691" y="813"/>
                  <a:pt x="689" y="813"/>
                  <a:pt x="686" y="814"/>
                </a:cubicBezTo>
                <a:cubicBezTo>
                  <a:pt x="686" y="815"/>
                  <a:pt x="687" y="816"/>
                  <a:pt x="687" y="818"/>
                </a:cubicBezTo>
                <a:cubicBezTo>
                  <a:pt x="689" y="818"/>
                  <a:pt x="690" y="821"/>
                  <a:pt x="691" y="824"/>
                </a:cubicBezTo>
                <a:cubicBezTo>
                  <a:pt x="692" y="825"/>
                  <a:pt x="692" y="826"/>
                  <a:pt x="693" y="826"/>
                </a:cubicBezTo>
                <a:cubicBezTo>
                  <a:pt x="690" y="826"/>
                  <a:pt x="690" y="826"/>
                  <a:pt x="690" y="826"/>
                </a:cubicBezTo>
                <a:cubicBezTo>
                  <a:pt x="693" y="833"/>
                  <a:pt x="699" y="839"/>
                  <a:pt x="704" y="844"/>
                </a:cubicBezTo>
                <a:cubicBezTo>
                  <a:pt x="705" y="844"/>
                  <a:pt x="705" y="844"/>
                  <a:pt x="705" y="844"/>
                </a:cubicBezTo>
                <a:cubicBezTo>
                  <a:pt x="705" y="844"/>
                  <a:pt x="705" y="844"/>
                  <a:pt x="704" y="844"/>
                </a:cubicBezTo>
                <a:cubicBezTo>
                  <a:pt x="706" y="846"/>
                  <a:pt x="708" y="847"/>
                  <a:pt x="709" y="848"/>
                </a:cubicBezTo>
                <a:cubicBezTo>
                  <a:pt x="711" y="850"/>
                  <a:pt x="713" y="851"/>
                  <a:pt x="715" y="853"/>
                </a:cubicBezTo>
                <a:cubicBezTo>
                  <a:pt x="716" y="853"/>
                  <a:pt x="716" y="853"/>
                  <a:pt x="716" y="852"/>
                </a:cubicBezTo>
                <a:cubicBezTo>
                  <a:pt x="713" y="850"/>
                  <a:pt x="710" y="847"/>
                  <a:pt x="706" y="844"/>
                </a:cubicBezTo>
                <a:cubicBezTo>
                  <a:pt x="712" y="844"/>
                  <a:pt x="712" y="844"/>
                  <a:pt x="712" y="844"/>
                </a:cubicBezTo>
                <a:cubicBezTo>
                  <a:pt x="713" y="844"/>
                  <a:pt x="714" y="845"/>
                  <a:pt x="714" y="846"/>
                </a:cubicBezTo>
                <a:close/>
                <a:moveTo>
                  <a:pt x="1093" y="755"/>
                </a:moveTo>
                <a:cubicBezTo>
                  <a:pt x="1030" y="773"/>
                  <a:pt x="963" y="771"/>
                  <a:pt x="898" y="764"/>
                </a:cubicBezTo>
                <a:cubicBezTo>
                  <a:pt x="876" y="759"/>
                  <a:pt x="854" y="755"/>
                  <a:pt x="831" y="750"/>
                </a:cubicBezTo>
                <a:cubicBezTo>
                  <a:pt x="833" y="751"/>
                  <a:pt x="835" y="752"/>
                  <a:pt x="836" y="754"/>
                </a:cubicBezTo>
                <a:cubicBezTo>
                  <a:pt x="828" y="754"/>
                  <a:pt x="828" y="754"/>
                  <a:pt x="828" y="754"/>
                </a:cubicBezTo>
                <a:cubicBezTo>
                  <a:pt x="827" y="752"/>
                  <a:pt x="827" y="751"/>
                  <a:pt x="828" y="749"/>
                </a:cubicBezTo>
                <a:cubicBezTo>
                  <a:pt x="826" y="749"/>
                  <a:pt x="824" y="748"/>
                  <a:pt x="823" y="748"/>
                </a:cubicBezTo>
                <a:cubicBezTo>
                  <a:pt x="824" y="750"/>
                  <a:pt x="824" y="751"/>
                  <a:pt x="823" y="753"/>
                </a:cubicBezTo>
                <a:cubicBezTo>
                  <a:pt x="823" y="754"/>
                  <a:pt x="824" y="754"/>
                  <a:pt x="824" y="754"/>
                </a:cubicBezTo>
                <a:cubicBezTo>
                  <a:pt x="805" y="754"/>
                  <a:pt x="805" y="754"/>
                  <a:pt x="805" y="754"/>
                </a:cubicBezTo>
                <a:cubicBezTo>
                  <a:pt x="805" y="754"/>
                  <a:pt x="805" y="754"/>
                  <a:pt x="806" y="754"/>
                </a:cubicBezTo>
                <a:cubicBezTo>
                  <a:pt x="803" y="751"/>
                  <a:pt x="800" y="753"/>
                  <a:pt x="797" y="754"/>
                </a:cubicBezTo>
                <a:cubicBezTo>
                  <a:pt x="798" y="754"/>
                  <a:pt x="799" y="754"/>
                  <a:pt x="800" y="754"/>
                </a:cubicBezTo>
                <a:cubicBezTo>
                  <a:pt x="800" y="754"/>
                  <a:pt x="800" y="754"/>
                  <a:pt x="800" y="754"/>
                </a:cubicBezTo>
                <a:cubicBezTo>
                  <a:pt x="792" y="754"/>
                  <a:pt x="792" y="754"/>
                  <a:pt x="792" y="754"/>
                </a:cubicBezTo>
                <a:cubicBezTo>
                  <a:pt x="792" y="754"/>
                  <a:pt x="792" y="754"/>
                  <a:pt x="792" y="754"/>
                </a:cubicBezTo>
                <a:cubicBezTo>
                  <a:pt x="791" y="753"/>
                  <a:pt x="790" y="753"/>
                  <a:pt x="790" y="751"/>
                </a:cubicBezTo>
                <a:cubicBezTo>
                  <a:pt x="787" y="751"/>
                  <a:pt x="787" y="751"/>
                  <a:pt x="784" y="751"/>
                </a:cubicBezTo>
                <a:cubicBezTo>
                  <a:pt x="783" y="751"/>
                  <a:pt x="782" y="752"/>
                  <a:pt x="781" y="754"/>
                </a:cubicBezTo>
                <a:cubicBezTo>
                  <a:pt x="782" y="754"/>
                  <a:pt x="782" y="754"/>
                  <a:pt x="783" y="754"/>
                </a:cubicBezTo>
                <a:cubicBezTo>
                  <a:pt x="777" y="754"/>
                  <a:pt x="777" y="754"/>
                  <a:pt x="777" y="754"/>
                </a:cubicBezTo>
                <a:cubicBezTo>
                  <a:pt x="777" y="754"/>
                  <a:pt x="777" y="754"/>
                  <a:pt x="777" y="754"/>
                </a:cubicBezTo>
                <a:cubicBezTo>
                  <a:pt x="777" y="754"/>
                  <a:pt x="777" y="754"/>
                  <a:pt x="777" y="754"/>
                </a:cubicBezTo>
                <a:cubicBezTo>
                  <a:pt x="763" y="755"/>
                  <a:pt x="763" y="755"/>
                  <a:pt x="763" y="755"/>
                </a:cubicBezTo>
                <a:cubicBezTo>
                  <a:pt x="765" y="753"/>
                  <a:pt x="767" y="751"/>
                  <a:pt x="768" y="750"/>
                </a:cubicBezTo>
                <a:cubicBezTo>
                  <a:pt x="768" y="749"/>
                  <a:pt x="768" y="749"/>
                  <a:pt x="767" y="749"/>
                </a:cubicBezTo>
                <a:cubicBezTo>
                  <a:pt x="766" y="748"/>
                  <a:pt x="764" y="748"/>
                  <a:pt x="762" y="748"/>
                </a:cubicBezTo>
                <a:cubicBezTo>
                  <a:pt x="760" y="749"/>
                  <a:pt x="759" y="752"/>
                  <a:pt x="755" y="751"/>
                </a:cubicBezTo>
                <a:cubicBezTo>
                  <a:pt x="754" y="753"/>
                  <a:pt x="754" y="754"/>
                  <a:pt x="754" y="755"/>
                </a:cubicBezTo>
                <a:cubicBezTo>
                  <a:pt x="737" y="755"/>
                  <a:pt x="737" y="755"/>
                  <a:pt x="737" y="755"/>
                </a:cubicBezTo>
                <a:cubicBezTo>
                  <a:pt x="737" y="754"/>
                  <a:pt x="737" y="753"/>
                  <a:pt x="736" y="753"/>
                </a:cubicBezTo>
                <a:cubicBezTo>
                  <a:pt x="739" y="752"/>
                  <a:pt x="741" y="750"/>
                  <a:pt x="742" y="748"/>
                </a:cubicBezTo>
                <a:cubicBezTo>
                  <a:pt x="735" y="748"/>
                  <a:pt x="728" y="748"/>
                  <a:pt x="722" y="749"/>
                </a:cubicBezTo>
                <a:cubicBezTo>
                  <a:pt x="722" y="750"/>
                  <a:pt x="722" y="751"/>
                  <a:pt x="722" y="752"/>
                </a:cubicBezTo>
                <a:cubicBezTo>
                  <a:pt x="723" y="751"/>
                  <a:pt x="725" y="751"/>
                  <a:pt x="726" y="751"/>
                </a:cubicBezTo>
                <a:cubicBezTo>
                  <a:pt x="726" y="751"/>
                  <a:pt x="727" y="751"/>
                  <a:pt x="728" y="751"/>
                </a:cubicBezTo>
                <a:cubicBezTo>
                  <a:pt x="728" y="752"/>
                  <a:pt x="728" y="754"/>
                  <a:pt x="728" y="755"/>
                </a:cubicBezTo>
                <a:cubicBezTo>
                  <a:pt x="697" y="755"/>
                  <a:pt x="697" y="755"/>
                  <a:pt x="697" y="755"/>
                </a:cubicBezTo>
                <a:cubicBezTo>
                  <a:pt x="697" y="755"/>
                  <a:pt x="696" y="754"/>
                  <a:pt x="696" y="753"/>
                </a:cubicBezTo>
                <a:cubicBezTo>
                  <a:pt x="696" y="753"/>
                  <a:pt x="696" y="752"/>
                  <a:pt x="697" y="752"/>
                </a:cubicBezTo>
                <a:cubicBezTo>
                  <a:pt x="695" y="752"/>
                  <a:pt x="693" y="753"/>
                  <a:pt x="690" y="753"/>
                </a:cubicBezTo>
                <a:cubicBezTo>
                  <a:pt x="692" y="753"/>
                  <a:pt x="693" y="754"/>
                  <a:pt x="693" y="755"/>
                </a:cubicBezTo>
                <a:cubicBezTo>
                  <a:pt x="686" y="755"/>
                  <a:pt x="686" y="755"/>
                  <a:pt x="686" y="755"/>
                </a:cubicBezTo>
                <a:cubicBezTo>
                  <a:pt x="686" y="755"/>
                  <a:pt x="686" y="755"/>
                  <a:pt x="686" y="754"/>
                </a:cubicBezTo>
                <a:cubicBezTo>
                  <a:pt x="686" y="754"/>
                  <a:pt x="685" y="755"/>
                  <a:pt x="685" y="755"/>
                </a:cubicBezTo>
                <a:cubicBezTo>
                  <a:pt x="685" y="755"/>
                  <a:pt x="685" y="755"/>
                  <a:pt x="685" y="755"/>
                </a:cubicBezTo>
                <a:cubicBezTo>
                  <a:pt x="683" y="755"/>
                  <a:pt x="683" y="755"/>
                  <a:pt x="683" y="755"/>
                </a:cubicBezTo>
                <a:cubicBezTo>
                  <a:pt x="667" y="760"/>
                  <a:pt x="651" y="769"/>
                  <a:pt x="640" y="782"/>
                </a:cubicBezTo>
                <a:cubicBezTo>
                  <a:pt x="640" y="782"/>
                  <a:pt x="640" y="782"/>
                  <a:pt x="640" y="782"/>
                </a:cubicBezTo>
                <a:cubicBezTo>
                  <a:pt x="640" y="782"/>
                  <a:pt x="640" y="782"/>
                  <a:pt x="640" y="782"/>
                </a:cubicBezTo>
                <a:cubicBezTo>
                  <a:pt x="633" y="790"/>
                  <a:pt x="629" y="799"/>
                  <a:pt x="627" y="809"/>
                </a:cubicBezTo>
                <a:cubicBezTo>
                  <a:pt x="632" y="809"/>
                  <a:pt x="632" y="809"/>
                  <a:pt x="632" y="809"/>
                </a:cubicBezTo>
                <a:cubicBezTo>
                  <a:pt x="632" y="809"/>
                  <a:pt x="633" y="810"/>
                  <a:pt x="634" y="811"/>
                </a:cubicBezTo>
                <a:cubicBezTo>
                  <a:pt x="634" y="809"/>
                  <a:pt x="634" y="807"/>
                  <a:pt x="635" y="805"/>
                </a:cubicBezTo>
                <a:cubicBezTo>
                  <a:pt x="636" y="798"/>
                  <a:pt x="640" y="791"/>
                  <a:pt x="645" y="786"/>
                </a:cubicBezTo>
                <a:cubicBezTo>
                  <a:pt x="645" y="785"/>
                  <a:pt x="645" y="784"/>
                  <a:pt x="646" y="783"/>
                </a:cubicBezTo>
                <a:cubicBezTo>
                  <a:pt x="646" y="783"/>
                  <a:pt x="646" y="783"/>
                  <a:pt x="647" y="783"/>
                </a:cubicBezTo>
                <a:cubicBezTo>
                  <a:pt x="649" y="781"/>
                  <a:pt x="652" y="779"/>
                  <a:pt x="654" y="777"/>
                </a:cubicBezTo>
                <a:cubicBezTo>
                  <a:pt x="652" y="778"/>
                  <a:pt x="650" y="778"/>
                  <a:pt x="647" y="777"/>
                </a:cubicBezTo>
                <a:cubicBezTo>
                  <a:pt x="647" y="773"/>
                  <a:pt x="653" y="774"/>
                  <a:pt x="655" y="776"/>
                </a:cubicBezTo>
                <a:cubicBezTo>
                  <a:pt x="664" y="770"/>
                  <a:pt x="675" y="765"/>
                  <a:pt x="685" y="762"/>
                </a:cubicBezTo>
                <a:cubicBezTo>
                  <a:pt x="712" y="753"/>
                  <a:pt x="742" y="754"/>
                  <a:pt x="771" y="756"/>
                </a:cubicBezTo>
                <a:cubicBezTo>
                  <a:pt x="806" y="759"/>
                  <a:pt x="840" y="764"/>
                  <a:pt x="875" y="768"/>
                </a:cubicBezTo>
                <a:cubicBezTo>
                  <a:pt x="883" y="769"/>
                  <a:pt x="890" y="770"/>
                  <a:pt x="897" y="770"/>
                </a:cubicBezTo>
                <a:cubicBezTo>
                  <a:pt x="898" y="771"/>
                  <a:pt x="899" y="771"/>
                  <a:pt x="900" y="771"/>
                </a:cubicBezTo>
                <a:cubicBezTo>
                  <a:pt x="900" y="771"/>
                  <a:pt x="900" y="771"/>
                  <a:pt x="900" y="771"/>
                </a:cubicBezTo>
                <a:cubicBezTo>
                  <a:pt x="909" y="771"/>
                  <a:pt x="909" y="771"/>
                  <a:pt x="909" y="771"/>
                </a:cubicBezTo>
                <a:cubicBezTo>
                  <a:pt x="909" y="771"/>
                  <a:pt x="909" y="771"/>
                  <a:pt x="909" y="772"/>
                </a:cubicBezTo>
                <a:cubicBezTo>
                  <a:pt x="922" y="773"/>
                  <a:pt x="934" y="774"/>
                  <a:pt x="947" y="774"/>
                </a:cubicBezTo>
                <a:cubicBezTo>
                  <a:pt x="947" y="774"/>
                  <a:pt x="947" y="773"/>
                  <a:pt x="947" y="773"/>
                </a:cubicBezTo>
                <a:cubicBezTo>
                  <a:pt x="947" y="773"/>
                  <a:pt x="947" y="773"/>
                  <a:pt x="947" y="773"/>
                </a:cubicBezTo>
                <a:cubicBezTo>
                  <a:pt x="948" y="772"/>
                  <a:pt x="948" y="772"/>
                  <a:pt x="948" y="771"/>
                </a:cubicBezTo>
                <a:cubicBezTo>
                  <a:pt x="951" y="771"/>
                  <a:pt x="952" y="773"/>
                  <a:pt x="953" y="774"/>
                </a:cubicBezTo>
                <a:cubicBezTo>
                  <a:pt x="954" y="774"/>
                  <a:pt x="955" y="774"/>
                  <a:pt x="956" y="774"/>
                </a:cubicBezTo>
                <a:cubicBezTo>
                  <a:pt x="956" y="774"/>
                  <a:pt x="957" y="775"/>
                  <a:pt x="957" y="775"/>
                </a:cubicBezTo>
                <a:cubicBezTo>
                  <a:pt x="958" y="775"/>
                  <a:pt x="959" y="775"/>
                  <a:pt x="960" y="775"/>
                </a:cubicBezTo>
                <a:cubicBezTo>
                  <a:pt x="959" y="775"/>
                  <a:pt x="959" y="774"/>
                  <a:pt x="958" y="773"/>
                </a:cubicBezTo>
                <a:cubicBezTo>
                  <a:pt x="957" y="773"/>
                  <a:pt x="956" y="772"/>
                  <a:pt x="956" y="770"/>
                </a:cubicBezTo>
                <a:cubicBezTo>
                  <a:pt x="960" y="770"/>
                  <a:pt x="960" y="770"/>
                  <a:pt x="960" y="770"/>
                </a:cubicBezTo>
                <a:cubicBezTo>
                  <a:pt x="960" y="770"/>
                  <a:pt x="960" y="770"/>
                  <a:pt x="960" y="770"/>
                </a:cubicBezTo>
                <a:cubicBezTo>
                  <a:pt x="961" y="772"/>
                  <a:pt x="962" y="774"/>
                  <a:pt x="961" y="775"/>
                </a:cubicBezTo>
                <a:cubicBezTo>
                  <a:pt x="962" y="775"/>
                  <a:pt x="964" y="775"/>
                  <a:pt x="965" y="775"/>
                </a:cubicBezTo>
                <a:cubicBezTo>
                  <a:pt x="964" y="774"/>
                  <a:pt x="963" y="772"/>
                  <a:pt x="963" y="770"/>
                </a:cubicBezTo>
                <a:cubicBezTo>
                  <a:pt x="975" y="770"/>
                  <a:pt x="975" y="770"/>
                  <a:pt x="975" y="770"/>
                </a:cubicBezTo>
                <a:cubicBezTo>
                  <a:pt x="976" y="773"/>
                  <a:pt x="976" y="774"/>
                  <a:pt x="977" y="776"/>
                </a:cubicBezTo>
                <a:cubicBezTo>
                  <a:pt x="983" y="776"/>
                  <a:pt x="989" y="776"/>
                  <a:pt x="996" y="775"/>
                </a:cubicBezTo>
                <a:cubicBezTo>
                  <a:pt x="995" y="774"/>
                  <a:pt x="994" y="771"/>
                  <a:pt x="993" y="770"/>
                </a:cubicBezTo>
                <a:cubicBezTo>
                  <a:pt x="1023" y="770"/>
                  <a:pt x="1023" y="770"/>
                  <a:pt x="1023" y="770"/>
                </a:cubicBezTo>
                <a:cubicBezTo>
                  <a:pt x="1023" y="771"/>
                  <a:pt x="1024" y="772"/>
                  <a:pt x="1024" y="774"/>
                </a:cubicBezTo>
                <a:cubicBezTo>
                  <a:pt x="1028" y="774"/>
                  <a:pt x="1032" y="773"/>
                  <a:pt x="1036" y="773"/>
                </a:cubicBezTo>
                <a:cubicBezTo>
                  <a:pt x="1036" y="771"/>
                  <a:pt x="1036" y="771"/>
                  <a:pt x="1036" y="770"/>
                </a:cubicBezTo>
                <a:cubicBezTo>
                  <a:pt x="1058" y="769"/>
                  <a:pt x="1058" y="769"/>
                  <a:pt x="1058" y="769"/>
                </a:cubicBezTo>
                <a:cubicBezTo>
                  <a:pt x="1058" y="769"/>
                  <a:pt x="1058" y="770"/>
                  <a:pt x="1058" y="770"/>
                </a:cubicBezTo>
                <a:cubicBezTo>
                  <a:pt x="1071" y="767"/>
                  <a:pt x="1083" y="765"/>
                  <a:pt x="1095" y="761"/>
                </a:cubicBezTo>
                <a:cubicBezTo>
                  <a:pt x="1100" y="760"/>
                  <a:pt x="1097" y="754"/>
                  <a:pt x="1093" y="755"/>
                </a:cubicBezTo>
                <a:close/>
                <a:moveTo>
                  <a:pt x="1025" y="770"/>
                </a:moveTo>
                <a:cubicBezTo>
                  <a:pt x="1033" y="770"/>
                  <a:pt x="1033" y="770"/>
                  <a:pt x="1033" y="770"/>
                </a:cubicBezTo>
                <a:cubicBezTo>
                  <a:pt x="1030" y="770"/>
                  <a:pt x="1027" y="771"/>
                  <a:pt x="1025" y="770"/>
                </a:cubicBezTo>
                <a:close/>
                <a:moveTo>
                  <a:pt x="719" y="847"/>
                </a:moveTo>
                <a:cubicBezTo>
                  <a:pt x="719" y="848"/>
                  <a:pt x="718" y="848"/>
                  <a:pt x="718" y="849"/>
                </a:cubicBezTo>
                <a:cubicBezTo>
                  <a:pt x="718" y="849"/>
                  <a:pt x="717" y="849"/>
                  <a:pt x="716" y="849"/>
                </a:cubicBezTo>
                <a:cubicBezTo>
                  <a:pt x="717" y="850"/>
                  <a:pt x="718" y="851"/>
                  <a:pt x="719" y="851"/>
                </a:cubicBezTo>
                <a:cubicBezTo>
                  <a:pt x="719" y="851"/>
                  <a:pt x="720" y="851"/>
                  <a:pt x="721" y="851"/>
                </a:cubicBezTo>
                <a:cubicBezTo>
                  <a:pt x="720" y="851"/>
                  <a:pt x="720" y="851"/>
                  <a:pt x="720" y="850"/>
                </a:cubicBezTo>
                <a:cubicBezTo>
                  <a:pt x="720" y="850"/>
                  <a:pt x="721" y="849"/>
                  <a:pt x="721" y="849"/>
                </a:cubicBezTo>
                <a:cubicBezTo>
                  <a:pt x="720" y="848"/>
                  <a:pt x="720" y="848"/>
                  <a:pt x="719" y="847"/>
                </a:cubicBezTo>
                <a:close/>
                <a:moveTo>
                  <a:pt x="716" y="780"/>
                </a:moveTo>
                <a:cubicBezTo>
                  <a:pt x="713" y="782"/>
                  <a:pt x="709" y="784"/>
                  <a:pt x="705" y="786"/>
                </a:cubicBezTo>
                <a:cubicBezTo>
                  <a:pt x="705" y="786"/>
                  <a:pt x="705" y="786"/>
                  <a:pt x="705" y="787"/>
                </a:cubicBezTo>
                <a:cubicBezTo>
                  <a:pt x="705" y="787"/>
                  <a:pt x="705" y="787"/>
                  <a:pt x="705" y="787"/>
                </a:cubicBezTo>
                <a:cubicBezTo>
                  <a:pt x="706" y="787"/>
                  <a:pt x="707" y="788"/>
                  <a:pt x="710" y="788"/>
                </a:cubicBezTo>
                <a:cubicBezTo>
                  <a:pt x="709" y="787"/>
                  <a:pt x="708" y="786"/>
                  <a:pt x="708" y="785"/>
                </a:cubicBezTo>
                <a:cubicBezTo>
                  <a:pt x="710" y="784"/>
                  <a:pt x="711" y="783"/>
                  <a:pt x="714" y="784"/>
                </a:cubicBezTo>
                <a:cubicBezTo>
                  <a:pt x="714" y="787"/>
                  <a:pt x="713" y="788"/>
                  <a:pt x="711" y="788"/>
                </a:cubicBezTo>
                <a:cubicBezTo>
                  <a:pt x="712" y="789"/>
                  <a:pt x="712" y="789"/>
                  <a:pt x="712" y="790"/>
                </a:cubicBezTo>
                <a:cubicBezTo>
                  <a:pt x="713" y="790"/>
                  <a:pt x="714" y="789"/>
                  <a:pt x="715" y="789"/>
                </a:cubicBezTo>
                <a:cubicBezTo>
                  <a:pt x="715" y="788"/>
                  <a:pt x="716" y="788"/>
                  <a:pt x="716" y="787"/>
                </a:cubicBezTo>
                <a:cubicBezTo>
                  <a:pt x="717" y="787"/>
                  <a:pt x="718" y="787"/>
                  <a:pt x="718" y="787"/>
                </a:cubicBezTo>
                <a:cubicBezTo>
                  <a:pt x="716" y="786"/>
                  <a:pt x="715" y="783"/>
                  <a:pt x="716" y="780"/>
                </a:cubicBezTo>
                <a:close/>
                <a:moveTo>
                  <a:pt x="1003" y="770"/>
                </a:moveTo>
                <a:cubicBezTo>
                  <a:pt x="1002" y="772"/>
                  <a:pt x="1004" y="773"/>
                  <a:pt x="1005" y="775"/>
                </a:cubicBezTo>
                <a:cubicBezTo>
                  <a:pt x="1007" y="775"/>
                  <a:pt x="1009" y="775"/>
                  <a:pt x="1011" y="775"/>
                </a:cubicBezTo>
                <a:cubicBezTo>
                  <a:pt x="1008" y="773"/>
                  <a:pt x="1006" y="771"/>
                  <a:pt x="1003" y="770"/>
                </a:cubicBezTo>
                <a:close/>
                <a:moveTo>
                  <a:pt x="705" y="791"/>
                </a:moveTo>
                <a:cubicBezTo>
                  <a:pt x="705" y="790"/>
                  <a:pt x="705" y="790"/>
                  <a:pt x="705" y="788"/>
                </a:cubicBezTo>
                <a:cubicBezTo>
                  <a:pt x="705" y="788"/>
                  <a:pt x="705" y="788"/>
                  <a:pt x="705" y="788"/>
                </a:cubicBezTo>
                <a:cubicBezTo>
                  <a:pt x="704" y="790"/>
                  <a:pt x="702" y="790"/>
                  <a:pt x="701" y="789"/>
                </a:cubicBezTo>
                <a:cubicBezTo>
                  <a:pt x="700" y="789"/>
                  <a:pt x="700" y="790"/>
                  <a:pt x="699" y="790"/>
                </a:cubicBezTo>
                <a:cubicBezTo>
                  <a:pt x="699" y="790"/>
                  <a:pt x="700" y="791"/>
                  <a:pt x="700" y="791"/>
                </a:cubicBezTo>
                <a:cubicBezTo>
                  <a:pt x="698" y="791"/>
                  <a:pt x="698" y="791"/>
                  <a:pt x="698" y="791"/>
                </a:cubicBezTo>
                <a:cubicBezTo>
                  <a:pt x="693" y="795"/>
                  <a:pt x="689" y="801"/>
                  <a:pt x="687" y="808"/>
                </a:cubicBezTo>
                <a:cubicBezTo>
                  <a:pt x="687" y="808"/>
                  <a:pt x="687" y="808"/>
                  <a:pt x="687" y="808"/>
                </a:cubicBezTo>
                <a:cubicBezTo>
                  <a:pt x="694" y="808"/>
                  <a:pt x="694" y="808"/>
                  <a:pt x="694" y="808"/>
                </a:cubicBezTo>
                <a:cubicBezTo>
                  <a:pt x="696" y="801"/>
                  <a:pt x="703" y="795"/>
                  <a:pt x="712" y="791"/>
                </a:cubicBezTo>
                <a:lnTo>
                  <a:pt x="705" y="791"/>
                </a:lnTo>
                <a:close/>
                <a:moveTo>
                  <a:pt x="819" y="780"/>
                </a:moveTo>
                <a:cubicBezTo>
                  <a:pt x="819" y="780"/>
                  <a:pt x="820" y="780"/>
                  <a:pt x="820" y="780"/>
                </a:cubicBezTo>
                <a:cubicBezTo>
                  <a:pt x="820" y="777"/>
                  <a:pt x="820" y="775"/>
                  <a:pt x="821" y="773"/>
                </a:cubicBezTo>
                <a:cubicBezTo>
                  <a:pt x="819" y="773"/>
                  <a:pt x="816" y="773"/>
                  <a:pt x="814" y="772"/>
                </a:cubicBezTo>
                <a:cubicBezTo>
                  <a:pt x="813" y="773"/>
                  <a:pt x="813" y="773"/>
                  <a:pt x="813" y="773"/>
                </a:cubicBezTo>
                <a:cubicBezTo>
                  <a:pt x="814" y="774"/>
                  <a:pt x="814" y="776"/>
                  <a:pt x="813" y="777"/>
                </a:cubicBezTo>
                <a:cubicBezTo>
                  <a:pt x="815" y="777"/>
                  <a:pt x="817" y="777"/>
                  <a:pt x="819" y="777"/>
                </a:cubicBezTo>
                <a:cubicBezTo>
                  <a:pt x="819" y="779"/>
                  <a:pt x="819" y="780"/>
                  <a:pt x="819" y="780"/>
                </a:cubicBezTo>
                <a:close/>
                <a:moveTo>
                  <a:pt x="721" y="380"/>
                </a:moveTo>
                <a:cubicBezTo>
                  <a:pt x="721" y="380"/>
                  <a:pt x="721" y="380"/>
                  <a:pt x="721" y="380"/>
                </a:cubicBezTo>
                <a:cubicBezTo>
                  <a:pt x="688" y="373"/>
                  <a:pt x="654" y="367"/>
                  <a:pt x="621" y="364"/>
                </a:cubicBezTo>
                <a:cubicBezTo>
                  <a:pt x="612" y="364"/>
                  <a:pt x="612" y="364"/>
                  <a:pt x="612" y="364"/>
                </a:cubicBezTo>
                <a:cubicBezTo>
                  <a:pt x="613" y="363"/>
                  <a:pt x="613" y="363"/>
                  <a:pt x="613" y="363"/>
                </a:cubicBezTo>
                <a:cubicBezTo>
                  <a:pt x="606" y="362"/>
                  <a:pt x="598" y="361"/>
                  <a:pt x="591" y="361"/>
                </a:cubicBezTo>
                <a:cubicBezTo>
                  <a:pt x="591" y="362"/>
                  <a:pt x="591" y="363"/>
                  <a:pt x="591" y="364"/>
                </a:cubicBezTo>
                <a:cubicBezTo>
                  <a:pt x="568" y="364"/>
                  <a:pt x="568" y="364"/>
                  <a:pt x="568" y="364"/>
                </a:cubicBezTo>
                <a:cubicBezTo>
                  <a:pt x="567" y="363"/>
                  <a:pt x="568" y="361"/>
                  <a:pt x="568" y="359"/>
                </a:cubicBezTo>
                <a:cubicBezTo>
                  <a:pt x="567" y="359"/>
                  <a:pt x="566" y="359"/>
                  <a:pt x="566" y="359"/>
                </a:cubicBezTo>
                <a:cubicBezTo>
                  <a:pt x="566" y="360"/>
                  <a:pt x="567" y="362"/>
                  <a:pt x="566" y="364"/>
                </a:cubicBezTo>
                <a:cubicBezTo>
                  <a:pt x="529" y="364"/>
                  <a:pt x="529" y="364"/>
                  <a:pt x="529" y="364"/>
                </a:cubicBezTo>
                <a:cubicBezTo>
                  <a:pt x="529" y="364"/>
                  <a:pt x="529" y="363"/>
                  <a:pt x="529" y="363"/>
                </a:cubicBezTo>
                <a:cubicBezTo>
                  <a:pt x="524" y="364"/>
                  <a:pt x="524" y="361"/>
                  <a:pt x="524" y="358"/>
                </a:cubicBezTo>
                <a:cubicBezTo>
                  <a:pt x="520" y="358"/>
                  <a:pt x="516" y="358"/>
                  <a:pt x="511" y="358"/>
                </a:cubicBezTo>
                <a:cubicBezTo>
                  <a:pt x="512" y="361"/>
                  <a:pt x="514" y="363"/>
                  <a:pt x="514" y="364"/>
                </a:cubicBezTo>
                <a:cubicBezTo>
                  <a:pt x="507" y="365"/>
                  <a:pt x="507" y="365"/>
                  <a:pt x="507" y="365"/>
                </a:cubicBezTo>
                <a:cubicBezTo>
                  <a:pt x="505" y="363"/>
                  <a:pt x="504" y="361"/>
                  <a:pt x="503" y="358"/>
                </a:cubicBezTo>
                <a:cubicBezTo>
                  <a:pt x="502" y="358"/>
                  <a:pt x="502" y="358"/>
                  <a:pt x="501" y="358"/>
                </a:cubicBezTo>
                <a:cubicBezTo>
                  <a:pt x="501" y="359"/>
                  <a:pt x="502" y="359"/>
                  <a:pt x="503" y="359"/>
                </a:cubicBezTo>
                <a:cubicBezTo>
                  <a:pt x="503" y="361"/>
                  <a:pt x="503" y="363"/>
                  <a:pt x="502" y="365"/>
                </a:cubicBezTo>
                <a:cubicBezTo>
                  <a:pt x="498" y="365"/>
                  <a:pt x="498" y="365"/>
                  <a:pt x="498" y="365"/>
                </a:cubicBezTo>
                <a:cubicBezTo>
                  <a:pt x="497" y="363"/>
                  <a:pt x="497" y="361"/>
                  <a:pt x="494" y="361"/>
                </a:cubicBezTo>
                <a:cubicBezTo>
                  <a:pt x="495" y="360"/>
                  <a:pt x="495" y="359"/>
                  <a:pt x="495" y="359"/>
                </a:cubicBezTo>
                <a:cubicBezTo>
                  <a:pt x="493" y="359"/>
                  <a:pt x="492" y="359"/>
                  <a:pt x="490" y="359"/>
                </a:cubicBezTo>
                <a:cubicBezTo>
                  <a:pt x="493" y="360"/>
                  <a:pt x="494" y="362"/>
                  <a:pt x="495" y="365"/>
                </a:cubicBezTo>
                <a:cubicBezTo>
                  <a:pt x="493" y="365"/>
                  <a:pt x="493" y="365"/>
                  <a:pt x="493" y="365"/>
                </a:cubicBezTo>
                <a:cubicBezTo>
                  <a:pt x="492" y="363"/>
                  <a:pt x="490" y="363"/>
                  <a:pt x="489" y="362"/>
                </a:cubicBezTo>
                <a:cubicBezTo>
                  <a:pt x="489" y="361"/>
                  <a:pt x="490" y="361"/>
                  <a:pt x="490" y="359"/>
                </a:cubicBezTo>
                <a:cubicBezTo>
                  <a:pt x="489" y="359"/>
                  <a:pt x="487" y="359"/>
                  <a:pt x="486" y="359"/>
                </a:cubicBezTo>
                <a:cubicBezTo>
                  <a:pt x="484" y="359"/>
                  <a:pt x="483" y="360"/>
                  <a:pt x="481" y="360"/>
                </a:cubicBezTo>
                <a:cubicBezTo>
                  <a:pt x="481" y="360"/>
                  <a:pt x="481" y="360"/>
                  <a:pt x="481" y="359"/>
                </a:cubicBezTo>
                <a:cubicBezTo>
                  <a:pt x="478" y="360"/>
                  <a:pt x="476" y="360"/>
                  <a:pt x="473" y="360"/>
                </a:cubicBezTo>
                <a:cubicBezTo>
                  <a:pt x="472" y="361"/>
                  <a:pt x="472" y="362"/>
                  <a:pt x="472" y="364"/>
                </a:cubicBezTo>
                <a:cubicBezTo>
                  <a:pt x="465" y="362"/>
                  <a:pt x="462" y="362"/>
                  <a:pt x="458" y="361"/>
                </a:cubicBezTo>
                <a:cubicBezTo>
                  <a:pt x="457" y="361"/>
                  <a:pt x="456" y="361"/>
                  <a:pt x="455" y="361"/>
                </a:cubicBezTo>
                <a:cubicBezTo>
                  <a:pt x="454" y="363"/>
                  <a:pt x="454" y="364"/>
                  <a:pt x="454" y="365"/>
                </a:cubicBezTo>
                <a:cubicBezTo>
                  <a:pt x="439" y="365"/>
                  <a:pt x="439" y="365"/>
                  <a:pt x="439" y="365"/>
                </a:cubicBezTo>
                <a:cubicBezTo>
                  <a:pt x="439" y="364"/>
                  <a:pt x="440" y="364"/>
                  <a:pt x="441" y="363"/>
                </a:cubicBezTo>
                <a:cubicBezTo>
                  <a:pt x="440" y="363"/>
                  <a:pt x="438" y="363"/>
                  <a:pt x="437" y="363"/>
                </a:cubicBezTo>
                <a:cubicBezTo>
                  <a:pt x="437" y="364"/>
                  <a:pt x="437" y="365"/>
                  <a:pt x="437" y="365"/>
                </a:cubicBezTo>
                <a:cubicBezTo>
                  <a:pt x="427" y="365"/>
                  <a:pt x="427" y="365"/>
                  <a:pt x="427" y="365"/>
                </a:cubicBezTo>
                <a:cubicBezTo>
                  <a:pt x="427" y="365"/>
                  <a:pt x="426" y="365"/>
                  <a:pt x="426" y="365"/>
                </a:cubicBezTo>
                <a:cubicBezTo>
                  <a:pt x="426" y="365"/>
                  <a:pt x="426" y="365"/>
                  <a:pt x="426" y="365"/>
                </a:cubicBezTo>
                <a:cubicBezTo>
                  <a:pt x="424" y="365"/>
                  <a:pt x="424" y="365"/>
                  <a:pt x="424" y="365"/>
                </a:cubicBezTo>
                <a:cubicBezTo>
                  <a:pt x="396" y="370"/>
                  <a:pt x="368" y="376"/>
                  <a:pt x="342" y="385"/>
                </a:cubicBezTo>
                <a:cubicBezTo>
                  <a:pt x="341" y="386"/>
                  <a:pt x="340" y="387"/>
                  <a:pt x="340" y="390"/>
                </a:cubicBezTo>
                <a:cubicBezTo>
                  <a:pt x="341" y="391"/>
                  <a:pt x="341" y="392"/>
                  <a:pt x="342" y="392"/>
                </a:cubicBezTo>
                <a:cubicBezTo>
                  <a:pt x="347" y="390"/>
                  <a:pt x="353" y="389"/>
                  <a:pt x="358" y="387"/>
                </a:cubicBezTo>
                <a:cubicBezTo>
                  <a:pt x="360" y="386"/>
                  <a:pt x="361" y="386"/>
                  <a:pt x="362" y="386"/>
                </a:cubicBezTo>
                <a:cubicBezTo>
                  <a:pt x="360" y="385"/>
                  <a:pt x="358" y="385"/>
                  <a:pt x="356" y="383"/>
                </a:cubicBezTo>
                <a:cubicBezTo>
                  <a:pt x="367" y="383"/>
                  <a:pt x="367" y="383"/>
                  <a:pt x="367" y="383"/>
                </a:cubicBezTo>
                <a:cubicBezTo>
                  <a:pt x="367" y="384"/>
                  <a:pt x="367" y="384"/>
                  <a:pt x="366" y="384"/>
                </a:cubicBezTo>
                <a:cubicBezTo>
                  <a:pt x="434" y="365"/>
                  <a:pt x="506" y="362"/>
                  <a:pt x="576" y="367"/>
                </a:cubicBezTo>
                <a:cubicBezTo>
                  <a:pt x="614" y="369"/>
                  <a:pt x="653" y="374"/>
                  <a:pt x="691" y="381"/>
                </a:cubicBezTo>
                <a:cubicBezTo>
                  <a:pt x="691" y="381"/>
                  <a:pt x="691" y="381"/>
                  <a:pt x="691" y="380"/>
                </a:cubicBezTo>
                <a:cubicBezTo>
                  <a:pt x="694" y="380"/>
                  <a:pt x="694" y="380"/>
                  <a:pt x="694" y="380"/>
                </a:cubicBezTo>
                <a:cubicBezTo>
                  <a:pt x="695" y="381"/>
                  <a:pt x="695" y="382"/>
                  <a:pt x="696" y="382"/>
                </a:cubicBezTo>
                <a:cubicBezTo>
                  <a:pt x="699" y="383"/>
                  <a:pt x="703" y="383"/>
                  <a:pt x="706" y="384"/>
                </a:cubicBezTo>
                <a:cubicBezTo>
                  <a:pt x="706" y="384"/>
                  <a:pt x="706" y="383"/>
                  <a:pt x="707" y="383"/>
                </a:cubicBezTo>
                <a:cubicBezTo>
                  <a:pt x="708" y="383"/>
                  <a:pt x="710" y="383"/>
                  <a:pt x="712" y="383"/>
                </a:cubicBezTo>
                <a:cubicBezTo>
                  <a:pt x="712" y="384"/>
                  <a:pt x="712" y="385"/>
                  <a:pt x="712" y="385"/>
                </a:cubicBezTo>
                <a:cubicBezTo>
                  <a:pt x="725" y="388"/>
                  <a:pt x="738" y="391"/>
                  <a:pt x="752" y="394"/>
                </a:cubicBezTo>
                <a:cubicBezTo>
                  <a:pt x="751" y="392"/>
                  <a:pt x="753" y="390"/>
                  <a:pt x="754" y="388"/>
                </a:cubicBezTo>
                <a:cubicBezTo>
                  <a:pt x="752" y="387"/>
                  <a:pt x="750" y="387"/>
                  <a:pt x="748" y="386"/>
                </a:cubicBezTo>
                <a:cubicBezTo>
                  <a:pt x="748" y="388"/>
                  <a:pt x="747" y="389"/>
                  <a:pt x="747" y="390"/>
                </a:cubicBezTo>
                <a:cubicBezTo>
                  <a:pt x="741" y="391"/>
                  <a:pt x="738" y="389"/>
                  <a:pt x="738" y="385"/>
                </a:cubicBezTo>
                <a:cubicBezTo>
                  <a:pt x="739" y="384"/>
                  <a:pt x="739" y="384"/>
                  <a:pt x="740" y="384"/>
                </a:cubicBezTo>
                <a:cubicBezTo>
                  <a:pt x="737" y="383"/>
                  <a:pt x="733" y="383"/>
                  <a:pt x="730" y="382"/>
                </a:cubicBezTo>
                <a:cubicBezTo>
                  <a:pt x="730" y="384"/>
                  <a:pt x="730" y="385"/>
                  <a:pt x="730" y="387"/>
                </a:cubicBezTo>
                <a:cubicBezTo>
                  <a:pt x="724" y="388"/>
                  <a:pt x="723" y="384"/>
                  <a:pt x="719" y="383"/>
                </a:cubicBezTo>
                <a:cubicBezTo>
                  <a:pt x="719" y="381"/>
                  <a:pt x="720" y="381"/>
                  <a:pt x="721" y="380"/>
                </a:cubicBezTo>
                <a:close/>
                <a:moveTo>
                  <a:pt x="517" y="364"/>
                </a:moveTo>
                <a:cubicBezTo>
                  <a:pt x="517" y="363"/>
                  <a:pt x="517" y="361"/>
                  <a:pt x="517" y="360"/>
                </a:cubicBezTo>
                <a:cubicBezTo>
                  <a:pt x="520" y="360"/>
                  <a:pt x="521" y="363"/>
                  <a:pt x="524" y="364"/>
                </a:cubicBezTo>
                <a:lnTo>
                  <a:pt x="517" y="364"/>
                </a:lnTo>
                <a:close/>
                <a:moveTo>
                  <a:pt x="349" y="821"/>
                </a:moveTo>
                <a:cubicBezTo>
                  <a:pt x="347" y="821"/>
                  <a:pt x="346" y="821"/>
                  <a:pt x="345" y="821"/>
                </a:cubicBezTo>
                <a:cubicBezTo>
                  <a:pt x="345" y="821"/>
                  <a:pt x="345" y="821"/>
                  <a:pt x="345" y="822"/>
                </a:cubicBezTo>
                <a:cubicBezTo>
                  <a:pt x="346" y="821"/>
                  <a:pt x="349" y="822"/>
                  <a:pt x="349" y="821"/>
                </a:cubicBezTo>
                <a:close/>
                <a:moveTo>
                  <a:pt x="375" y="722"/>
                </a:moveTo>
                <a:cubicBezTo>
                  <a:pt x="374" y="721"/>
                  <a:pt x="374" y="720"/>
                  <a:pt x="373" y="719"/>
                </a:cubicBezTo>
                <a:cubicBezTo>
                  <a:pt x="368" y="732"/>
                  <a:pt x="363" y="746"/>
                  <a:pt x="358" y="759"/>
                </a:cubicBezTo>
                <a:cubicBezTo>
                  <a:pt x="356" y="765"/>
                  <a:pt x="355" y="771"/>
                  <a:pt x="353" y="777"/>
                </a:cubicBezTo>
                <a:cubicBezTo>
                  <a:pt x="356" y="778"/>
                  <a:pt x="357" y="781"/>
                  <a:pt x="358" y="784"/>
                </a:cubicBezTo>
                <a:cubicBezTo>
                  <a:pt x="363" y="762"/>
                  <a:pt x="370" y="742"/>
                  <a:pt x="378" y="722"/>
                </a:cubicBezTo>
                <a:lnTo>
                  <a:pt x="375" y="722"/>
                </a:lnTo>
                <a:close/>
                <a:moveTo>
                  <a:pt x="429" y="565"/>
                </a:moveTo>
                <a:cubicBezTo>
                  <a:pt x="424" y="568"/>
                  <a:pt x="419" y="571"/>
                  <a:pt x="413" y="575"/>
                </a:cubicBezTo>
                <a:cubicBezTo>
                  <a:pt x="414" y="576"/>
                  <a:pt x="413" y="576"/>
                  <a:pt x="412" y="577"/>
                </a:cubicBezTo>
                <a:cubicBezTo>
                  <a:pt x="412" y="577"/>
                  <a:pt x="412" y="577"/>
                  <a:pt x="411" y="577"/>
                </a:cubicBezTo>
                <a:cubicBezTo>
                  <a:pt x="402" y="584"/>
                  <a:pt x="393" y="591"/>
                  <a:pt x="384" y="599"/>
                </a:cubicBezTo>
                <a:cubicBezTo>
                  <a:pt x="385" y="599"/>
                  <a:pt x="388" y="600"/>
                  <a:pt x="390" y="602"/>
                </a:cubicBezTo>
                <a:cubicBezTo>
                  <a:pt x="399" y="594"/>
                  <a:pt x="409" y="586"/>
                  <a:pt x="419" y="579"/>
                </a:cubicBezTo>
                <a:cubicBezTo>
                  <a:pt x="412" y="579"/>
                  <a:pt x="412" y="579"/>
                  <a:pt x="412" y="579"/>
                </a:cubicBezTo>
                <a:cubicBezTo>
                  <a:pt x="413" y="578"/>
                  <a:pt x="414" y="577"/>
                  <a:pt x="414" y="576"/>
                </a:cubicBezTo>
                <a:cubicBezTo>
                  <a:pt x="418" y="576"/>
                  <a:pt x="420" y="577"/>
                  <a:pt x="421" y="578"/>
                </a:cubicBezTo>
                <a:cubicBezTo>
                  <a:pt x="422" y="577"/>
                  <a:pt x="424" y="576"/>
                  <a:pt x="425" y="575"/>
                </a:cubicBezTo>
                <a:cubicBezTo>
                  <a:pt x="425" y="575"/>
                  <a:pt x="425" y="575"/>
                  <a:pt x="425" y="575"/>
                </a:cubicBezTo>
                <a:cubicBezTo>
                  <a:pt x="426" y="573"/>
                  <a:pt x="428" y="573"/>
                  <a:pt x="429" y="572"/>
                </a:cubicBezTo>
                <a:cubicBezTo>
                  <a:pt x="432" y="570"/>
                  <a:pt x="435" y="568"/>
                  <a:pt x="439" y="566"/>
                </a:cubicBezTo>
                <a:cubicBezTo>
                  <a:pt x="438" y="566"/>
                  <a:pt x="438" y="566"/>
                  <a:pt x="438" y="566"/>
                </a:cubicBezTo>
                <a:cubicBezTo>
                  <a:pt x="434" y="566"/>
                  <a:pt x="433" y="573"/>
                  <a:pt x="428" y="570"/>
                </a:cubicBezTo>
                <a:cubicBezTo>
                  <a:pt x="430" y="569"/>
                  <a:pt x="429" y="567"/>
                  <a:pt x="429" y="565"/>
                </a:cubicBezTo>
                <a:close/>
                <a:moveTo>
                  <a:pt x="476" y="579"/>
                </a:moveTo>
                <a:cubicBezTo>
                  <a:pt x="472" y="581"/>
                  <a:pt x="467" y="583"/>
                  <a:pt x="463" y="585"/>
                </a:cubicBezTo>
                <a:cubicBezTo>
                  <a:pt x="447" y="593"/>
                  <a:pt x="433" y="603"/>
                  <a:pt x="420" y="614"/>
                </a:cubicBezTo>
                <a:cubicBezTo>
                  <a:pt x="420" y="614"/>
                  <a:pt x="420" y="614"/>
                  <a:pt x="420" y="614"/>
                </a:cubicBezTo>
                <a:cubicBezTo>
                  <a:pt x="420" y="614"/>
                  <a:pt x="420" y="614"/>
                  <a:pt x="420" y="614"/>
                </a:cubicBezTo>
                <a:cubicBezTo>
                  <a:pt x="402" y="631"/>
                  <a:pt x="387" y="650"/>
                  <a:pt x="374" y="671"/>
                </a:cubicBezTo>
                <a:cubicBezTo>
                  <a:pt x="374" y="672"/>
                  <a:pt x="374" y="672"/>
                  <a:pt x="374" y="673"/>
                </a:cubicBezTo>
                <a:cubicBezTo>
                  <a:pt x="374" y="673"/>
                  <a:pt x="374" y="673"/>
                  <a:pt x="373" y="673"/>
                </a:cubicBezTo>
                <a:cubicBezTo>
                  <a:pt x="373" y="674"/>
                  <a:pt x="372" y="675"/>
                  <a:pt x="372" y="676"/>
                </a:cubicBezTo>
                <a:cubicBezTo>
                  <a:pt x="372" y="675"/>
                  <a:pt x="373" y="675"/>
                  <a:pt x="373" y="674"/>
                </a:cubicBezTo>
                <a:cubicBezTo>
                  <a:pt x="374" y="676"/>
                  <a:pt x="376" y="678"/>
                  <a:pt x="375" y="682"/>
                </a:cubicBezTo>
                <a:cubicBezTo>
                  <a:pt x="375" y="682"/>
                  <a:pt x="375" y="682"/>
                  <a:pt x="375" y="682"/>
                </a:cubicBezTo>
                <a:cubicBezTo>
                  <a:pt x="376" y="681"/>
                  <a:pt x="376" y="681"/>
                  <a:pt x="377" y="680"/>
                </a:cubicBezTo>
                <a:cubicBezTo>
                  <a:pt x="376" y="679"/>
                  <a:pt x="376" y="677"/>
                  <a:pt x="377" y="676"/>
                </a:cubicBezTo>
                <a:cubicBezTo>
                  <a:pt x="378" y="676"/>
                  <a:pt x="378" y="676"/>
                  <a:pt x="379" y="676"/>
                </a:cubicBezTo>
                <a:cubicBezTo>
                  <a:pt x="393" y="653"/>
                  <a:pt x="411" y="631"/>
                  <a:pt x="432" y="613"/>
                </a:cubicBezTo>
                <a:cubicBezTo>
                  <a:pt x="435" y="610"/>
                  <a:pt x="439" y="608"/>
                  <a:pt x="442" y="605"/>
                </a:cubicBezTo>
                <a:cubicBezTo>
                  <a:pt x="442" y="605"/>
                  <a:pt x="441" y="604"/>
                  <a:pt x="441" y="603"/>
                </a:cubicBezTo>
                <a:cubicBezTo>
                  <a:pt x="442" y="602"/>
                  <a:pt x="444" y="601"/>
                  <a:pt x="447" y="601"/>
                </a:cubicBezTo>
                <a:cubicBezTo>
                  <a:pt x="448" y="601"/>
                  <a:pt x="449" y="600"/>
                  <a:pt x="450" y="600"/>
                </a:cubicBezTo>
                <a:cubicBezTo>
                  <a:pt x="451" y="598"/>
                  <a:pt x="450" y="597"/>
                  <a:pt x="450" y="596"/>
                </a:cubicBezTo>
                <a:cubicBezTo>
                  <a:pt x="456" y="596"/>
                  <a:pt x="456" y="596"/>
                  <a:pt x="456" y="596"/>
                </a:cubicBezTo>
                <a:cubicBezTo>
                  <a:pt x="468" y="589"/>
                  <a:pt x="481" y="583"/>
                  <a:pt x="495" y="579"/>
                </a:cubicBezTo>
                <a:cubicBezTo>
                  <a:pt x="489" y="579"/>
                  <a:pt x="489" y="579"/>
                  <a:pt x="489" y="579"/>
                </a:cubicBezTo>
                <a:cubicBezTo>
                  <a:pt x="488" y="577"/>
                  <a:pt x="488" y="576"/>
                  <a:pt x="489" y="574"/>
                </a:cubicBezTo>
                <a:cubicBezTo>
                  <a:pt x="487" y="575"/>
                  <a:pt x="485" y="575"/>
                  <a:pt x="483" y="576"/>
                </a:cubicBezTo>
                <a:cubicBezTo>
                  <a:pt x="484" y="576"/>
                  <a:pt x="484" y="576"/>
                  <a:pt x="484" y="576"/>
                </a:cubicBezTo>
                <a:cubicBezTo>
                  <a:pt x="484" y="577"/>
                  <a:pt x="484" y="578"/>
                  <a:pt x="484" y="579"/>
                </a:cubicBezTo>
                <a:lnTo>
                  <a:pt x="476" y="579"/>
                </a:lnTo>
                <a:close/>
                <a:moveTo>
                  <a:pt x="397" y="649"/>
                </a:moveTo>
                <a:cubicBezTo>
                  <a:pt x="395" y="652"/>
                  <a:pt x="390" y="648"/>
                  <a:pt x="393" y="645"/>
                </a:cubicBezTo>
                <a:cubicBezTo>
                  <a:pt x="395" y="645"/>
                  <a:pt x="396" y="645"/>
                  <a:pt x="397" y="645"/>
                </a:cubicBezTo>
                <a:cubicBezTo>
                  <a:pt x="397" y="646"/>
                  <a:pt x="397" y="648"/>
                  <a:pt x="397" y="649"/>
                </a:cubicBezTo>
                <a:close/>
                <a:moveTo>
                  <a:pt x="462" y="1069"/>
                </a:moveTo>
                <a:cubicBezTo>
                  <a:pt x="444" y="1051"/>
                  <a:pt x="428" y="1032"/>
                  <a:pt x="414" y="1009"/>
                </a:cubicBezTo>
                <a:cubicBezTo>
                  <a:pt x="413" y="1008"/>
                  <a:pt x="412" y="1007"/>
                  <a:pt x="412" y="1007"/>
                </a:cubicBezTo>
                <a:cubicBezTo>
                  <a:pt x="412" y="1007"/>
                  <a:pt x="412" y="1007"/>
                  <a:pt x="411" y="1007"/>
                </a:cubicBezTo>
                <a:cubicBezTo>
                  <a:pt x="407" y="1007"/>
                  <a:pt x="407" y="1007"/>
                  <a:pt x="407" y="1007"/>
                </a:cubicBezTo>
                <a:cubicBezTo>
                  <a:pt x="407" y="1006"/>
                  <a:pt x="407" y="1006"/>
                  <a:pt x="406" y="1005"/>
                </a:cubicBezTo>
                <a:cubicBezTo>
                  <a:pt x="405" y="1004"/>
                  <a:pt x="404" y="1004"/>
                  <a:pt x="402" y="1004"/>
                </a:cubicBezTo>
                <a:cubicBezTo>
                  <a:pt x="406" y="1011"/>
                  <a:pt x="411" y="1018"/>
                  <a:pt x="415" y="1024"/>
                </a:cubicBezTo>
                <a:cubicBezTo>
                  <a:pt x="420" y="1024"/>
                  <a:pt x="420" y="1024"/>
                  <a:pt x="420" y="1024"/>
                </a:cubicBezTo>
                <a:cubicBezTo>
                  <a:pt x="421" y="1025"/>
                  <a:pt x="421" y="1025"/>
                  <a:pt x="421" y="1025"/>
                </a:cubicBezTo>
                <a:cubicBezTo>
                  <a:pt x="420" y="1027"/>
                  <a:pt x="420" y="1028"/>
                  <a:pt x="419" y="1030"/>
                </a:cubicBezTo>
                <a:cubicBezTo>
                  <a:pt x="421" y="1032"/>
                  <a:pt x="423" y="1035"/>
                  <a:pt x="424" y="1037"/>
                </a:cubicBezTo>
                <a:cubicBezTo>
                  <a:pt x="427" y="1037"/>
                  <a:pt x="427" y="1039"/>
                  <a:pt x="427" y="1041"/>
                </a:cubicBezTo>
                <a:cubicBezTo>
                  <a:pt x="432" y="1047"/>
                  <a:pt x="436" y="1052"/>
                  <a:pt x="441" y="1058"/>
                </a:cubicBezTo>
                <a:cubicBezTo>
                  <a:pt x="447" y="1064"/>
                  <a:pt x="453" y="1071"/>
                  <a:pt x="459" y="1077"/>
                </a:cubicBezTo>
                <a:cubicBezTo>
                  <a:pt x="461" y="1075"/>
                  <a:pt x="462" y="1072"/>
                  <a:pt x="462" y="1069"/>
                </a:cubicBezTo>
                <a:close/>
                <a:moveTo>
                  <a:pt x="537" y="1106"/>
                </a:moveTo>
                <a:cubicBezTo>
                  <a:pt x="537" y="1105"/>
                  <a:pt x="538" y="1105"/>
                  <a:pt x="538" y="1105"/>
                </a:cubicBezTo>
                <a:cubicBezTo>
                  <a:pt x="538" y="1102"/>
                  <a:pt x="537" y="1099"/>
                  <a:pt x="532" y="1098"/>
                </a:cubicBezTo>
                <a:cubicBezTo>
                  <a:pt x="532" y="1098"/>
                  <a:pt x="531" y="1099"/>
                  <a:pt x="531" y="1100"/>
                </a:cubicBezTo>
                <a:cubicBezTo>
                  <a:pt x="533" y="1101"/>
                  <a:pt x="534" y="1103"/>
                  <a:pt x="536" y="1104"/>
                </a:cubicBezTo>
                <a:cubicBezTo>
                  <a:pt x="536" y="1105"/>
                  <a:pt x="536" y="1105"/>
                  <a:pt x="537" y="1105"/>
                </a:cubicBezTo>
                <a:cubicBezTo>
                  <a:pt x="537" y="1105"/>
                  <a:pt x="537" y="1105"/>
                  <a:pt x="536" y="1105"/>
                </a:cubicBezTo>
                <a:cubicBezTo>
                  <a:pt x="537" y="1105"/>
                  <a:pt x="537" y="1105"/>
                  <a:pt x="537" y="1106"/>
                </a:cubicBezTo>
                <a:close/>
                <a:moveTo>
                  <a:pt x="659" y="827"/>
                </a:moveTo>
                <a:cubicBezTo>
                  <a:pt x="665" y="850"/>
                  <a:pt x="684" y="867"/>
                  <a:pt x="707" y="879"/>
                </a:cubicBezTo>
                <a:cubicBezTo>
                  <a:pt x="709" y="879"/>
                  <a:pt x="709" y="879"/>
                  <a:pt x="709" y="879"/>
                </a:cubicBezTo>
                <a:cubicBezTo>
                  <a:pt x="709" y="880"/>
                  <a:pt x="709" y="880"/>
                  <a:pt x="709" y="880"/>
                </a:cubicBezTo>
                <a:cubicBezTo>
                  <a:pt x="713" y="882"/>
                  <a:pt x="717" y="884"/>
                  <a:pt x="721" y="886"/>
                </a:cubicBezTo>
                <a:cubicBezTo>
                  <a:pt x="723" y="885"/>
                  <a:pt x="725" y="886"/>
                  <a:pt x="727" y="888"/>
                </a:cubicBezTo>
                <a:cubicBezTo>
                  <a:pt x="727" y="888"/>
                  <a:pt x="727" y="888"/>
                  <a:pt x="727" y="889"/>
                </a:cubicBezTo>
                <a:cubicBezTo>
                  <a:pt x="729" y="889"/>
                  <a:pt x="731" y="890"/>
                  <a:pt x="733" y="890"/>
                </a:cubicBezTo>
                <a:cubicBezTo>
                  <a:pt x="734" y="890"/>
                  <a:pt x="735" y="889"/>
                  <a:pt x="736" y="889"/>
                </a:cubicBezTo>
                <a:cubicBezTo>
                  <a:pt x="736" y="888"/>
                  <a:pt x="736" y="887"/>
                  <a:pt x="738" y="887"/>
                </a:cubicBezTo>
                <a:cubicBezTo>
                  <a:pt x="742" y="891"/>
                  <a:pt x="742" y="896"/>
                  <a:pt x="752" y="895"/>
                </a:cubicBezTo>
                <a:cubicBezTo>
                  <a:pt x="752" y="895"/>
                  <a:pt x="752" y="896"/>
                  <a:pt x="752" y="897"/>
                </a:cubicBezTo>
                <a:cubicBezTo>
                  <a:pt x="760" y="899"/>
                  <a:pt x="767" y="900"/>
                  <a:pt x="773" y="901"/>
                </a:cubicBezTo>
                <a:cubicBezTo>
                  <a:pt x="819" y="910"/>
                  <a:pt x="867" y="905"/>
                  <a:pt x="913" y="894"/>
                </a:cubicBezTo>
                <a:cubicBezTo>
                  <a:pt x="913" y="893"/>
                  <a:pt x="913" y="892"/>
                  <a:pt x="913" y="892"/>
                </a:cubicBezTo>
                <a:cubicBezTo>
                  <a:pt x="912" y="892"/>
                  <a:pt x="911" y="893"/>
                  <a:pt x="911" y="893"/>
                </a:cubicBezTo>
                <a:cubicBezTo>
                  <a:pt x="910" y="893"/>
                  <a:pt x="910" y="894"/>
                  <a:pt x="910" y="895"/>
                </a:cubicBezTo>
                <a:cubicBezTo>
                  <a:pt x="907" y="894"/>
                  <a:pt x="906" y="895"/>
                  <a:pt x="903" y="895"/>
                </a:cubicBezTo>
                <a:cubicBezTo>
                  <a:pt x="903" y="895"/>
                  <a:pt x="903" y="894"/>
                  <a:pt x="903" y="894"/>
                </a:cubicBezTo>
                <a:cubicBezTo>
                  <a:pt x="902" y="895"/>
                  <a:pt x="901" y="895"/>
                  <a:pt x="900" y="896"/>
                </a:cubicBezTo>
                <a:cubicBezTo>
                  <a:pt x="881" y="896"/>
                  <a:pt x="881" y="896"/>
                  <a:pt x="881" y="896"/>
                </a:cubicBezTo>
                <a:cubicBezTo>
                  <a:pt x="882" y="895"/>
                  <a:pt x="882" y="894"/>
                  <a:pt x="882" y="894"/>
                </a:cubicBezTo>
                <a:cubicBezTo>
                  <a:pt x="880" y="894"/>
                  <a:pt x="877" y="894"/>
                  <a:pt x="875" y="895"/>
                </a:cubicBezTo>
                <a:cubicBezTo>
                  <a:pt x="874" y="895"/>
                  <a:pt x="874" y="895"/>
                  <a:pt x="874" y="896"/>
                </a:cubicBezTo>
                <a:cubicBezTo>
                  <a:pt x="874" y="896"/>
                  <a:pt x="874" y="896"/>
                  <a:pt x="874" y="896"/>
                </a:cubicBezTo>
                <a:cubicBezTo>
                  <a:pt x="867" y="896"/>
                  <a:pt x="867" y="896"/>
                  <a:pt x="867" y="896"/>
                </a:cubicBezTo>
                <a:cubicBezTo>
                  <a:pt x="867" y="896"/>
                  <a:pt x="866" y="896"/>
                  <a:pt x="866" y="896"/>
                </a:cubicBezTo>
                <a:cubicBezTo>
                  <a:pt x="835" y="900"/>
                  <a:pt x="803" y="900"/>
                  <a:pt x="773" y="894"/>
                </a:cubicBezTo>
                <a:cubicBezTo>
                  <a:pt x="773" y="895"/>
                  <a:pt x="773" y="895"/>
                  <a:pt x="773" y="896"/>
                </a:cubicBezTo>
                <a:cubicBezTo>
                  <a:pt x="774" y="896"/>
                  <a:pt x="775" y="896"/>
                  <a:pt x="775" y="897"/>
                </a:cubicBezTo>
                <a:cubicBezTo>
                  <a:pt x="766" y="897"/>
                  <a:pt x="766" y="897"/>
                  <a:pt x="766" y="897"/>
                </a:cubicBezTo>
                <a:cubicBezTo>
                  <a:pt x="766" y="896"/>
                  <a:pt x="766" y="894"/>
                  <a:pt x="766" y="893"/>
                </a:cubicBezTo>
                <a:cubicBezTo>
                  <a:pt x="765" y="893"/>
                  <a:pt x="763" y="892"/>
                  <a:pt x="761" y="892"/>
                </a:cubicBezTo>
                <a:cubicBezTo>
                  <a:pt x="762" y="893"/>
                  <a:pt x="763" y="895"/>
                  <a:pt x="763" y="897"/>
                </a:cubicBezTo>
                <a:cubicBezTo>
                  <a:pt x="760" y="897"/>
                  <a:pt x="760" y="897"/>
                  <a:pt x="760" y="897"/>
                </a:cubicBezTo>
                <a:cubicBezTo>
                  <a:pt x="758" y="895"/>
                  <a:pt x="755" y="893"/>
                  <a:pt x="754" y="890"/>
                </a:cubicBezTo>
                <a:cubicBezTo>
                  <a:pt x="753" y="890"/>
                  <a:pt x="752" y="890"/>
                  <a:pt x="751" y="889"/>
                </a:cubicBezTo>
                <a:cubicBezTo>
                  <a:pt x="750" y="890"/>
                  <a:pt x="747" y="889"/>
                  <a:pt x="745" y="889"/>
                </a:cubicBezTo>
                <a:cubicBezTo>
                  <a:pt x="745" y="889"/>
                  <a:pt x="745" y="888"/>
                  <a:pt x="745" y="888"/>
                </a:cubicBezTo>
                <a:cubicBezTo>
                  <a:pt x="744" y="887"/>
                  <a:pt x="743" y="887"/>
                  <a:pt x="741" y="886"/>
                </a:cubicBezTo>
                <a:cubicBezTo>
                  <a:pt x="741" y="886"/>
                  <a:pt x="740" y="886"/>
                  <a:pt x="739" y="886"/>
                </a:cubicBezTo>
                <a:cubicBezTo>
                  <a:pt x="737" y="886"/>
                  <a:pt x="730" y="887"/>
                  <a:pt x="730" y="886"/>
                </a:cubicBezTo>
                <a:cubicBezTo>
                  <a:pt x="731" y="885"/>
                  <a:pt x="729" y="883"/>
                  <a:pt x="728" y="881"/>
                </a:cubicBezTo>
                <a:cubicBezTo>
                  <a:pt x="716" y="876"/>
                  <a:pt x="702" y="868"/>
                  <a:pt x="690" y="858"/>
                </a:cubicBezTo>
                <a:cubicBezTo>
                  <a:pt x="689" y="858"/>
                  <a:pt x="688" y="858"/>
                  <a:pt x="686" y="857"/>
                </a:cubicBezTo>
                <a:cubicBezTo>
                  <a:pt x="687" y="857"/>
                  <a:pt x="687" y="856"/>
                  <a:pt x="687" y="855"/>
                </a:cubicBezTo>
                <a:cubicBezTo>
                  <a:pt x="685" y="854"/>
                  <a:pt x="683" y="852"/>
                  <a:pt x="682" y="851"/>
                </a:cubicBezTo>
                <a:cubicBezTo>
                  <a:pt x="682" y="852"/>
                  <a:pt x="681" y="853"/>
                  <a:pt x="681" y="854"/>
                </a:cubicBezTo>
                <a:cubicBezTo>
                  <a:pt x="674" y="856"/>
                  <a:pt x="670" y="850"/>
                  <a:pt x="672" y="845"/>
                </a:cubicBezTo>
                <a:cubicBezTo>
                  <a:pt x="673" y="844"/>
                  <a:pt x="674" y="844"/>
                  <a:pt x="675" y="844"/>
                </a:cubicBezTo>
                <a:cubicBezTo>
                  <a:pt x="667" y="834"/>
                  <a:pt x="662" y="823"/>
                  <a:pt x="664" y="812"/>
                </a:cubicBezTo>
                <a:cubicBezTo>
                  <a:pt x="664" y="812"/>
                  <a:pt x="663" y="812"/>
                  <a:pt x="663" y="812"/>
                </a:cubicBezTo>
                <a:cubicBezTo>
                  <a:pt x="663" y="814"/>
                  <a:pt x="661" y="815"/>
                  <a:pt x="658" y="815"/>
                </a:cubicBezTo>
                <a:cubicBezTo>
                  <a:pt x="658" y="819"/>
                  <a:pt x="658" y="823"/>
                  <a:pt x="659" y="827"/>
                </a:cubicBezTo>
                <a:close/>
                <a:moveTo>
                  <a:pt x="498" y="503"/>
                </a:moveTo>
                <a:cubicBezTo>
                  <a:pt x="497" y="505"/>
                  <a:pt x="495" y="507"/>
                  <a:pt x="492" y="507"/>
                </a:cubicBezTo>
                <a:cubicBezTo>
                  <a:pt x="489" y="507"/>
                  <a:pt x="489" y="507"/>
                  <a:pt x="489" y="507"/>
                </a:cubicBezTo>
                <a:cubicBezTo>
                  <a:pt x="488" y="507"/>
                  <a:pt x="487" y="507"/>
                  <a:pt x="486" y="506"/>
                </a:cubicBezTo>
                <a:cubicBezTo>
                  <a:pt x="485" y="507"/>
                  <a:pt x="484" y="507"/>
                  <a:pt x="483" y="507"/>
                </a:cubicBezTo>
                <a:cubicBezTo>
                  <a:pt x="483" y="507"/>
                  <a:pt x="483" y="507"/>
                  <a:pt x="483" y="507"/>
                </a:cubicBezTo>
                <a:cubicBezTo>
                  <a:pt x="482" y="507"/>
                  <a:pt x="482" y="507"/>
                  <a:pt x="482" y="507"/>
                </a:cubicBezTo>
                <a:cubicBezTo>
                  <a:pt x="461" y="514"/>
                  <a:pt x="440" y="522"/>
                  <a:pt x="420" y="532"/>
                </a:cubicBezTo>
                <a:cubicBezTo>
                  <a:pt x="421" y="532"/>
                  <a:pt x="421" y="531"/>
                  <a:pt x="423" y="532"/>
                </a:cubicBezTo>
                <a:cubicBezTo>
                  <a:pt x="423" y="533"/>
                  <a:pt x="422" y="535"/>
                  <a:pt x="422" y="536"/>
                </a:cubicBezTo>
                <a:cubicBezTo>
                  <a:pt x="419" y="536"/>
                  <a:pt x="418" y="535"/>
                  <a:pt x="419" y="532"/>
                </a:cubicBezTo>
                <a:cubicBezTo>
                  <a:pt x="387" y="549"/>
                  <a:pt x="357" y="570"/>
                  <a:pt x="333" y="597"/>
                </a:cubicBezTo>
                <a:cubicBezTo>
                  <a:pt x="342" y="597"/>
                  <a:pt x="342" y="597"/>
                  <a:pt x="342" y="597"/>
                </a:cubicBezTo>
                <a:cubicBezTo>
                  <a:pt x="349" y="590"/>
                  <a:pt x="356" y="584"/>
                  <a:pt x="364" y="577"/>
                </a:cubicBezTo>
                <a:cubicBezTo>
                  <a:pt x="363" y="576"/>
                  <a:pt x="364" y="575"/>
                  <a:pt x="364" y="574"/>
                </a:cubicBezTo>
                <a:cubicBezTo>
                  <a:pt x="366" y="574"/>
                  <a:pt x="366" y="574"/>
                  <a:pt x="367" y="575"/>
                </a:cubicBezTo>
                <a:cubicBezTo>
                  <a:pt x="389" y="556"/>
                  <a:pt x="414" y="541"/>
                  <a:pt x="440" y="530"/>
                </a:cubicBezTo>
                <a:cubicBezTo>
                  <a:pt x="438" y="529"/>
                  <a:pt x="437" y="527"/>
                  <a:pt x="438" y="525"/>
                </a:cubicBezTo>
                <a:cubicBezTo>
                  <a:pt x="445" y="525"/>
                  <a:pt x="445" y="525"/>
                  <a:pt x="445" y="525"/>
                </a:cubicBezTo>
                <a:cubicBezTo>
                  <a:pt x="445" y="525"/>
                  <a:pt x="445" y="525"/>
                  <a:pt x="445" y="525"/>
                </a:cubicBezTo>
                <a:cubicBezTo>
                  <a:pt x="445" y="526"/>
                  <a:pt x="445" y="527"/>
                  <a:pt x="445" y="528"/>
                </a:cubicBezTo>
                <a:cubicBezTo>
                  <a:pt x="477" y="514"/>
                  <a:pt x="511" y="506"/>
                  <a:pt x="546" y="501"/>
                </a:cubicBezTo>
                <a:cubicBezTo>
                  <a:pt x="548" y="500"/>
                  <a:pt x="550" y="499"/>
                  <a:pt x="553" y="500"/>
                </a:cubicBezTo>
                <a:cubicBezTo>
                  <a:pt x="553" y="500"/>
                  <a:pt x="553" y="500"/>
                  <a:pt x="553" y="500"/>
                </a:cubicBezTo>
                <a:cubicBezTo>
                  <a:pt x="558" y="500"/>
                  <a:pt x="563" y="499"/>
                  <a:pt x="567" y="499"/>
                </a:cubicBezTo>
                <a:cubicBezTo>
                  <a:pt x="568" y="497"/>
                  <a:pt x="570" y="495"/>
                  <a:pt x="572" y="497"/>
                </a:cubicBezTo>
                <a:cubicBezTo>
                  <a:pt x="573" y="498"/>
                  <a:pt x="572" y="498"/>
                  <a:pt x="572" y="499"/>
                </a:cubicBezTo>
                <a:cubicBezTo>
                  <a:pt x="575" y="498"/>
                  <a:pt x="577" y="498"/>
                  <a:pt x="580" y="498"/>
                </a:cubicBezTo>
                <a:cubicBezTo>
                  <a:pt x="580" y="498"/>
                  <a:pt x="580" y="497"/>
                  <a:pt x="581" y="496"/>
                </a:cubicBezTo>
                <a:cubicBezTo>
                  <a:pt x="584" y="496"/>
                  <a:pt x="584" y="498"/>
                  <a:pt x="586" y="497"/>
                </a:cubicBezTo>
                <a:cubicBezTo>
                  <a:pt x="586" y="498"/>
                  <a:pt x="586" y="498"/>
                  <a:pt x="586" y="498"/>
                </a:cubicBezTo>
                <a:cubicBezTo>
                  <a:pt x="587" y="498"/>
                  <a:pt x="588" y="498"/>
                  <a:pt x="590" y="498"/>
                </a:cubicBezTo>
                <a:cubicBezTo>
                  <a:pt x="589" y="498"/>
                  <a:pt x="589" y="498"/>
                  <a:pt x="589" y="497"/>
                </a:cubicBezTo>
                <a:cubicBezTo>
                  <a:pt x="591" y="497"/>
                  <a:pt x="593" y="497"/>
                  <a:pt x="594" y="496"/>
                </a:cubicBezTo>
                <a:cubicBezTo>
                  <a:pt x="593" y="494"/>
                  <a:pt x="593" y="491"/>
                  <a:pt x="591" y="490"/>
                </a:cubicBezTo>
                <a:cubicBezTo>
                  <a:pt x="590" y="490"/>
                  <a:pt x="589" y="490"/>
                  <a:pt x="588" y="490"/>
                </a:cubicBezTo>
                <a:cubicBezTo>
                  <a:pt x="588" y="493"/>
                  <a:pt x="588" y="495"/>
                  <a:pt x="586" y="496"/>
                </a:cubicBezTo>
                <a:cubicBezTo>
                  <a:pt x="583" y="495"/>
                  <a:pt x="582" y="493"/>
                  <a:pt x="581" y="491"/>
                </a:cubicBezTo>
                <a:cubicBezTo>
                  <a:pt x="576" y="491"/>
                  <a:pt x="572" y="491"/>
                  <a:pt x="567" y="492"/>
                </a:cubicBezTo>
                <a:cubicBezTo>
                  <a:pt x="568" y="492"/>
                  <a:pt x="568" y="492"/>
                  <a:pt x="568" y="493"/>
                </a:cubicBezTo>
                <a:cubicBezTo>
                  <a:pt x="564" y="494"/>
                  <a:pt x="562" y="493"/>
                  <a:pt x="559" y="492"/>
                </a:cubicBezTo>
                <a:cubicBezTo>
                  <a:pt x="559" y="493"/>
                  <a:pt x="558" y="493"/>
                  <a:pt x="558" y="493"/>
                </a:cubicBezTo>
                <a:cubicBezTo>
                  <a:pt x="559" y="494"/>
                  <a:pt x="559" y="496"/>
                  <a:pt x="559" y="497"/>
                </a:cubicBezTo>
                <a:cubicBezTo>
                  <a:pt x="557" y="498"/>
                  <a:pt x="557" y="496"/>
                  <a:pt x="554" y="496"/>
                </a:cubicBezTo>
                <a:cubicBezTo>
                  <a:pt x="554" y="495"/>
                  <a:pt x="554" y="494"/>
                  <a:pt x="554" y="493"/>
                </a:cubicBezTo>
                <a:cubicBezTo>
                  <a:pt x="553" y="493"/>
                  <a:pt x="552" y="493"/>
                  <a:pt x="551" y="493"/>
                </a:cubicBezTo>
                <a:cubicBezTo>
                  <a:pt x="544" y="494"/>
                  <a:pt x="538" y="495"/>
                  <a:pt x="532" y="496"/>
                </a:cubicBezTo>
                <a:cubicBezTo>
                  <a:pt x="530" y="498"/>
                  <a:pt x="527" y="499"/>
                  <a:pt x="525" y="498"/>
                </a:cubicBezTo>
                <a:cubicBezTo>
                  <a:pt x="525" y="498"/>
                  <a:pt x="524" y="498"/>
                  <a:pt x="524" y="498"/>
                </a:cubicBezTo>
                <a:cubicBezTo>
                  <a:pt x="524" y="498"/>
                  <a:pt x="524" y="498"/>
                  <a:pt x="524" y="498"/>
                </a:cubicBezTo>
                <a:cubicBezTo>
                  <a:pt x="521" y="498"/>
                  <a:pt x="517" y="499"/>
                  <a:pt x="514" y="499"/>
                </a:cubicBezTo>
                <a:cubicBezTo>
                  <a:pt x="514" y="501"/>
                  <a:pt x="514" y="502"/>
                  <a:pt x="513" y="503"/>
                </a:cubicBezTo>
                <a:cubicBezTo>
                  <a:pt x="512" y="503"/>
                  <a:pt x="511" y="503"/>
                  <a:pt x="510" y="503"/>
                </a:cubicBezTo>
                <a:cubicBezTo>
                  <a:pt x="509" y="502"/>
                  <a:pt x="509" y="501"/>
                  <a:pt x="509" y="501"/>
                </a:cubicBezTo>
                <a:cubicBezTo>
                  <a:pt x="505" y="501"/>
                  <a:pt x="502" y="502"/>
                  <a:pt x="498" y="503"/>
                </a:cubicBezTo>
                <a:close/>
                <a:moveTo>
                  <a:pt x="432" y="533"/>
                </a:moveTo>
                <a:cubicBezTo>
                  <a:pt x="432" y="531"/>
                  <a:pt x="431" y="530"/>
                  <a:pt x="431" y="528"/>
                </a:cubicBezTo>
                <a:cubicBezTo>
                  <a:pt x="433" y="526"/>
                  <a:pt x="436" y="526"/>
                  <a:pt x="437" y="527"/>
                </a:cubicBezTo>
                <a:cubicBezTo>
                  <a:pt x="437" y="531"/>
                  <a:pt x="436" y="532"/>
                  <a:pt x="432" y="533"/>
                </a:cubicBezTo>
                <a:close/>
                <a:moveTo>
                  <a:pt x="156" y="828"/>
                </a:moveTo>
                <a:cubicBezTo>
                  <a:pt x="156" y="829"/>
                  <a:pt x="155" y="830"/>
                  <a:pt x="155" y="831"/>
                </a:cubicBezTo>
                <a:cubicBezTo>
                  <a:pt x="149" y="831"/>
                  <a:pt x="149" y="831"/>
                  <a:pt x="149" y="831"/>
                </a:cubicBezTo>
                <a:cubicBezTo>
                  <a:pt x="146" y="842"/>
                  <a:pt x="144" y="852"/>
                  <a:pt x="141" y="863"/>
                </a:cubicBezTo>
                <a:cubicBezTo>
                  <a:pt x="142" y="864"/>
                  <a:pt x="142" y="865"/>
                  <a:pt x="142" y="867"/>
                </a:cubicBezTo>
                <a:cubicBezTo>
                  <a:pt x="142" y="867"/>
                  <a:pt x="141" y="867"/>
                  <a:pt x="140" y="867"/>
                </a:cubicBezTo>
                <a:cubicBezTo>
                  <a:pt x="139" y="873"/>
                  <a:pt x="138" y="878"/>
                  <a:pt x="136" y="884"/>
                </a:cubicBezTo>
                <a:cubicBezTo>
                  <a:pt x="143" y="884"/>
                  <a:pt x="143" y="884"/>
                  <a:pt x="143" y="884"/>
                </a:cubicBezTo>
                <a:cubicBezTo>
                  <a:pt x="148" y="865"/>
                  <a:pt x="152" y="847"/>
                  <a:pt x="156" y="828"/>
                </a:cubicBezTo>
                <a:close/>
                <a:moveTo>
                  <a:pt x="121" y="849"/>
                </a:moveTo>
                <a:cubicBezTo>
                  <a:pt x="128" y="849"/>
                  <a:pt x="128" y="849"/>
                  <a:pt x="128" y="849"/>
                </a:cubicBezTo>
                <a:cubicBezTo>
                  <a:pt x="130" y="843"/>
                  <a:pt x="133" y="837"/>
                  <a:pt x="135" y="831"/>
                </a:cubicBezTo>
                <a:cubicBezTo>
                  <a:pt x="129" y="831"/>
                  <a:pt x="129" y="831"/>
                  <a:pt x="129" y="831"/>
                </a:cubicBezTo>
                <a:cubicBezTo>
                  <a:pt x="129" y="831"/>
                  <a:pt x="129" y="831"/>
                  <a:pt x="129" y="830"/>
                </a:cubicBezTo>
                <a:cubicBezTo>
                  <a:pt x="134" y="828"/>
                  <a:pt x="132" y="820"/>
                  <a:pt x="139" y="820"/>
                </a:cubicBezTo>
                <a:cubicBezTo>
                  <a:pt x="143" y="812"/>
                  <a:pt x="146" y="804"/>
                  <a:pt x="149" y="796"/>
                </a:cubicBezTo>
                <a:cubicBezTo>
                  <a:pt x="146" y="796"/>
                  <a:pt x="146" y="796"/>
                  <a:pt x="146" y="796"/>
                </a:cubicBezTo>
                <a:cubicBezTo>
                  <a:pt x="146" y="795"/>
                  <a:pt x="146" y="794"/>
                  <a:pt x="147" y="793"/>
                </a:cubicBezTo>
                <a:cubicBezTo>
                  <a:pt x="148" y="792"/>
                  <a:pt x="149" y="793"/>
                  <a:pt x="150" y="793"/>
                </a:cubicBezTo>
                <a:cubicBezTo>
                  <a:pt x="153" y="788"/>
                  <a:pt x="155" y="783"/>
                  <a:pt x="157" y="777"/>
                </a:cubicBezTo>
                <a:cubicBezTo>
                  <a:pt x="157" y="777"/>
                  <a:pt x="157" y="777"/>
                  <a:pt x="157" y="777"/>
                </a:cubicBezTo>
                <a:cubicBezTo>
                  <a:pt x="157" y="777"/>
                  <a:pt x="157" y="777"/>
                  <a:pt x="157" y="777"/>
                </a:cubicBezTo>
                <a:cubicBezTo>
                  <a:pt x="159" y="772"/>
                  <a:pt x="162" y="767"/>
                  <a:pt x="164" y="762"/>
                </a:cubicBezTo>
                <a:cubicBezTo>
                  <a:pt x="163" y="767"/>
                  <a:pt x="162" y="772"/>
                  <a:pt x="161" y="777"/>
                </a:cubicBezTo>
                <a:cubicBezTo>
                  <a:pt x="163" y="777"/>
                  <a:pt x="163" y="777"/>
                  <a:pt x="163" y="777"/>
                </a:cubicBezTo>
                <a:cubicBezTo>
                  <a:pt x="164" y="778"/>
                  <a:pt x="165" y="778"/>
                  <a:pt x="166" y="780"/>
                </a:cubicBezTo>
                <a:cubicBezTo>
                  <a:pt x="165" y="782"/>
                  <a:pt x="165" y="785"/>
                  <a:pt x="162" y="784"/>
                </a:cubicBezTo>
                <a:cubicBezTo>
                  <a:pt x="161" y="783"/>
                  <a:pt x="161" y="781"/>
                  <a:pt x="160" y="780"/>
                </a:cubicBezTo>
                <a:cubicBezTo>
                  <a:pt x="160" y="782"/>
                  <a:pt x="159" y="783"/>
                  <a:pt x="159" y="785"/>
                </a:cubicBezTo>
                <a:cubicBezTo>
                  <a:pt x="160" y="785"/>
                  <a:pt x="162" y="786"/>
                  <a:pt x="163" y="786"/>
                </a:cubicBezTo>
                <a:cubicBezTo>
                  <a:pt x="163" y="790"/>
                  <a:pt x="160" y="791"/>
                  <a:pt x="158" y="790"/>
                </a:cubicBezTo>
                <a:cubicBezTo>
                  <a:pt x="156" y="798"/>
                  <a:pt x="155" y="805"/>
                  <a:pt x="153" y="813"/>
                </a:cubicBezTo>
                <a:cubicBezTo>
                  <a:pt x="159" y="813"/>
                  <a:pt x="159" y="813"/>
                  <a:pt x="159" y="813"/>
                </a:cubicBezTo>
                <a:cubicBezTo>
                  <a:pt x="159" y="813"/>
                  <a:pt x="158" y="814"/>
                  <a:pt x="158" y="814"/>
                </a:cubicBezTo>
                <a:cubicBezTo>
                  <a:pt x="156" y="814"/>
                  <a:pt x="154" y="814"/>
                  <a:pt x="153" y="814"/>
                </a:cubicBezTo>
                <a:cubicBezTo>
                  <a:pt x="152" y="818"/>
                  <a:pt x="151" y="821"/>
                  <a:pt x="150" y="825"/>
                </a:cubicBezTo>
                <a:cubicBezTo>
                  <a:pt x="152" y="824"/>
                  <a:pt x="154" y="825"/>
                  <a:pt x="157" y="826"/>
                </a:cubicBezTo>
                <a:cubicBezTo>
                  <a:pt x="163" y="799"/>
                  <a:pt x="169" y="773"/>
                  <a:pt x="174" y="746"/>
                </a:cubicBezTo>
                <a:cubicBezTo>
                  <a:pt x="172" y="745"/>
                  <a:pt x="170" y="744"/>
                  <a:pt x="168" y="743"/>
                </a:cubicBezTo>
                <a:cubicBezTo>
                  <a:pt x="168" y="743"/>
                  <a:pt x="168" y="744"/>
                  <a:pt x="168" y="744"/>
                </a:cubicBezTo>
                <a:cubicBezTo>
                  <a:pt x="166" y="744"/>
                  <a:pt x="165" y="744"/>
                  <a:pt x="164" y="746"/>
                </a:cubicBezTo>
                <a:cubicBezTo>
                  <a:pt x="163" y="747"/>
                  <a:pt x="163" y="749"/>
                  <a:pt x="162" y="750"/>
                </a:cubicBezTo>
                <a:cubicBezTo>
                  <a:pt x="164" y="750"/>
                  <a:pt x="167" y="750"/>
                  <a:pt x="169" y="750"/>
                </a:cubicBezTo>
                <a:cubicBezTo>
                  <a:pt x="171" y="757"/>
                  <a:pt x="164" y="760"/>
                  <a:pt x="159" y="759"/>
                </a:cubicBezTo>
                <a:cubicBezTo>
                  <a:pt x="159" y="759"/>
                  <a:pt x="159" y="758"/>
                  <a:pt x="158" y="758"/>
                </a:cubicBezTo>
                <a:cubicBezTo>
                  <a:pt x="154" y="767"/>
                  <a:pt x="150" y="776"/>
                  <a:pt x="147" y="785"/>
                </a:cubicBezTo>
                <a:cubicBezTo>
                  <a:pt x="148" y="784"/>
                  <a:pt x="151" y="785"/>
                  <a:pt x="152" y="786"/>
                </a:cubicBezTo>
                <a:cubicBezTo>
                  <a:pt x="152" y="787"/>
                  <a:pt x="151" y="788"/>
                  <a:pt x="150" y="789"/>
                </a:cubicBezTo>
                <a:cubicBezTo>
                  <a:pt x="150" y="791"/>
                  <a:pt x="148" y="791"/>
                  <a:pt x="146" y="791"/>
                </a:cubicBezTo>
                <a:cubicBezTo>
                  <a:pt x="146" y="791"/>
                  <a:pt x="145" y="791"/>
                  <a:pt x="145" y="791"/>
                </a:cubicBezTo>
                <a:cubicBezTo>
                  <a:pt x="145" y="791"/>
                  <a:pt x="144" y="790"/>
                  <a:pt x="144" y="790"/>
                </a:cubicBezTo>
                <a:cubicBezTo>
                  <a:pt x="136" y="811"/>
                  <a:pt x="127" y="832"/>
                  <a:pt x="120" y="853"/>
                </a:cubicBezTo>
                <a:cubicBezTo>
                  <a:pt x="121" y="855"/>
                  <a:pt x="121" y="857"/>
                  <a:pt x="119" y="858"/>
                </a:cubicBezTo>
                <a:cubicBezTo>
                  <a:pt x="119" y="858"/>
                  <a:pt x="118" y="857"/>
                  <a:pt x="118" y="857"/>
                </a:cubicBezTo>
                <a:cubicBezTo>
                  <a:pt x="115" y="866"/>
                  <a:pt x="111" y="875"/>
                  <a:pt x="108" y="885"/>
                </a:cubicBezTo>
                <a:cubicBezTo>
                  <a:pt x="111" y="884"/>
                  <a:pt x="111" y="884"/>
                  <a:pt x="111" y="884"/>
                </a:cubicBezTo>
                <a:cubicBezTo>
                  <a:pt x="112" y="885"/>
                  <a:pt x="112" y="886"/>
                  <a:pt x="112" y="887"/>
                </a:cubicBezTo>
                <a:cubicBezTo>
                  <a:pt x="111" y="888"/>
                  <a:pt x="109" y="888"/>
                  <a:pt x="107" y="888"/>
                </a:cubicBezTo>
                <a:cubicBezTo>
                  <a:pt x="106" y="891"/>
                  <a:pt x="105" y="895"/>
                  <a:pt x="103" y="898"/>
                </a:cubicBezTo>
                <a:cubicBezTo>
                  <a:pt x="104" y="898"/>
                  <a:pt x="104" y="898"/>
                  <a:pt x="104" y="898"/>
                </a:cubicBezTo>
                <a:cubicBezTo>
                  <a:pt x="105" y="899"/>
                  <a:pt x="105" y="901"/>
                  <a:pt x="105" y="903"/>
                </a:cubicBezTo>
                <a:cubicBezTo>
                  <a:pt x="102" y="903"/>
                  <a:pt x="102" y="903"/>
                  <a:pt x="102" y="903"/>
                </a:cubicBezTo>
                <a:cubicBezTo>
                  <a:pt x="99" y="911"/>
                  <a:pt x="96" y="920"/>
                  <a:pt x="94" y="928"/>
                </a:cubicBezTo>
                <a:cubicBezTo>
                  <a:pt x="96" y="929"/>
                  <a:pt x="97" y="931"/>
                  <a:pt x="98" y="933"/>
                </a:cubicBezTo>
                <a:cubicBezTo>
                  <a:pt x="98" y="931"/>
                  <a:pt x="100" y="931"/>
                  <a:pt x="99" y="929"/>
                </a:cubicBezTo>
                <a:cubicBezTo>
                  <a:pt x="100" y="929"/>
                  <a:pt x="100" y="929"/>
                  <a:pt x="100" y="929"/>
                </a:cubicBezTo>
                <a:cubicBezTo>
                  <a:pt x="107" y="908"/>
                  <a:pt x="114" y="888"/>
                  <a:pt x="122" y="867"/>
                </a:cubicBezTo>
                <a:cubicBezTo>
                  <a:pt x="118" y="867"/>
                  <a:pt x="118" y="867"/>
                  <a:pt x="118" y="867"/>
                </a:cubicBezTo>
                <a:cubicBezTo>
                  <a:pt x="118" y="865"/>
                  <a:pt x="118" y="862"/>
                  <a:pt x="121" y="860"/>
                </a:cubicBezTo>
                <a:cubicBezTo>
                  <a:pt x="122" y="860"/>
                  <a:pt x="123" y="861"/>
                  <a:pt x="124" y="861"/>
                </a:cubicBezTo>
                <a:cubicBezTo>
                  <a:pt x="125" y="858"/>
                  <a:pt x="126" y="855"/>
                  <a:pt x="127" y="851"/>
                </a:cubicBezTo>
                <a:cubicBezTo>
                  <a:pt x="125" y="851"/>
                  <a:pt x="122" y="850"/>
                  <a:pt x="121" y="849"/>
                </a:cubicBezTo>
                <a:close/>
                <a:moveTo>
                  <a:pt x="155" y="824"/>
                </a:moveTo>
                <a:cubicBezTo>
                  <a:pt x="153" y="823"/>
                  <a:pt x="153" y="818"/>
                  <a:pt x="156" y="818"/>
                </a:cubicBezTo>
                <a:cubicBezTo>
                  <a:pt x="159" y="819"/>
                  <a:pt x="158" y="823"/>
                  <a:pt x="155" y="824"/>
                </a:cubicBezTo>
                <a:close/>
                <a:moveTo>
                  <a:pt x="135" y="813"/>
                </a:moveTo>
                <a:cubicBezTo>
                  <a:pt x="140" y="813"/>
                  <a:pt x="140" y="813"/>
                  <a:pt x="140" y="813"/>
                </a:cubicBezTo>
                <a:cubicBezTo>
                  <a:pt x="140" y="813"/>
                  <a:pt x="140" y="813"/>
                  <a:pt x="140" y="814"/>
                </a:cubicBezTo>
                <a:cubicBezTo>
                  <a:pt x="138" y="813"/>
                  <a:pt x="136" y="814"/>
                  <a:pt x="135" y="814"/>
                </a:cubicBezTo>
                <a:cubicBezTo>
                  <a:pt x="135" y="814"/>
                  <a:pt x="135" y="813"/>
                  <a:pt x="135" y="813"/>
                </a:cubicBezTo>
                <a:close/>
                <a:moveTo>
                  <a:pt x="137" y="827"/>
                </a:moveTo>
                <a:cubicBezTo>
                  <a:pt x="137" y="827"/>
                  <a:pt x="137" y="827"/>
                  <a:pt x="137" y="827"/>
                </a:cubicBezTo>
                <a:cubicBezTo>
                  <a:pt x="137" y="827"/>
                  <a:pt x="137" y="827"/>
                  <a:pt x="137" y="827"/>
                </a:cubicBezTo>
                <a:cubicBezTo>
                  <a:pt x="137" y="827"/>
                  <a:pt x="137" y="827"/>
                  <a:pt x="137" y="827"/>
                </a:cubicBezTo>
                <a:close/>
                <a:moveTo>
                  <a:pt x="379" y="603"/>
                </a:moveTo>
                <a:cubicBezTo>
                  <a:pt x="381" y="604"/>
                  <a:pt x="383" y="604"/>
                  <a:pt x="386" y="603"/>
                </a:cubicBezTo>
                <a:cubicBezTo>
                  <a:pt x="386" y="604"/>
                  <a:pt x="386" y="605"/>
                  <a:pt x="386" y="606"/>
                </a:cubicBezTo>
                <a:cubicBezTo>
                  <a:pt x="387" y="605"/>
                  <a:pt x="387" y="605"/>
                  <a:pt x="388" y="604"/>
                </a:cubicBezTo>
                <a:cubicBezTo>
                  <a:pt x="386" y="603"/>
                  <a:pt x="385" y="601"/>
                  <a:pt x="383" y="599"/>
                </a:cubicBezTo>
                <a:cubicBezTo>
                  <a:pt x="382" y="601"/>
                  <a:pt x="381" y="602"/>
                  <a:pt x="379" y="603"/>
                </a:cubicBezTo>
                <a:close/>
                <a:moveTo>
                  <a:pt x="27" y="462"/>
                </a:moveTo>
                <a:cubicBezTo>
                  <a:pt x="27" y="462"/>
                  <a:pt x="27" y="462"/>
                  <a:pt x="27" y="462"/>
                </a:cubicBezTo>
                <a:cubicBezTo>
                  <a:pt x="27" y="462"/>
                  <a:pt x="27" y="462"/>
                  <a:pt x="27" y="462"/>
                </a:cubicBezTo>
                <a:cubicBezTo>
                  <a:pt x="27" y="462"/>
                  <a:pt x="27" y="462"/>
                  <a:pt x="27" y="462"/>
                </a:cubicBezTo>
                <a:close/>
                <a:moveTo>
                  <a:pt x="213" y="745"/>
                </a:moveTo>
                <a:cubicBezTo>
                  <a:pt x="213" y="744"/>
                  <a:pt x="213" y="744"/>
                  <a:pt x="213" y="743"/>
                </a:cubicBezTo>
                <a:cubicBezTo>
                  <a:pt x="212" y="743"/>
                  <a:pt x="212" y="744"/>
                  <a:pt x="212" y="744"/>
                </a:cubicBezTo>
                <a:cubicBezTo>
                  <a:pt x="213" y="744"/>
                  <a:pt x="213" y="745"/>
                  <a:pt x="213" y="745"/>
                </a:cubicBezTo>
                <a:close/>
                <a:moveTo>
                  <a:pt x="228" y="720"/>
                </a:moveTo>
                <a:cubicBezTo>
                  <a:pt x="228" y="720"/>
                  <a:pt x="227" y="720"/>
                  <a:pt x="227" y="720"/>
                </a:cubicBezTo>
                <a:cubicBezTo>
                  <a:pt x="226" y="717"/>
                  <a:pt x="228" y="716"/>
                  <a:pt x="230" y="717"/>
                </a:cubicBezTo>
                <a:cubicBezTo>
                  <a:pt x="234" y="707"/>
                  <a:pt x="238" y="697"/>
                  <a:pt x="243" y="688"/>
                </a:cubicBezTo>
                <a:cubicBezTo>
                  <a:pt x="236" y="688"/>
                  <a:pt x="236" y="688"/>
                  <a:pt x="236" y="688"/>
                </a:cubicBezTo>
                <a:cubicBezTo>
                  <a:pt x="236" y="688"/>
                  <a:pt x="236" y="688"/>
                  <a:pt x="236" y="688"/>
                </a:cubicBezTo>
                <a:cubicBezTo>
                  <a:pt x="231" y="698"/>
                  <a:pt x="226" y="708"/>
                  <a:pt x="222" y="719"/>
                </a:cubicBezTo>
                <a:cubicBezTo>
                  <a:pt x="222" y="721"/>
                  <a:pt x="223" y="722"/>
                  <a:pt x="224" y="724"/>
                </a:cubicBezTo>
                <a:cubicBezTo>
                  <a:pt x="220" y="724"/>
                  <a:pt x="220" y="724"/>
                  <a:pt x="220" y="724"/>
                </a:cubicBezTo>
                <a:cubicBezTo>
                  <a:pt x="217" y="729"/>
                  <a:pt x="215" y="735"/>
                  <a:pt x="213" y="741"/>
                </a:cubicBezTo>
                <a:cubicBezTo>
                  <a:pt x="221" y="741"/>
                  <a:pt x="221" y="741"/>
                  <a:pt x="221" y="741"/>
                </a:cubicBezTo>
                <a:cubicBezTo>
                  <a:pt x="223" y="734"/>
                  <a:pt x="226" y="727"/>
                  <a:pt x="228" y="720"/>
                </a:cubicBezTo>
                <a:close/>
                <a:moveTo>
                  <a:pt x="86" y="635"/>
                </a:moveTo>
                <a:cubicBezTo>
                  <a:pt x="94" y="635"/>
                  <a:pt x="94" y="635"/>
                  <a:pt x="94" y="635"/>
                </a:cubicBezTo>
                <a:cubicBezTo>
                  <a:pt x="97" y="629"/>
                  <a:pt x="101" y="623"/>
                  <a:pt x="104" y="618"/>
                </a:cubicBezTo>
                <a:cubicBezTo>
                  <a:pt x="96" y="618"/>
                  <a:pt x="96" y="618"/>
                  <a:pt x="96" y="618"/>
                </a:cubicBezTo>
                <a:cubicBezTo>
                  <a:pt x="92" y="623"/>
                  <a:pt x="89" y="629"/>
                  <a:pt x="86" y="635"/>
                </a:cubicBezTo>
                <a:close/>
                <a:moveTo>
                  <a:pt x="892" y="461"/>
                </a:moveTo>
                <a:cubicBezTo>
                  <a:pt x="892" y="462"/>
                  <a:pt x="892" y="462"/>
                  <a:pt x="892" y="462"/>
                </a:cubicBezTo>
                <a:cubicBezTo>
                  <a:pt x="893" y="462"/>
                  <a:pt x="893" y="462"/>
                  <a:pt x="893" y="462"/>
                </a:cubicBezTo>
                <a:cubicBezTo>
                  <a:pt x="893" y="461"/>
                  <a:pt x="892" y="461"/>
                  <a:pt x="892" y="461"/>
                </a:cubicBezTo>
                <a:close/>
                <a:moveTo>
                  <a:pt x="1062" y="714"/>
                </a:moveTo>
                <a:cubicBezTo>
                  <a:pt x="1062" y="714"/>
                  <a:pt x="1062" y="714"/>
                  <a:pt x="1062" y="714"/>
                </a:cubicBezTo>
                <a:cubicBezTo>
                  <a:pt x="1062" y="714"/>
                  <a:pt x="1063" y="714"/>
                  <a:pt x="1064" y="714"/>
                </a:cubicBezTo>
                <a:cubicBezTo>
                  <a:pt x="1064" y="714"/>
                  <a:pt x="1064" y="714"/>
                  <a:pt x="1064" y="714"/>
                </a:cubicBezTo>
                <a:cubicBezTo>
                  <a:pt x="1066" y="714"/>
                  <a:pt x="1067" y="714"/>
                  <a:pt x="1069" y="714"/>
                </a:cubicBezTo>
                <a:cubicBezTo>
                  <a:pt x="1068" y="711"/>
                  <a:pt x="1067" y="709"/>
                  <a:pt x="1064" y="708"/>
                </a:cubicBezTo>
                <a:cubicBezTo>
                  <a:pt x="1064" y="708"/>
                  <a:pt x="1063" y="708"/>
                  <a:pt x="1062" y="708"/>
                </a:cubicBezTo>
                <a:cubicBezTo>
                  <a:pt x="1062" y="708"/>
                  <a:pt x="1062" y="709"/>
                  <a:pt x="1062" y="709"/>
                </a:cubicBezTo>
                <a:cubicBezTo>
                  <a:pt x="1062" y="709"/>
                  <a:pt x="1062" y="709"/>
                  <a:pt x="1062" y="709"/>
                </a:cubicBezTo>
                <a:cubicBezTo>
                  <a:pt x="1062" y="710"/>
                  <a:pt x="1061" y="710"/>
                  <a:pt x="1061" y="710"/>
                </a:cubicBezTo>
                <a:cubicBezTo>
                  <a:pt x="1062" y="711"/>
                  <a:pt x="1062" y="711"/>
                  <a:pt x="1063" y="711"/>
                </a:cubicBezTo>
                <a:cubicBezTo>
                  <a:pt x="1063" y="712"/>
                  <a:pt x="1062" y="713"/>
                  <a:pt x="1062" y="714"/>
                </a:cubicBezTo>
                <a:close/>
                <a:moveTo>
                  <a:pt x="877" y="463"/>
                </a:moveTo>
                <a:cubicBezTo>
                  <a:pt x="877" y="461"/>
                  <a:pt x="876" y="460"/>
                  <a:pt x="873" y="460"/>
                </a:cubicBezTo>
                <a:cubicBezTo>
                  <a:pt x="872" y="461"/>
                  <a:pt x="871" y="461"/>
                  <a:pt x="870" y="461"/>
                </a:cubicBezTo>
                <a:cubicBezTo>
                  <a:pt x="872" y="462"/>
                  <a:pt x="875" y="463"/>
                  <a:pt x="877" y="463"/>
                </a:cubicBezTo>
                <a:close/>
                <a:moveTo>
                  <a:pt x="609" y="429"/>
                </a:moveTo>
                <a:cubicBezTo>
                  <a:pt x="609" y="428"/>
                  <a:pt x="609" y="427"/>
                  <a:pt x="609" y="426"/>
                </a:cubicBezTo>
                <a:cubicBezTo>
                  <a:pt x="608" y="425"/>
                  <a:pt x="608" y="423"/>
                  <a:pt x="607" y="422"/>
                </a:cubicBezTo>
                <a:cubicBezTo>
                  <a:pt x="602" y="422"/>
                  <a:pt x="597" y="422"/>
                  <a:pt x="592" y="421"/>
                </a:cubicBezTo>
                <a:cubicBezTo>
                  <a:pt x="591" y="422"/>
                  <a:pt x="591" y="423"/>
                  <a:pt x="590" y="423"/>
                </a:cubicBezTo>
                <a:cubicBezTo>
                  <a:pt x="594" y="424"/>
                  <a:pt x="595" y="426"/>
                  <a:pt x="595" y="428"/>
                </a:cubicBezTo>
                <a:cubicBezTo>
                  <a:pt x="600" y="429"/>
                  <a:pt x="604" y="429"/>
                  <a:pt x="609" y="429"/>
                </a:cubicBezTo>
                <a:close/>
                <a:moveTo>
                  <a:pt x="631" y="425"/>
                </a:moveTo>
                <a:cubicBezTo>
                  <a:pt x="626" y="424"/>
                  <a:pt x="621" y="423"/>
                  <a:pt x="616" y="423"/>
                </a:cubicBezTo>
                <a:cubicBezTo>
                  <a:pt x="617" y="425"/>
                  <a:pt x="616" y="427"/>
                  <a:pt x="618" y="429"/>
                </a:cubicBezTo>
                <a:cubicBezTo>
                  <a:pt x="618" y="427"/>
                  <a:pt x="618" y="425"/>
                  <a:pt x="621" y="425"/>
                </a:cubicBezTo>
                <a:cubicBezTo>
                  <a:pt x="624" y="426"/>
                  <a:pt x="626" y="428"/>
                  <a:pt x="626" y="431"/>
                </a:cubicBezTo>
                <a:cubicBezTo>
                  <a:pt x="628" y="431"/>
                  <a:pt x="630" y="431"/>
                  <a:pt x="631" y="431"/>
                </a:cubicBezTo>
                <a:cubicBezTo>
                  <a:pt x="629" y="430"/>
                  <a:pt x="629" y="427"/>
                  <a:pt x="631" y="425"/>
                </a:cubicBezTo>
                <a:close/>
                <a:moveTo>
                  <a:pt x="869" y="640"/>
                </a:moveTo>
                <a:cubicBezTo>
                  <a:pt x="866" y="641"/>
                  <a:pt x="864" y="641"/>
                  <a:pt x="862" y="642"/>
                </a:cubicBezTo>
                <a:cubicBezTo>
                  <a:pt x="863" y="642"/>
                  <a:pt x="864" y="642"/>
                  <a:pt x="864" y="643"/>
                </a:cubicBezTo>
                <a:cubicBezTo>
                  <a:pt x="867" y="642"/>
                  <a:pt x="871" y="641"/>
                  <a:pt x="873" y="640"/>
                </a:cubicBezTo>
                <a:cubicBezTo>
                  <a:pt x="872" y="639"/>
                  <a:pt x="871" y="639"/>
                  <a:pt x="870" y="638"/>
                </a:cubicBezTo>
                <a:cubicBezTo>
                  <a:pt x="869" y="639"/>
                  <a:pt x="869" y="639"/>
                  <a:pt x="869" y="640"/>
                </a:cubicBezTo>
                <a:close/>
                <a:moveTo>
                  <a:pt x="984" y="704"/>
                </a:moveTo>
                <a:cubicBezTo>
                  <a:pt x="984" y="706"/>
                  <a:pt x="985" y="708"/>
                  <a:pt x="985" y="711"/>
                </a:cubicBezTo>
                <a:cubicBezTo>
                  <a:pt x="1001" y="713"/>
                  <a:pt x="1018" y="715"/>
                  <a:pt x="1034" y="715"/>
                </a:cubicBezTo>
                <a:cubicBezTo>
                  <a:pt x="1034" y="714"/>
                  <a:pt x="1034" y="714"/>
                  <a:pt x="1034" y="714"/>
                </a:cubicBezTo>
                <a:cubicBezTo>
                  <a:pt x="1031" y="715"/>
                  <a:pt x="1029" y="714"/>
                  <a:pt x="1027" y="714"/>
                </a:cubicBezTo>
                <a:cubicBezTo>
                  <a:pt x="1027" y="711"/>
                  <a:pt x="1027" y="710"/>
                  <a:pt x="1028" y="708"/>
                </a:cubicBezTo>
                <a:cubicBezTo>
                  <a:pt x="1018" y="708"/>
                  <a:pt x="1008" y="707"/>
                  <a:pt x="998" y="706"/>
                </a:cubicBezTo>
                <a:cubicBezTo>
                  <a:pt x="998" y="706"/>
                  <a:pt x="998" y="706"/>
                  <a:pt x="998" y="706"/>
                </a:cubicBezTo>
                <a:cubicBezTo>
                  <a:pt x="997" y="706"/>
                  <a:pt x="997" y="707"/>
                  <a:pt x="997" y="708"/>
                </a:cubicBezTo>
                <a:cubicBezTo>
                  <a:pt x="994" y="708"/>
                  <a:pt x="992" y="707"/>
                  <a:pt x="991" y="705"/>
                </a:cubicBezTo>
                <a:cubicBezTo>
                  <a:pt x="989" y="704"/>
                  <a:pt x="986" y="704"/>
                  <a:pt x="984" y="704"/>
                </a:cubicBezTo>
                <a:close/>
                <a:moveTo>
                  <a:pt x="1043" y="715"/>
                </a:moveTo>
                <a:cubicBezTo>
                  <a:pt x="1043" y="713"/>
                  <a:pt x="1042" y="710"/>
                  <a:pt x="1041" y="709"/>
                </a:cubicBezTo>
                <a:cubicBezTo>
                  <a:pt x="1039" y="709"/>
                  <a:pt x="1037" y="709"/>
                  <a:pt x="1036" y="709"/>
                </a:cubicBezTo>
                <a:cubicBezTo>
                  <a:pt x="1036" y="710"/>
                  <a:pt x="1036" y="712"/>
                  <a:pt x="1035" y="713"/>
                </a:cubicBezTo>
                <a:cubicBezTo>
                  <a:pt x="1038" y="712"/>
                  <a:pt x="1038" y="713"/>
                  <a:pt x="1039" y="715"/>
                </a:cubicBezTo>
                <a:cubicBezTo>
                  <a:pt x="1040" y="715"/>
                  <a:pt x="1041" y="715"/>
                  <a:pt x="1043" y="715"/>
                </a:cubicBezTo>
                <a:close/>
                <a:moveTo>
                  <a:pt x="1056" y="715"/>
                </a:moveTo>
                <a:cubicBezTo>
                  <a:pt x="1055" y="713"/>
                  <a:pt x="1054" y="710"/>
                  <a:pt x="1052" y="708"/>
                </a:cubicBezTo>
                <a:cubicBezTo>
                  <a:pt x="1050" y="708"/>
                  <a:pt x="1048" y="709"/>
                  <a:pt x="1045" y="709"/>
                </a:cubicBezTo>
                <a:cubicBezTo>
                  <a:pt x="1046" y="711"/>
                  <a:pt x="1047" y="713"/>
                  <a:pt x="1048" y="715"/>
                </a:cubicBezTo>
                <a:cubicBezTo>
                  <a:pt x="1051" y="715"/>
                  <a:pt x="1053" y="715"/>
                  <a:pt x="1056" y="715"/>
                </a:cubicBezTo>
                <a:close/>
                <a:moveTo>
                  <a:pt x="995" y="574"/>
                </a:moveTo>
                <a:cubicBezTo>
                  <a:pt x="995" y="574"/>
                  <a:pt x="996" y="574"/>
                  <a:pt x="996" y="574"/>
                </a:cubicBezTo>
                <a:cubicBezTo>
                  <a:pt x="985" y="574"/>
                  <a:pt x="985" y="574"/>
                  <a:pt x="985" y="574"/>
                </a:cubicBezTo>
                <a:cubicBezTo>
                  <a:pt x="985" y="572"/>
                  <a:pt x="986" y="571"/>
                  <a:pt x="988" y="570"/>
                </a:cubicBezTo>
                <a:cubicBezTo>
                  <a:pt x="988" y="570"/>
                  <a:pt x="987" y="569"/>
                  <a:pt x="987" y="569"/>
                </a:cubicBezTo>
                <a:cubicBezTo>
                  <a:pt x="984" y="568"/>
                  <a:pt x="981" y="568"/>
                  <a:pt x="977" y="567"/>
                </a:cubicBezTo>
                <a:cubicBezTo>
                  <a:pt x="977" y="568"/>
                  <a:pt x="976" y="568"/>
                  <a:pt x="976" y="569"/>
                </a:cubicBezTo>
                <a:cubicBezTo>
                  <a:pt x="975" y="570"/>
                  <a:pt x="975" y="570"/>
                  <a:pt x="975" y="571"/>
                </a:cubicBezTo>
                <a:cubicBezTo>
                  <a:pt x="973" y="572"/>
                  <a:pt x="969" y="570"/>
                  <a:pt x="969" y="572"/>
                </a:cubicBezTo>
                <a:cubicBezTo>
                  <a:pt x="971" y="572"/>
                  <a:pt x="973" y="573"/>
                  <a:pt x="975" y="573"/>
                </a:cubicBezTo>
                <a:cubicBezTo>
                  <a:pt x="976" y="573"/>
                  <a:pt x="978" y="572"/>
                  <a:pt x="979" y="571"/>
                </a:cubicBezTo>
                <a:cubicBezTo>
                  <a:pt x="979" y="572"/>
                  <a:pt x="979" y="572"/>
                  <a:pt x="978" y="573"/>
                </a:cubicBezTo>
                <a:cubicBezTo>
                  <a:pt x="981" y="573"/>
                  <a:pt x="983" y="573"/>
                  <a:pt x="985" y="574"/>
                </a:cubicBezTo>
                <a:cubicBezTo>
                  <a:pt x="980" y="574"/>
                  <a:pt x="980" y="574"/>
                  <a:pt x="980" y="574"/>
                </a:cubicBezTo>
                <a:cubicBezTo>
                  <a:pt x="989" y="576"/>
                  <a:pt x="997" y="578"/>
                  <a:pt x="1006" y="579"/>
                </a:cubicBezTo>
                <a:cubicBezTo>
                  <a:pt x="1009" y="579"/>
                  <a:pt x="1011" y="576"/>
                  <a:pt x="1010" y="574"/>
                </a:cubicBezTo>
                <a:cubicBezTo>
                  <a:pt x="1004" y="574"/>
                  <a:pt x="1004" y="574"/>
                  <a:pt x="1004" y="574"/>
                </a:cubicBezTo>
                <a:cubicBezTo>
                  <a:pt x="1004" y="573"/>
                  <a:pt x="1003" y="572"/>
                  <a:pt x="1002" y="571"/>
                </a:cubicBezTo>
                <a:cubicBezTo>
                  <a:pt x="1000" y="571"/>
                  <a:pt x="997" y="571"/>
                  <a:pt x="995" y="570"/>
                </a:cubicBezTo>
                <a:cubicBezTo>
                  <a:pt x="995" y="571"/>
                  <a:pt x="995" y="573"/>
                  <a:pt x="995" y="574"/>
                </a:cubicBezTo>
                <a:close/>
                <a:moveTo>
                  <a:pt x="453" y="436"/>
                </a:moveTo>
                <a:cubicBezTo>
                  <a:pt x="453" y="435"/>
                  <a:pt x="453" y="434"/>
                  <a:pt x="453" y="432"/>
                </a:cubicBezTo>
                <a:cubicBezTo>
                  <a:pt x="452" y="433"/>
                  <a:pt x="450" y="433"/>
                  <a:pt x="449" y="434"/>
                </a:cubicBezTo>
                <a:cubicBezTo>
                  <a:pt x="449" y="434"/>
                  <a:pt x="449" y="434"/>
                  <a:pt x="449" y="434"/>
                </a:cubicBezTo>
                <a:cubicBezTo>
                  <a:pt x="449" y="434"/>
                  <a:pt x="449" y="434"/>
                  <a:pt x="449" y="434"/>
                </a:cubicBezTo>
                <a:cubicBezTo>
                  <a:pt x="448" y="434"/>
                  <a:pt x="447" y="434"/>
                  <a:pt x="447" y="434"/>
                </a:cubicBezTo>
                <a:cubicBezTo>
                  <a:pt x="447" y="435"/>
                  <a:pt x="447" y="436"/>
                  <a:pt x="447" y="436"/>
                </a:cubicBezTo>
                <a:cubicBezTo>
                  <a:pt x="439" y="436"/>
                  <a:pt x="439" y="436"/>
                  <a:pt x="439" y="436"/>
                </a:cubicBezTo>
                <a:cubicBezTo>
                  <a:pt x="423" y="441"/>
                  <a:pt x="407" y="447"/>
                  <a:pt x="391" y="454"/>
                </a:cubicBezTo>
                <a:cubicBezTo>
                  <a:pt x="394" y="454"/>
                  <a:pt x="394" y="454"/>
                  <a:pt x="394" y="454"/>
                </a:cubicBezTo>
                <a:cubicBezTo>
                  <a:pt x="393" y="457"/>
                  <a:pt x="390" y="458"/>
                  <a:pt x="386" y="459"/>
                </a:cubicBezTo>
                <a:cubicBezTo>
                  <a:pt x="388" y="459"/>
                  <a:pt x="389" y="460"/>
                  <a:pt x="391" y="461"/>
                </a:cubicBezTo>
                <a:cubicBezTo>
                  <a:pt x="394" y="460"/>
                  <a:pt x="396" y="458"/>
                  <a:pt x="399" y="457"/>
                </a:cubicBezTo>
                <a:cubicBezTo>
                  <a:pt x="400" y="457"/>
                  <a:pt x="402" y="456"/>
                  <a:pt x="403" y="456"/>
                </a:cubicBezTo>
                <a:cubicBezTo>
                  <a:pt x="403" y="455"/>
                  <a:pt x="402" y="455"/>
                  <a:pt x="402" y="454"/>
                </a:cubicBezTo>
                <a:cubicBezTo>
                  <a:pt x="407" y="454"/>
                  <a:pt x="407" y="454"/>
                  <a:pt x="407" y="454"/>
                </a:cubicBezTo>
                <a:cubicBezTo>
                  <a:pt x="426" y="446"/>
                  <a:pt x="446" y="440"/>
                  <a:pt x="466" y="436"/>
                </a:cubicBezTo>
                <a:lnTo>
                  <a:pt x="453" y="436"/>
                </a:lnTo>
                <a:close/>
                <a:moveTo>
                  <a:pt x="142" y="613"/>
                </a:moveTo>
                <a:cubicBezTo>
                  <a:pt x="142" y="613"/>
                  <a:pt x="141" y="613"/>
                  <a:pt x="141" y="613"/>
                </a:cubicBezTo>
                <a:cubicBezTo>
                  <a:pt x="141" y="610"/>
                  <a:pt x="142" y="607"/>
                  <a:pt x="144" y="607"/>
                </a:cubicBezTo>
                <a:cubicBezTo>
                  <a:pt x="145" y="607"/>
                  <a:pt x="145" y="607"/>
                  <a:pt x="145" y="607"/>
                </a:cubicBezTo>
                <a:cubicBezTo>
                  <a:pt x="150" y="599"/>
                  <a:pt x="155" y="590"/>
                  <a:pt x="161" y="581"/>
                </a:cubicBezTo>
                <a:cubicBezTo>
                  <a:pt x="156" y="582"/>
                  <a:pt x="156" y="582"/>
                  <a:pt x="156" y="582"/>
                </a:cubicBezTo>
                <a:cubicBezTo>
                  <a:pt x="156" y="580"/>
                  <a:pt x="156" y="578"/>
                  <a:pt x="156" y="577"/>
                </a:cubicBezTo>
                <a:cubicBezTo>
                  <a:pt x="152" y="584"/>
                  <a:pt x="147" y="590"/>
                  <a:pt x="143" y="597"/>
                </a:cubicBezTo>
                <a:cubicBezTo>
                  <a:pt x="140" y="602"/>
                  <a:pt x="137" y="608"/>
                  <a:pt x="134" y="613"/>
                </a:cubicBezTo>
                <a:cubicBezTo>
                  <a:pt x="135" y="613"/>
                  <a:pt x="136" y="613"/>
                  <a:pt x="137" y="614"/>
                </a:cubicBezTo>
                <a:cubicBezTo>
                  <a:pt x="137" y="615"/>
                  <a:pt x="137" y="616"/>
                  <a:pt x="137" y="617"/>
                </a:cubicBezTo>
                <a:cubicBezTo>
                  <a:pt x="132" y="617"/>
                  <a:pt x="132" y="617"/>
                  <a:pt x="132" y="617"/>
                </a:cubicBezTo>
                <a:cubicBezTo>
                  <a:pt x="129" y="623"/>
                  <a:pt x="126" y="629"/>
                  <a:pt x="122" y="635"/>
                </a:cubicBezTo>
                <a:cubicBezTo>
                  <a:pt x="130" y="635"/>
                  <a:pt x="130" y="635"/>
                  <a:pt x="130" y="635"/>
                </a:cubicBezTo>
                <a:cubicBezTo>
                  <a:pt x="134" y="627"/>
                  <a:pt x="138" y="620"/>
                  <a:pt x="142" y="613"/>
                </a:cubicBezTo>
                <a:close/>
                <a:moveTo>
                  <a:pt x="98" y="780"/>
                </a:moveTo>
                <a:cubicBezTo>
                  <a:pt x="98" y="779"/>
                  <a:pt x="99" y="778"/>
                  <a:pt x="99" y="778"/>
                </a:cubicBezTo>
                <a:cubicBezTo>
                  <a:pt x="102" y="778"/>
                  <a:pt x="102" y="778"/>
                  <a:pt x="102" y="778"/>
                </a:cubicBezTo>
                <a:cubicBezTo>
                  <a:pt x="104" y="772"/>
                  <a:pt x="107" y="766"/>
                  <a:pt x="109" y="760"/>
                </a:cubicBezTo>
                <a:cubicBezTo>
                  <a:pt x="106" y="760"/>
                  <a:pt x="106" y="760"/>
                  <a:pt x="106" y="760"/>
                </a:cubicBezTo>
                <a:cubicBezTo>
                  <a:pt x="106" y="760"/>
                  <a:pt x="106" y="760"/>
                  <a:pt x="105" y="760"/>
                </a:cubicBezTo>
                <a:cubicBezTo>
                  <a:pt x="105" y="759"/>
                  <a:pt x="105" y="759"/>
                  <a:pt x="105" y="758"/>
                </a:cubicBezTo>
                <a:cubicBezTo>
                  <a:pt x="104" y="759"/>
                  <a:pt x="103" y="759"/>
                  <a:pt x="102" y="759"/>
                </a:cubicBezTo>
                <a:cubicBezTo>
                  <a:pt x="102" y="760"/>
                  <a:pt x="103" y="760"/>
                  <a:pt x="103" y="760"/>
                </a:cubicBezTo>
                <a:cubicBezTo>
                  <a:pt x="101" y="760"/>
                  <a:pt x="101" y="760"/>
                  <a:pt x="101" y="760"/>
                </a:cubicBezTo>
                <a:cubicBezTo>
                  <a:pt x="99" y="766"/>
                  <a:pt x="97" y="772"/>
                  <a:pt x="94" y="778"/>
                </a:cubicBezTo>
                <a:cubicBezTo>
                  <a:pt x="96" y="778"/>
                  <a:pt x="96" y="778"/>
                  <a:pt x="96" y="778"/>
                </a:cubicBezTo>
                <a:cubicBezTo>
                  <a:pt x="96" y="778"/>
                  <a:pt x="97" y="779"/>
                  <a:pt x="98" y="780"/>
                </a:cubicBezTo>
                <a:close/>
                <a:moveTo>
                  <a:pt x="324" y="502"/>
                </a:moveTo>
                <a:cubicBezTo>
                  <a:pt x="325" y="501"/>
                  <a:pt x="326" y="500"/>
                  <a:pt x="327" y="499"/>
                </a:cubicBezTo>
                <a:cubicBezTo>
                  <a:pt x="327" y="499"/>
                  <a:pt x="327" y="498"/>
                  <a:pt x="327" y="498"/>
                </a:cubicBezTo>
                <a:cubicBezTo>
                  <a:pt x="328" y="498"/>
                  <a:pt x="329" y="498"/>
                  <a:pt x="329" y="498"/>
                </a:cubicBezTo>
                <a:cubicBezTo>
                  <a:pt x="346" y="485"/>
                  <a:pt x="363" y="474"/>
                  <a:pt x="382" y="465"/>
                </a:cubicBezTo>
                <a:cubicBezTo>
                  <a:pt x="382" y="463"/>
                  <a:pt x="383" y="462"/>
                  <a:pt x="385" y="461"/>
                </a:cubicBezTo>
                <a:cubicBezTo>
                  <a:pt x="384" y="461"/>
                  <a:pt x="383" y="460"/>
                  <a:pt x="382" y="458"/>
                </a:cubicBezTo>
                <a:cubicBezTo>
                  <a:pt x="379" y="460"/>
                  <a:pt x="375" y="462"/>
                  <a:pt x="371" y="464"/>
                </a:cubicBezTo>
                <a:cubicBezTo>
                  <a:pt x="371" y="464"/>
                  <a:pt x="371" y="464"/>
                  <a:pt x="371" y="465"/>
                </a:cubicBezTo>
                <a:cubicBezTo>
                  <a:pt x="371" y="465"/>
                  <a:pt x="370" y="465"/>
                  <a:pt x="370" y="465"/>
                </a:cubicBezTo>
                <a:cubicBezTo>
                  <a:pt x="370" y="465"/>
                  <a:pt x="369" y="465"/>
                  <a:pt x="369" y="465"/>
                </a:cubicBezTo>
                <a:cubicBezTo>
                  <a:pt x="369" y="466"/>
                  <a:pt x="369" y="468"/>
                  <a:pt x="368" y="468"/>
                </a:cubicBezTo>
                <a:cubicBezTo>
                  <a:pt x="366" y="468"/>
                  <a:pt x="365" y="468"/>
                  <a:pt x="364" y="468"/>
                </a:cubicBezTo>
                <a:cubicBezTo>
                  <a:pt x="336" y="484"/>
                  <a:pt x="309" y="503"/>
                  <a:pt x="285" y="526"/>
                </a:cubicBezTo>
                <a:cubicBezTo>
                  <a:pt x="296" y="526"/>
                  <a:pt x="296" y="526"/>
                  <a:pt x="296" y="526"/>
                </a:cubicBezTo>
                <a:cubicBezTo>
                  <a:pt x="303" y="519"/>
                  <a:pt x="311" y="512"/>
                  <a:pt x="319" y="506"/>
                </a:cubicBezTo>
                <a:cubicBezTo>
                  <a:pt x="319" y="505"/>
                  <a:pt x="319" y="505"/>
                  <a:pt x="319" y="505"/>
                </a:cubicBezTo>
                <a:cubicBezTo>
                  <a:pt x="319" y="505"/>
                  <a:pt x="318" y="505"/>
                  <a:pt x="317" y="506"/>
                </a:cubicBezTo>
                <a:cubicBezTo>
                  <a:pt x="316" y="504"/>
                  <a:pt x="314" y="502"/>
                  <a:pt x="317" y="500"/>
                </a:cubicBezTo>
                <a:cubicBezTo>
                  <a:pt x="318" y="500"/>
                  <a:pt x="320" y="500"/>
                  <a:pt x="321" y="501"/>
                </a:cubicBezTo>
                <a:cubicBezTo>
                  <a:pt x="321" y="501"/>
                  <a:pt x="321" y="501"/>
                  <a:pt x="321" y="502"/>
                </a:cubicBezTo>
                <a:cubicBezTo>
                  <a:pt x="322" y="501"/>
                  <a:pt x="323" y="502"/>
                  <a:pt x="324" y="502"/>
                </a:cubicBezTo>
                <a:close/>
                <a:moveTo>
                  <a:pt x="236" y="545"/>
                </a:moveTo>
                <a:cubicBezTo>
                  <a:pt x="226" y="545"/>
                  <a:pt x="226" y="545"/>
                  <a:pt x="226" y="545"/>
                </a:cubicBezTo>
                <a:cubicBezTo>
                  <a:pt x="222" y="551"/>
                  <a:pt x="217" y="557"/>
                  <a:pt x="212" y="563"/>
                </a:cubicBezTo>
                <a:cubicBezTo>
                  <a:pt x="213" y="563"/>
                  <a:pt x="213" y="563"/>
                  <a:pt x="213" y="563"/>
                </a:cubicBezTo>
                <a:cubicBezTo>
                  <a:pt x="213" y="563"/>
                  <a:pt x="213" y="563"/>
                  <a:pt x="213" y="563"/>
                </a:cubicBezTo>
                <a:cubicBezTo>
                  <a:pt x="221" y="563"/>
                  <a:pt x="221" y="563"/>
                  <a:pt x="221" y="563"/>
                </a:cubicBezTo>
                <a:cubicBezTo>
                  <a:pt x="226" y="557"/>
                  <a:pt x="231" y="551"/>
                  <a:pt x="236" y="545"/>
                </a:cubicBezTo>
                <a:close/>
                <a:moveTo>
                  <a:pt x="281" y="536"/>
                </a:moveTo>
                <a:cubicBezTo>
                  <a:pt x="282" y="536"/>
                  <a:pt x="285" y="536"/>
                  <a:pt x="286" y="536"/>
                </a:cubicBezTo>
                <a:cubicBezTo>
                  <a:pt x="286" y="536"/>
                  <a:pt x="286" y="536"/>
                  <a:pt x="287" y="536"/>
                </a:cubicBezTo>
                <a:cubicBezTo>
                  <a:pt x="287" y="533"/>
                  <a:pt x="286" y="530"/>
                  <a:pt x="284" y="528"/>
                </a:cubicBezTo>
                <a:cubicBezTo>
                  <a:pt x="283" y="529"/>
                  <a:pt x="282" y="530"/>
                  <a:pt x="281" y="530"/>
                </a:cubicBezTo>
                <a:cubicBezTo>
                  <a:pt x="280" y="532"/>
                  <a:pt x="278" y="533"/>
                  <a:pt x="281" y="536"/>
                </a:cubicBezTo>
                <a:close/>
                <a:moveTo>
                  <a:pt x="963" y="603"/>
                </a:moveTo>
                <a:cubicBezTo>
                  <a:pt x="963" y="603"/>
                  <a:pt x="963" y="603"/>
                  <a:pt x="963" y="603"/>
                </a:cubicBezTo>
                <a:cubicBezTo>
                  <a:pt x="963" y="602"/>
                  <a:pt x="963" y="602"/>
                  <a:pt x="963" y="602"/>
                </a:cubicBezTo>
                <a:cubicBezTo>
                  <a:pt x="963" y="602"/>
                  <a:pt x="963" y="602"/>
                  <a:pt x="963" y="603"/>
                </a:cubicBezTo>
                <a:close/>
                <a:moveTo>
                  <a:pt x="78" y="754"/>
                </a:moveTo>
                <a:cubicBezTo>
                  <a:pt x="78" y="754"/>
                  <a:pt x="79" y="754"/>
                  <a:pt x="79" y="754"/>
                </a:cubicBezTo>
                <a:cubicBezTo>
                  <a:pt x="83" y="744"/>
                  <a:pt x="86" y="733"/>
                  <a:pt x="90" y="723"/>
                </a:cubicBezTo>
                <a:cubicBezTo>
                  <a:pt x="89" y="722"/>
                  <a:pt x="87" y="721"/>
                  <a:pt x="85" y="723"/>
                </a:cubicBezTo>
                <a:cubicBezTo>
                  <a:pt x="85" y="723"/>
                  <a:pt x="85" y="724"/>
                  <a:pt x="85" y="725"/>
                </a:cubicBezTo>
                <a:cubicBezTo>
                  <a:pt x="82" y="725"/>
                  <a:pt x="82" y="725"/>
                  <a:pt x="82" y="725"/>
                </a:cubicBezTo>
                <a:cubicBezTo>
                  <a:pt x="76" y="742"/>
                  <a:pt x="70" y="760"/>
                  <a:pt x="65" y="778"/>
                </a:cubicBezTo>
                <a:cubicBezTo>
                  <a:pt x="68" y="778"/>
                  <a:pt x="68" y="778"/>
                  <a:pt x="68" y="778"/>
                </a:cubicBezTo>
                <a:cubicBezTo>
                  <a:pt x="68" y="778"/>
                  <a:pt x="68" y="778"/>
                  <a:pt x="67" y="779"/>
                </a:cubicBezTo>
                <a:cubicBezTo>
                  <a:pt x="68" y="780"/>
                  <a:pt x="69" y="781"/>
                  <a:pt x="70" y="783"/>
                </a:cubicBezTo>
                <a:cubicBezTo>
                  <a:pt x="70" y="783"/>
                  <a:pt x="70" y="784"/>
                  <a:pt x="70" y="784"/>
                </a:cubicBezTo>
                <a:cubicBezTo>
                  <a:pt x="72" y="776"/>
                  <a:pt x="75" y="768"/>
                  <a:pt x="77" y="760"/>
                </a:cubicBezTo>
                <a:cubicBezTo>
                  <a:pt x="74" y="761"/>
                  <a:pt x="74" y="761"/>
                  <a:pt x="74" y="761"/>
                </a:cubicBezTo>
                <a:cubicBezTo>
                  <a:pt x="75" y="758"/>
                  <a:pt x="77" y="757"/>
                  <a:pt x="78" y="754"/>
                </a:cubicBezTo>
                <a:close/>
                <a:moveTo>
                  <a:pt x="971" y="600"/>
                </a:moveTo>
                <a:cubicBezTo>
                  <a:pt x="971" y="599"/>
                  <a:pt x="971" y="599"/>
                  <a:pt x="971" y="599"/>
                </a:cubicBezTo>
                <a:cubicBezTo>
                  <a:pt x="972" y="599"/>
                  <a:pt x="973" y="598"/>
                  <a:pt x="974" y="598"/>
                </a:cubicBezTo>
                <a:cubicBezTo>
                  <a:pt x="970" y="597"/>
                  <a:pt x="966" y="596"/>
                  <a:pt x="962" y="595"/>
                </a:cubicBezTo>
                <a:cubicBezTo>
                  <a:pt x="964" y="597"/>
                  <a:pt x="965" y="598"/>
                  <a:pt x="967" y="600"/>
                </a:cubicBezTo>
                <a:cubicBezTo>
                  <a:pt x="968" y="599"/>
                  <a:pt x="970" y="599"/>
                  <a:pt x="971" y="600"/>
                </a:cubicBezTo>
                <a:close/>
                <a:moveTo>
                  <a:pt x="977" y="603"/>
                </a:moveTo>
                <a:cubicBezTo>
                  <a:pt x="977" y="603"/>
                  <a:pt x="977" y="603"/>
                  <a:pt x="977" y="602"/>
                </a:cubicBezTo>
                <a:cubicBezTo>
                  <a:pt x="976" y="603"/>
                  <a:pt x="974" y="604"/>
                  <a:pt x="973" y="604"/>
                </a:cubicBezTo>
                <a:cubicBezTo>
                  <a:pt x="973" y="604"/>
                  <a:pt x="973" y="604"/>
                  <a:pt x="973" y="604"/>
                </a:cubicBezTo>
                <a:cubicBezTo>
                  <a:pt x="972" y="604"/>
                  <a:pt x="972" y="604"/>
                  <a:pt x="972" y="604"/>
                </a:cubicBezTo>
                <a:cubicBezTo>
                  <a:pt x="972" y="604"/>
                  <a:pt x="972" y="604"/>
                  <a:pt x="973" y="605"/>
                </a:cubicBezTo>
                <a:cubicBezTo>
                  <a:pt x="975" y="605"/>
                  <a:pt x="977" y="606"/>
                  <a:pt x="980" y="606"/>
                </a:cubicBezTo>
                <a:cubicBezTo>
                  <a:pt x="980" y="605"/>
                  <a:pt x="980" y="605"/>
                  <a:pt x="981" y="604"/>
                </a:cubicBezTo>
                <a:cubicBezTo>
                  <a:pt x="979" y="604"/>
                  <a:pt x="978" y="604"/>
                  <a:pt x="977" y="603"/>
                </a:cubicBezTo>
                <a:close/>
                <a:moveTo>
                  <a:pt x="1012" y="604"/>
                </a:moveTo>
                <a:cubicBezTo>
                  <a:pt x="1012" y="604"/>
                  <a:pt x="1012" y="605"/>
                  <a:pt x="1012" y="606"/>
                </a:cubicBezTo>
                <a:cubicBezTo>
                  <a:pt x="1008" y="607"/>
                  <a:pt x="1009" y="608"/>
                  <a:pt x="1010" y="610"/>
                </a:cubicBezTo>
                <a:cubicBezTo>
                  <a:pt x="1006" y="610"/>
                  <a:pt x="1006" y="610"/>
                  <a:pt x="1006" y="610"/>
                </a:cubicBezTo>
                <a:cubicBezTo>
                  <a:pt x="1013" y="610"/>
                  <a:pt x="1020" y="611"/>
                  <a:pt x="1027" y="611"/>
                </a:cubicBezTo>
                <a:cubicBezTo>
                  <a:pt x="1028" y="611"/>
                  <a:pt x="1029" y="611"/>
                  <a:pt x="1030" y="610"/>
                </a:cubicBezTo>
                <a:cubicBezTo>
                  <a:pt x="1024" y="610"/>
                  <a:pt x="1024" y="610"/>
                  <a:pt x="1024" y="610"/>
                </a:cubicBezTo>
                <a:cubicBezTo>
                  <a:pt x="1024" y="608"/>
                  <a:pt x="1024" y="606"/>
                  <a:pt x="1025" y="604"/>
                </a:cubicBezTo>
                <a:cubicBezTo>
                  <a:pt x="1020" y="604"/>
                  <a:pt x="1016" y="604"/>
                  <a:pt x="1012" y="604"/>
                </a:cubicBezTo>
                <a:close/>
                <a:moveTo>
                  <a:pt x="934" y="529"/>
                </a:moveTo>
                <a:cubicBezTo>
                  <a:pt x="934" y="529"/>
                  <a:pt x="934" y="530"/>
                  <a:pt x="934" y="531"/>
                </a:cubicBezTo>
                <a:cubicBezTo>
                  <a:pt x="935" y="531"/>
                  <a:pt x="936" y="530"/>
                  <a:pt x="937" y="530"/>
                </a:cubicBezTo>
                <a:cubicBezTo>
                  <a:pt x="936" y="529"/>
                  <a:pt x="935" y="529"/>
                  <a:pt x="934" y="529"/>
                </a:cubicBezTo>
                <a:close/>
                <a:moveTo>
                  <a:pt x="1043" y="673"/>
                </a:moveTo>
                <a:cubicBezTo>
                  <a:pt x="1043" y="673"/>
                  <a:pt x="1043" y="672"/>
                  <a:pt x="1042" y="672"/>
                </a:cubicBezTo>
                <a:cubicBezTo>
                  <a:pt x="1042" y="672"/>
                  <a:pt x="1041" y="672"/>
                  <a:pt x="1041" y="672"/>
                </a:cubicBezTo>
                <a:cubicBezTo>
                  <a:pt x="1041" y="673"/>
                  <a:pt x="1041" y="674"/>
                  <a:pt x="1040" y="675"/>
                </a:cubicBezTo>
                <a:cubicBezTo>
                  <a:pt x="1036" y="675"/>
                  <a:pt x="1034" y="674"/>
                  <a:pt x="1035" y="671"/>
                </a:cubicBezTo>
                <a:cubicBezTo>
                  <a:pt x="1033" y="670"/>
                  <a:pt x="1031" y="670"/>
                  <a:pt x="1029" y="670"/>
                </a:cubicBezTo>
                <a:cubicBezTo>
                  <a:pt x="1031" y="673"/>
                  <a:pt x="1033" y="675"/>
                  <a:pt x="1035" y="678"/>
                </a:cubicBezTo>
                <a:cubicBezTo>
                  <a:pt x="1038" y="678"/>
                  <a:pt x="1041" y="679"/>
                  <a:pt x="1045" y="679"/>
                </a:cubicBezTo>
                <a:cubicBezTo>
                  <a:pt x="1045" y="678"/>
                  <a:pt x="1045" y="678"/>
                  <a:pt x="1045" y="677"/>
                </a:cubicBezTo>
                <a:cubicBezTo>
                  <a:pt x="1050" y="677"/>
                  <a:pt x="1053" y="679"/>
                  <a:pt x="1055" y="680"/>
                </a:cubicBezTo>
                <a:cubicBezTo>
                  <a:pt x="1056" y="680"/>
                  <a:pt x="1056" y="680"/>
                  <a:pt x="1057" y="680"/>
                </a:cubicBezTo>
                <a:cubicBezTo>
                  <a:pt x="1059" y="681"/>
                  <a:pt x="1060" y="679"/>
                  <a:pt x="1060" y="677"/>
                </a:cubicBezTo>
                <a:cubicBezTo>
                  <a:pt x="1060" y="677"/>
                  <a:pt x="1060" y="677"/>
                  <a:pt x="1060" y="677"/>
                </a:cubicBezTo>
                <a:cubicBezTo>
                  <a:pt x="1059" y="676"/>
                  <a:pt x="1059" y="675"/>
                  <a:pt x="1060" y="675"/>
                </a:cubicBezTo>
                <a:cubicBezTo>
                  <a:pt x="1059" y="674"/>
                  <a:pt x="1059" y="674"/>
                  <a:pt x="1058" y="674"/>
                </a:cubicBezTo>
                <a:cubicBezTo>
                  <a:pt x="1054" y="673"/>
                  <a:pt x="1051" y="673"/>
                  <a:pt x="1047" y="673"/>
                </a:cubicBezTo>
                <a:cubicBezTo>
                  <a:pt x="1046" y="673"/>
                  <a:pt x="1044" y="673"/>
                  <a:pt x="1043" y="673"/>
                </a:cubicBezTo>
                <a:close/>
                <a:moveTo>
                  <a:pt x="996" y="609"/>
                </a:moveTo>
                <a:cubicBezTo>
                  <a:pt x="997" y="608"/>
                  <a:pt x="997" y="608"/>
                  <a:pt x="998" y="607"/>
                </a:cubicBezTo>
                <a:cubicBezTo>
                  <a:pt x="997" y="605"/>
                  <a:pt x="996" y="603"/>
                  <a:pt x="995" y="602"/>
                </a:cubicBezTo>
                <a:cubicBezTo>
                  <a:pt x="994" y="601"/>
                  <a:pt x="993" y="601"/>
                  <a:pt x="992" y="601"/>
                </a:cubicBezTo>
                <a:cubicBezTo>
                  <a:pt x="994" y="603"/>
                  <a:pt x="995" y="605"/>
                  <a:pt x="994" y="608"/>
                </a:cubicBezTo>
                <a:cubicBezTo>
                  <a:pt x="995" y="608"/>
                  <a:pt x="995" y="608"/>
                  <a:pt x="996" y="609"/>
                </a:cubicBezTo>
                <a:close/>
                <a:moveTo>
                  <a:pt x="1027" y="676"/>
                </a:moveTo>
                <a:cubicBezTo>
                  <a:pt x="1027" y="675"/>
                  <a:pt x="1026" y="675"/>
                  <a:pt x="1026" y="674"/>
                </a:cubicBezTo>
                <a:cubicBezTo>
                  <a:pt x="1026" y="675"/>
                  <a:pt x="1026" y="675"/>
                  <a:pt x="1026" y="676"/>
                </a:cubicBezTo>
                <a:cubicBezTo>
                  <a:pt x="1026" y="676"/>
                  <a:pt x="1027" y="676"/>
                  <a:pt x="1027" y="676"/>
                </a:cubicBezTo>
                <a:close/>
                <a:moveTo>
                  <a:pt x="927" y="528"/>
                </a:moveTo>
                <a:cubicBezTo>
                  <a:pt x="928" y="528"/>
                  <a:pt x="929" y="528"/>
                  <a:pt x="930" y="528"/>
                </a:cubicBezTo>
                <a:cubicBezTo>
                  <a:pt x="930" y="528"/>
                  <a:pt x="930" y="528"/>
                  <a:pt x="930" y="528"/>
                </a:cubicBezTo>
                <a:cubicBezTo>
                  <a:pt x="930" y="528"/>
                  <a:pt x="931" y="528"/>
                  <a:pt x="931" y="528"/>
                </a:cubicBezTo>
                <a:cubicBezTo>
                  <a:pt x="930" y="528"/>
                  <a:pt x="929" y="527"/>
                  <a:pt x="927" y="527"/>
                </a:cubicBezTo>
                <a:cubicBezTo>
                  <a:pt x="927" y="527"/>
                  <a:pt x="927" y="528"/>
                  <a:pt x="927" y="528"/>
                </a:cubicBezTo>
                <a:close/>
                <a:moveTo>
                  <a:pt x="950" y="592"/>
                </a:moveTo>
                <a:cubicBezTo>
                  <a:pt x="934" y="588"/>
                  <a:pt x="918" y="582"/>
                  <a:pt x="902" y="575"/>
                </a:cubicBezTo>
                <a:cubicBezTo>
                  <a:pt x="886" y="575"/>
                  <a:pt x="886" y="575"/>
                  <a:pt x="886" y="575"/>
                </a:cubicBezTo>
                <a:cubicBezTo>
                  <a:pt x="891" y="577"/>
                  <a:pt x="895" y="579"/>
                  <a:pt x="899" y="581"/>
                </a:cubicBezTo>
                <a:cubicBezTo>
                  <a:pt x="913" y="587"/>
                  <a:pt x="926" y="592"/>
                  <a:pt x="940" y="596"/>
                </a:cubicBezTo>
                <a:cubicBezTo>
                  <a:pt x="941" y="596"/>
                  <a:pt x="942" y="596"/>
                  <a:pt x="943" y="596"/>
                </a:cubicBezTo>
                <a:cubicBezTo>
                  <a:pt x="944" y="596"/>
                  <a:pt x="944" y="597"/>
                  <a:pt x="944" y="598"/>
                </a:cubicBezTo>
                <a:cubicBezTo>
                  <a:pt x="947" y="599"/>
                  <a:pt x="951" y="600"/>
                  <a:pt x="954" y="600"/>
                </a:cubicBezTo>
                <a:cubicBezTo>
                  <a:pt x="956" y="600"/>
                  <a:pt x="958" y="599"/>
                  <a:pt x="960" y="600"/>
                </a:cubicBezTo>
                <a:cubicBezTo>
                  <a:pt x="959" y="598"/>
                  <a:pt x="957" y="596"/>
                  <a:pt x="955" y="595"/>
                </a:cubicBezTo>
                <a:cubicBezTo>
                  <a:pt x="954" y="596"/>
                  <a:pt x="953" y="598"/>
                  <a:pt x="949" y="598"/>
                </a:cubicBezTo>
                <a:cubicBezTo>
                  <a:pt x="949" y="597"/>
                  <a:pt x="948" y="595"/>
                  <a:pt x="949" y="593"/>
                </a:cubicBezTo>
                <a:cubicBezTo>
                  <a:pt x="949" y="592"/>
                  <a:pt x="950" y="592"/>
                  <a:pt x="950" y="592"/>
                </a:cubicBezTo>
                <a:close/>
                <a:moveTo>
                  <a:pt x="945" y="565"/>
                </a:moveTo>
                <a:cubicBezTo>
                  <a:pt x="947" y="566"/>
                  <a:pt x="950" y="567"/>
                  <a:pt x="953" y="568"/>
                </a:cubicBezTo>
                <a:cubicBezTo>
                  <a:pt x="954" y="567"/>
                  <a:pt x="956" y="566"/>
                  <a:pt x="957" y="567"/>
                </a:cubicBezTo>
                <a:cubicBezTo>
                  <a:pt x="959" y="566"/>
                  <a:pt x="961" y="566"/>
                  <a:pt x="963" y="566"/>
                </a:cubicBezTo>
                <a:cubicBezTo>
                  <a:pt x="964" y="566"/>
                  <a:pt x="964" y="565"/>
                  <a:pt x="964" y="564"/>
                </a:cubicBezTo>
                <a:cubicBezTo>
                  <a:pt x="958" y="562"/>
                  <a:pt x="952" y="561"/>
                  <a:pt x="946" y="559"/>
                </a:cubicBezTo>
                <a:cubicBezTo>
                  <a:pt x="946" y="561"/>
                  <a:pt x="948" y="561"/>
                  <a:pt x="948" y="564"/>
                </a:cubicBezTo>
                <a:cubicBezTo>
                  <a:pt x="947" y="565"/>
                  <a:pt x="946" y="565"/>
                  <a:pt x="945" y="565"/>
                </a:cubicBezTo>
                <a:close/>
                <a:moveTo>
                  <a:pt x="999" y="663"/>
                </a:moveTo>
                <a:cubicBezTo>
                  <a:pt x="976" y="657"/>
                  <a:pt x="953" y="648"/>
                  <a:pt x="931" y="639"/>
                </a:cubicBezTo>
                <a:cubicBezTo>
                  <a:pt x="930" y="641"/>
                  <a:pt x="929" y="643"/>
                  <a:pt x="927" y="644"/>
                </a:cubicBezTo>
                <a:cubicBezTo>
                  <a:pt x="952" y="655"/>
                  <a:pt x="976" y="664"/>
                  <a:pt x="1002" y="671"/>
                </a:cubicBezTo>
                <a:cubicBezTo>
                  <a:pt x="1001" y="668"/>
                  <a:pt x="1000" y="666"/>
                  <a:pt x="999" y="663"/>
                </a:cubicBezTo>
                <a:close/>
                <a:moveTo>
                  <a:pt x="891" y="468"/>
                </a:moveTo>
                <a:cubicBezTo>
                  <a:pt x="909" y="474"/>
                  <a:pt x="927" y="480"/>
                  <a:pt x="946" y="485"/>
                </a:cubicBezTo>
                <a:cubicBezTo>
                  <a:pt x="948" y="485"/>
                  <a:pt x="948" y="485"/>
                  <a:pt x="948" y="485"/>
                </a:cubicBezTo>
                <a:cubicBezTo>
                  <a:pt x="951" y="484"/>
                  <a:pt x="951" y="479"/>
                  <a:pt x="947" y="479"/>
                </a:cubicBezTo>
                <a:cubicBezTo>
                  <a:pt x="935" y="475"/>
                  <a:pt x="923" y="472"/>
                  <a:pt x="912" y="468"/>
                </a:cubicBezTo>
                <a:lnTo>
                  <a:pt x="891" y="468"/>
                </a:lnTo>
                <a:close/>
                <a:moveTo>
                  <a:pt x="886" y="646"/>
                </a:moveTo>
                <a:cubicBezTo>
                  <a:pt x="872" y="647"/>
                  <a:pt x="872" y="647"/>
                  <a:pt x="872" y="647"/>
                </a:cubicBezTo>
                <a:cubicBezTo>
                  <a:pt x="884" y="653"/>
                  <a:pt x="897" y="659"/>
                  <a:pt x="910" y="665"/>
                </a:cubicBezTo>
                <a:cubicBezTo>
                  <a:pt x="910" y="664"/>
                  <a:pt x="910" y="664"/>
                  <a:pt x="910" y="664"/>
                </a:cubicBezTo>
                <a:cubicBezTo>
                  <a:pt x="922" y="663"/>
                  <a:pt x="922" y="663"/>
                  <a:pt x="922" y="663"/>
                </a:cubicBezTo>
                <a:cubicBezTo>
                  <a:pt x="910" y="658"/>
                  <a:pt x="898" y="652"/>
                  <a:pt x="886" y="646"/>
                </a:cubicBezTo>
                <a:close/>
                <a:moveTo>
                  <a:pt x="946" y="539"/>
                </a:moveTo>
                <a:cubicBezTo>
                  <a:pt x="959" y="542"/>
                  <a:pt x="973" y="545"/>
                  <a:pt x="986" y="547"/>
                </a:cubicBezTo>
                <a:cubicBezTo>
                  <a:pt x="990" y="547"/>
                  <a:pt x="991" y="541"/>
                  <a:pt x="987" y="540"/>
                </a:cubicBezTo>
                <a:cubicBezTo>
                  <a:pt x="984" y="540"/>
                  <a:pt x="981" y="539"/>
                  <a:pt x="979" y="539"/>
                </a:cubicBezTo>
                <a:lnTo>
                  <a:pt x="946" y="539"/>
                </a:lnTo>
                <a:close/>
                <a:moveTo>
                  <a:pt x="933" y="535"/>
                </a:moveTo>
                <a:cubicBezTo>
                  <a:pt x="932" y="535"/>
                  <a:pt x="932" y="535"/>
                  <a:pt x="932" y="535"/>
                </a:cubicBezTo>
                <a:cubicBezTo>
                  <a:pt x="932" y="535"/>
                  <a:pt x="932" y="535"/>
                  <a:pt x="932" y="535"/>
                </a:cubicBezTo>
                <a:cubicBezTo>
                  <a:pt x="932" y="535"/>
                  <a:pt x="932" y="535"/>
                  <a:pt x="933" y="535"/>
                </a:cubicBezTo>
                <a:cubicBezTo>
                  <a:pt x="933" y="535"/>
                  <a:pt x="933" y="535"/>
                  <a:pt x="933" y="535"/>
                </a:cubicBezTo>
                <a:close/>
                <a:moveTo>
                  <a:pt x="148" y="678"/>
                </a:moveTo>
                <a:cubicBezTo>
                  <a:pt x="147" y="675"/>
                  <a:pt x="145" y="674"/>
                  <a:pt x="142" y="673"/>
                </a:cubicBezTo>
                <a:cubicBezTo>
                  <a:pt x="140" y="675"/>
                  <a:pt x="139" y="678"/>
                  <a:pt x="138" y="680"/>
                </a:cubicBezTo>
                <a:cubicBezTo>
                  <a:pt x="140" y="681"/>
                  <a:pt x="141" y="682"/>
                  <a:pt x="144" y="679"/>
                </a:cubicBezTo>
                <a:cubicBezTo>
                  <a:pt x="144" y="680"/>
                  <a:pt x="145" y="681"/>
                  <a:pt x="146" y="682"/>
                </a:cubicBezTo>
                <a:cubicBezTo>
                  <a:pt x="146" y="681"/>
                  <a:pt x="147" y="680"/>
                  <a:pt x="148" y="678"/>
                </a:cubicBezTo>
                <a:close/>
                <a:moveTo>
                  <a:pt x="156" y="537"/>
                </a:moveTo>
                <a:cubicBezTo>
                  <a:pt x="156" y="538"/>
                  <a:pt x="156" y="538"/>
                  <a:pt x="156" y="538"/>
                </a:cubicBezTo>
                <a:cubicBezTo>
                  <a:pt x="156" y="538"/>
                  <a:pt x="157" y="537"/>
                  <a:pt x="157" y="537"/>
                </a:cubicBezTo>
                <a:cubicBezTo>
                  <a:pt x="156" y="537"/>
                  <a:pt x="156" y="537"/>
                  <a:pt x="156" y="537"/>
                </a:cubicBezTo>
                <a:close/>
                <a:moveTo>
                  <a:pt x="64" y="810"/>
                </a:moveTo>
                <a:cubicBezTo>
                  <a:pt x="65" y="805"/>
                  <a:pt x="66" y="801"/>
                  <a:pt x="67" y="796"/>
                </a:cubicBezTo>
                <a:cubicBezTo>
                  <a:pt x="61" y="796"/>
                  <a:pt x="61" y="796"/>
                  <a:pt x="61" y="796"/>
                </a:cubicBezTo>
                <a:cubicBezTo>
                  <a:pt x="61" y="796"/>
                  <a:pt x="61" y="795"/>
                  <a:pt x="61" y="795"/>
                </a:cubicBezTo>
                <a:cubicBezTo>
                  <a:pt x="61" y="795"/>
                  <a:pt x="61" y="795"/>
                  <a:pt x="60" y="794"/>
                </a:cubicBezTo>
                <a:cubicBezTo>
                  <a:pt x="59" y="799"/>
                  <a:pt x="58" y="804"/>
                  <a:pt x="57" y="809"/>
                </a:cubicBezTo>
                <a:cubicBezTo>
                  <a:pt x="56" y="813"/>
                  <a:pt x="63" y="814"/>
                  <a:pt x="64" y="810"/>
                </a:cubicBezTo>
                <a:close/>
                <a:moveTo>
                  <a:pt x="104" y="686"/>
                </a:moveTo>
                <a:cubicBezTo>
                  <a:pt x="104" y="687"/>
                  <a:pt x="104" y="687"/>
                  <a:pt x="104" y="687"/>
                </a:cubicBezTo>
                <a:cubicBezTo>
                  <a:pt x="104" y="687"/>
                  <a:pt x="105" y="686"/>
                  <a:pt x="105" y="686"/>
                </a:cubicBezTo>
                <a:cubicBezTo>
                  <a:pt x="105" y="686"/>
                  <a:pt x="104" y="686"/>
                  <a:pt x="104" y="686"/>
                </a:cubicBezTo>
                <a:close/>
                <a:moveTo>
                  <a:pt x="122" y="645"/>
                </a:moveTo>
                <a:cubicBezTo>
                  <a:pt x="121" y="644"/>
                  <a:pt x="120" y="643"/>
                  <a:pt x="119" y="642"/>
                </a:cubicBezTo>
                <a:cubicBezTo>
                  <a:pt x="117" y="645"/>
                  <a:pt x="116" y="648"/>
                  <a:pt x="115" y="650"/>
                </a:cubicBezTo>
                <a:cubicBezTo>
                  <a:pt x="116" y="650"/>
                  <a:pt x="118" y="651"/>
                  <a:pt x="119" y="651"/>
                </a:cubicBezTo>
                <a:cubicBezTo>
                  <a:pt x="118" y="648"/>
                  <a:pt x="118" y="646"/>
                  <a:pt x="122" y="645"/>
                </a:cubicBezTo>
                <a:close/>
                <a:moveTo>
                  <a:pt x="128" y="565"/>
                </a:moveTo>
                <a:cubicBezTo>
                  <a:pt x="129" y="565"/>
                  <a:pt x="130" y="565"/>
                  <a:pt x="130" y="565"/>
                </a:cubicBezTo>
                <a:cubicBezTo>
                  <a:pt x="130" y="565"/>
                  <a:pt x="130" y="564"/>
                  <a:pt x="129" y="563"/>
                </a:cubicBezTo>
                <a:cubicBezTo>
                  <a:pt x="137" y="563"/>
                  <a:pt x="137" y="563"/>
                  <a:pt x="137" y="563"/>
                </a:cubicBezTo>
                <a:cubicBezTo>
                  <a:pt x="142" y="557"/>
                  <a:pt x="146" y="552"/>
                  <a:pt x="150" y="546"/>
                </a:cubicBezTo>
                <a:cubicBezTo>
                  <a:pt x="145" y="546"/>
                  <a:pt x="145" y="546"/>
                  <a:pt x="145" y="546"/>
                </a:cubicBezTo>
                <a:cubicBezTo>
                  <a:pt x="145" y="546"/>
                  <a:pt x="145" y="545"/>
                  <a:pt x="145" y="545"/>
                </a:cubicBezTo>
                <a:cubicBezTo>
                  <a:pt x="144" y="545"/>
                  <a:pt x="143" y="546"/>
                  <a:pt x="143" y="546"/>
                </a:cubicBezTo>
                <a:cubicBezTo>
                  <a:pt x="141" y="546"/>
                  <a:pt x="141" y="546"/>
                  <a:pt x="141" y="546"/>
                </a:cubicBezTo>
                <a:cubicBezTo>
                  <a:pt x="137" y="552"/>
                  <a:pt x="133" y="559"/>
                  <a:pt x="128" y="565"/>
                </a:cubicBezTo>
                <a:cubicBezTo>
                  <a:pt x="128" y="565"/>
                  <a:pt x="128" y="565"/>
                  <a:pt x="128" y="565"/>
                </a:cubicBezTo>
                <a:close/>
                <a:moveTo>
                  <a:pt x="230" y="494"/>
                </a:moveTo>
                <a:cubicBezTo>
                  <a:pt x="230" y="494"/>
                  <a:pt x="230" y="494"/>
                  <a:pt x="230" y="493"/>
                </a:cubicBezTo>
                <a:cubicBezTo>
                  <a:pt x="230" y="494"/>
                  <a:pt x="230" y="494"/>
                  <a:pt x="230" y="494"/>
                </a:cubicBezTo>
                <a:cubicBezTo>
                  <a:pt x="230" y="494"/>
                  <a:pt x="230" y="494"/>
                  <a:pt x="230" y="494"/>
                </a:cubicBezTo>
                <a:close/>
                <a:moveTo>
                  <a:pt x="200" y="527"/>
                </a:moveTo>
                <a:cubicBezTo>
                  <a:pt x="205" y="521"/>
                  <a:pt x="210" y="515"/>
                  <a:pt x="215" y="509"/>
                </a:cubicBezTo>
                <a:cubicBezTo>
                  <a:pt x="215" y="508"/>
                  <a:pt x="215" y="508"/>
                  <a:pt x="215" y="508"/>
                </a:cubicBezTo>
                <a:cubicBezTo>
                  <a:pt x="214" y="507"/>
                  <a:pt x="213" y="508"/>
                  <a:pt x="213" y="509"/>
                </a:cubicBezTo>
                <a:cubicBezTo>
                  <a:pt x="211" y="509"/>
                  <a:pt x="211" y="508"/>
                  <a:pt x="209" y="508"/>
                </a:cubicBezTo>
                <a:cubicBezTo>
                  <a:pt x="209" y="509"/>
                  <a:pt x="209" y="509"/>
                  <a:pt x="209" y="510"/>
                </a:cubicBezTo>
                <a:cubicBezTo>
                  <a:pt x="205" y="510"/>
                  <a:pt x="205" y="510"/>
                  <a:pt x="205" y="510"/>
                </a:cubicBezTo>
                <a:cubicBezTo>
                  <a:pt x="200" y="515"/>
                  <a:pt x="196" y="521"/>
                  <a:pt x="191" y="527"/>
                </a:cubicBezTo>
                <a:lnTo>
                  <a:pt x="200" y="527"/>
                </a:lnTo>
                <a:close/>
                <a:moveTo>
                  <a:pt x="193" y="529"/>
                </a:moveTo>
                <a:cubicBezTo>
                  <a:pt x="193" y="530"/>
                  <a:pt x="193" y="531"/>
                  <a:pt x="193" y="532"/>
                </a:cubicBezTo>
                <a:cubicBezTo>
                  <a:pt x="191" y="532"/>
                  <a:pt x="190" y="532"/>
                  <a:pt x="188" y="532"/>
                </a:cubicBezTo>
                <a:cubicBezTo>
                  <a:pt x="188" y="532"/>
                  <a:pt x="188" y="531"/>
                  <a:pt x="188" y="531"/>
                </a:cubicBezTo>
                <a:cubicBezTo>
                  <a:pt x="186" y="534"/>
                  <a:pt x="184" y="536"/>
                  <a:pt x="182" y="538"/>
                </a:cubicBezTo>
                <a:cubicBezTo>
                  <a:pt x="185" y="540"/>
                  <a:pt x="182" y="543"/>
                  <a:pt x="187" y="543"/>
                </a:cubicBezTo>
                <a:cubicBezTo>
                  <a:pt x="190" y="539"/>
                  <a:pt x="193" y="536"/>
                  <a:pt x="196" y="532"/>
                </a:cubicBezTo>
                <a:cubicBezTo>
                  <a:pt x="195" y="531"/>
                  <a:pt x="194" y="531"/>
                  <a:pt x="193" y="529"/>
                </a:cubicBezTo>
                <a:close/>
                <a:moveTo>
                  <a:pt x="270" y="501"/>
                </a:moveTo>
                <a:cubicBezTo>
                  <a:pt x="270" y="501"/>
                  <a:pt x="271" y="501"/>
                  <a:pt x="271" y="501"/>
                </a:cubicBezTo>
                <a:cubicBezTo>
                  <a:pt x="271" y="501"/>
                  <a:pt x="271" y="501"/>
                  <a:pt x="271" y="500"/>
                </a:cubicBezTo>
                <a:cubicBezTo>
                  <a:pt x="271" y="501"/>
                  <a:pt x="270" y="501"/>
                  <a:pt x="270" y="501"/>
                </a:cubicBezTo>
                <a:close/>
                <a:moveTo>
                  <a:pt x="69" y="600"/>
                </a:moveTo>
                <a:cubicBezTo>
                  <a:pt x="75" y="600"/>
                  <a:pt x="75" y="600"/>
                  <a:pt x="75" y="600"/>
                </a:cubicBezTo>
                <a:cubicBezTo>
                  <a:pt x="80" y="590"/>
                  <a:pt x="86" y="581"/>
                  <a:pt x="92" y="573"/>
                </a:cubicBezTo>
                <a:cubicBezTo>
                  <a:pt x="90" y="572"/>
                  <a:pt x="89" y="571"/>
                  <a:pt x="86" y="571"/>
                </a:cubicBezTo>
                <a:cubicBezTo>
                  <a:pt x="86" y="571"/>
                  <a:pt x="86" y="572"/>
                  <a:pt x="86" y="572"/>
                </a:cubicBezTo>
                <a:cubicBezTo>
                  <a:pt x="86" y="573"/>
                  <a:pt x="88" y="573"/>
                  <a:pt x="88" y="575"/>
                </a:cubicBezTo>
                <a:cubicBezTo>
                  <a:pt x="85" y="576"/>
                  <a:pt x="85" y="579"/>
                  <a:pt x="85" y="582"/>
                </a:cubicBezTo>
                <a:cubicBezTo>
                  <a:pt x="79" y="582"/>
                  <a:pt x="79" y="582"/>
                  <a:pt x="79" y="582"/>
                </a:cubicBezTo>
                <a:cubicBezTo>
                  <a:pt x="76" y="587"/>
                  <a:pt x="74" y="592"/>
                  <a:pt x="71" y="596"/>
                </a:cubicBezTo>
                <a:cubicBezTo>
                  <a:pt x="70" y="597"/>
                  <a:pt x="70" y="599"/>
                  <a:pt x="69" y="600"/>
                </a:cubicBezTo>
                <a:close/>
                <a:moveTo>
                  <a:pt x="68" y="601"/>
                </a:moveTo>
                <a:cubicBezTo>
                  <a:pt x="68" y="601"/>
                  <a:pt x="68" y="601"/>
                  <a:pt x="68" y="601"/>
                </a:cubicBezTo>
                <a:cubicBezTo>
                  <a:pt x="68" y="601"/>
                  <a:pt x="68" y="601"/>
                  <a:pt x="68" y="601"/>
                </a:cubicBezTo>
                <a:cubicBezTo>
                  <a:pt x="68" y="601"/>
                  <a:pt x="68" y="601"/>
                  <a:pt x="68" y="601"/>
                </a:cubicBezTo>
                <a:close/>
                <a:moveTo>
                  <a:pt x="84" y="652"/>
                </a:moveTo>
                <a:cubicBezTo>
                  <a:pt x="83" y="648"/>
                  <a:pt x="86" y="649"/>
                  <a:pt x="88" y="648"/>
                </a:cubicBezTo>
                <a:cubicBezTo>
                  <a:pt x="88" y="648"/>
                  <a:pt x="88" y="647"/>
                  <a:pt x="89" y="646"/>
                </a:cubicBezTo>
                <a:cubicBezTo>
                  <a:pt x="87" y="646"/>
                  <a:pt x="85" y="645"/>
                  <a:pt x="82" y="646"/>
                </a:cubicBezTo>
                <a:cubicBezTo>
                  <a:pt x="82" y="640"/>
                  <a:pt x="87" y="641"/>
                  <a:pt x="89" y="638"/>
                </a:cubicBezTo>
                <a:cubicBezTo>
                  <a:pt x="88" y="637"/>
                  <a:pt x="88" y="637"/>
                  <a:pt x="87" y="637"/>
                </a:cubicBezTo>
                <a:cubicBezTo>
                  <a:pt x="87" y="637"/>
                  <a:pt x="86" y="637"/>
                  <a:pt x="85" y="637"/>
                </a:cubicBezTo>
                <a:cubicBezTo>
                  <a:pt x="85" y="637"/>
                  <a:pt x="85" y="636"/>
                  <a:pt x="85" y="636"/>
                </a:cubicBezTo>
                <a:cubicBezTo>
                  <a:pt x="83" y="640"/>
                  <a:pt x="82" y="644"/>
                  <a:pt x="80" y="648"/>
                </a:cubicBezTo>
                <a:cubicBezTo>
                  <a:pt x="81" y="649"/>
                  <a:pt x="81" y="651"/>
                  <a:pt x="84" y="652"/>
                </a:cubicBezTo>
                <a:close/>
                <a:moveTo>
                  <a:pt x="137" y="565"/>
                </a:moveTo>
                <a:cubicBezTo>
                  <a:pt x="136" y="565"/>
                  <a:pt x="136" y="565"/>
                  <a:pt x="136" y="565"/>
                </a:cubicBezTo>
                <a:cubicBezTo>
                  <a:pt x="134" y="565"/>
                  <a:pt x="133" y="566"/>
                  <a:pt x="132" y="567"/>
                </a:cubicBezTo>
                <a:cubicBezTo>
                  <a:pt x="133" y="568"/>
                  <a:pt x="133" y="569"/>
                  <a:pt x="133" y="570"/>
                </a:cubicBezTo>
                <a:cubicBezTo>
                  <a:pt x="134" y="568"/>
                  <a:pt x="135" y="566"/>
                  <a:pt x="137" y="565"/>
                </a:cubicBezTo>
                <a:close/>
                <a:moveTo>
                  <a:pt x="106" y="600"/>
                </a:moveTo>
                <a:cubicBezTo>
                  <a:pt x="103" y="604"/>
                  <a:pt x="101" y="608"/>
                  <a:pt x="99" y="612"/>
                </a:cubicBezTo>
                <a:cubicBezTo>
                  <a:pt x="103" y="612"/>
                  <a:pt x="103" y="613"/>
                  <a:pt x="104" y="610"/>
                </a:cubicBezTo>
                <a:cubicBezTo>
                  <a:pt x="106" y="610"/>
                  <a:pt x="107" y="611"/>
                  <a:pt x="107" y="612"/>
                </a:cubicBezTo>
                <a:cubicBezTo>
                  <a:pt x="108" y="610"/>
                  <a:pt x="109" y="609"/>
                  <a:pt x="109" y="608"/>
                </a:cubicBezTo>
                <a:cubicBezTo>
                  <a:pt x="108" y="605"/>
                  <a:pt x="107" y="603"/>
                  <a:pt x="106" y="600"/>
                </a:cubicBezTo>
                <a:close/>
                <a:moveTo>
                  <a:pt x="71" y="607"/>
                </a:moveTo>
                <a:cubicBezTo>
                  <a:pt x="71" y="607"/>
                  <a:pt x="71" y="606"/>
                  <a:pt x="72" y="606"/>
                </a:cubicBezTo>
                <a:cubicBezTo>
                  <a:pt x="71" y="606"/>
                  <a:pt x="70" y="606"/>
                  <a:pt x="70" y="607"/>
                </a:cubicBezTo>
                <a:cubicBezTo>
                  <a:pt x="70" y="607"/>
                  <a:pt x="71" y="607"/>
                  <a:pt x="71" y="607"/>
                </a:cubicBezTo>
                <a:close/>
                <a:moveTo>
                  <a:pt x="795" y="853"/>
                </a:moveTo>
                <a:cubicBezTo>
                  <a:pt x="794" y="852"/>
                  <a:pt x="795" y="849"/>
                  <a:pt x="797" y="849"/>
                </a:cubicBezTo>
                <a:cubicBezTo>
                  <a:pt x="796" y="848"/>
                  <a:pt x="796" y="847"/>
                  <a:pt x="795" y="847"/>
                </a:cubicBezTo>
                <a:cubicBezTo>
                  <a:pt x="791" y="846"/>
                  <a:pt x="787" y="845"/>
                  <a:pt x="783" y="844"/>
                </a:cubicBezTo>
                <a:cubicBezTo>
                  <a:pt x="784" y="846"/>
                  <a:pt x="786" y="848"/>
                  <a:pt x="785" y="851"/>
                </a:cubicBezTo>
                <a:cubicBezTo>
                  <a:pt x="788" y="852"/>
                  <a:pt x="791" y="853"/>
                  <a:pt x="795" y="853"/>
                </a:cubicBezTo>
                <a:close/>
                <a:moveTo>
                  <a:pt x="126" y="576"/>
                </a:moveTo>
                <a:cubicBezTo>
                  <a:pt x="127" y="575"/>
                  <a:pt x="128" y="575"/>
                  <a:pt x="129" y="575"/>
                </a:cubicBezTo>
                <a:cubicBezTo>
                  <a:pt x="130" y="574"/>
                  <a:pt x="131" y="574"/>
                  <a:pt x="131" y="573"/>
                </a:cubicBezTo>
                <a:cubicBezTo>
                  <a:pt x="128" y="573"/>
                  <a:pt x="125" y="572"/>
                  <a:pt x="124" y="573"/>
                </a:cubicBezTo>
                <a:cubicBezTo>
                  <a:pt x="125" y="573"/>
                  <a:pt x="124" y="576"/>
                  <a:pt x="126" y="576"/>
                </a:cubicBezTo>
                <a:close/>
                <a:moveTo>
                  <a:pt x="185" y="495"/>
                </a:moveTo>
                <a:cubicBezTo>
                  <a:pt x="185" y="494"/>
                  <a:pt x="185" y="493"/>
                  <a:pt x="184" y="492"/>
                </a:cubicBezTo>
                <a:cubicBezTo>
                  <a:pt x="183" y="493"/>
                  <a:pt x="183" y="494"/>
                  <a:pt x="182" y="494"/>
                </a:cubicBezTo>
                <a:cubicBezTo>
                  <a:pt x="183" y="495"/>
                  <a:pt x="184" y="496"/>
                  <a:pt x="185" y="495"/>
                </a:cubicBezTo>
                <a:close/>
                <a:moveTo>
                  <a:pt x="145" y="492"/>
                </a:moveTo>
                <a:cubicBezTo>
                  <a:pt x="145" y="492"/>
                  <a:pt x="145" y="493"/>
                  <a:pt x="145" y="493"/>
                </a:cubicBezTo>
                <a:cubicBezTo>
                  <a:pt x="148" y="494"/>
                  <a:pt x="149" y="493"/>
                  <a:pt x="151" y="493"/>
                </a:cubicBezTo>
                <a:cubicBezTo>
                  <a:pt x="151" y="493"/>
                  <a:pt x="151" y="493"/>
                  <a:pt x="151" y="493"/>
                </a:cubicBezTo>
                <a:cubicBezTo>
                  <a:pt x="157" y="486"/>
                  <a:pt x="164" y="479"/>
                  <a:pt x="170" y="473"/>
                </a:cubicBezTo>
                <a:cubicBezTo>
                  <a:pt x="168" y="474"/>
                  <a:pt x="165" y="473"/>
                  <a:pt x="164" y="474"/>
                </a:cubicBezTo>
                <a:cubicBezTo>
                  <a:pt x="163" y="474"/>
                  <a:pt x="163" y="474"/>
                  <a:pt x="163" y="474"/>
                </a:cubicBezTo>
                <a:cubicBezTo>
                  <a:pt x="162" y="474"/>
                  <a:pt x="162" y="473"/>
                  <a:pt x="161" y="473"/>
                </a:cubicBezTo>
                <a:cubicBezTo>
                  <a:pt x="155" y="479"/>
                  <a:pt x="149" y="485"/>
                  <a:pt x="144" y="492"/>
                </a:cubicBezTo>
                <a:lnTo>
                  <a:pt x="145" y="492"/>
                </a:lnTo>
                <a:close/>
                <a:moveTo>
                  <a:pt x="243" y="527"/>
                </a:moveTo>
                <a:cubicBezTo>
                  <a:pt x="253" y="527"/>
                  <a:pt x="253" y="527"/>
                  <a:pt x="253" y="527"/>
                </a:cubicBezTo>
                <a:cubicBezTo>
                  <a:pt x="259" y="521"/>
                  <a:pt x="265" y="515"/>
                  <a:pt x="271" y="509"/>
                </a:cubicBezTo>
                <a:cubicBezTo>
                  <a:pt x="261" y="509"/>
                  <a:pt x="261" y="509"/>
                  <a:pt x="261" y="509"/>
                </a:cubicBezTo>
                <a:cubicBezTo>
                  <a:pt x="255" y="515"/>
                  <a:pt x="249" y="521"/>
                  <a:pt x="243" y="527"/>
                </a:cubicBezTo>
                <a:close/>
                <a:moveTo>
                  <a:pt x="159" y="575"/>
                </a:moveTo>
                <a:cubicBezTo>
                  <a:pt x="161" y="575"/>
                  <a:pt x="163" y="575"/>
                  <a:pt x="165" y="576"/>
                </a:cubicBezTo>
                <a:cubicBezTo>
                  <a:pt x="166" y="574"/>
                  <a:pt x="167" y="572"/>
                  <a:pt x="168" y="570"/>
                </a:cubicBezTo>
                <a:cubicBezTo>
                  <a:pt x="166" y="569"/>
                  <a:pt x="164" y="567"/>
                  <a:pt x="163" y="565"/>
                </a:cubicBezTo>
                <a:cubicBezTo>
                  <a:pt x="162" y="567"/>
                  <a:pt x="161" y="569"/>
                  <a:pt x="160" y="571"/>
                </a:cubicBezTo>
                <a:cubicBezTo>
                  <a:pt x="160" y="572"/>
                  <a:pt x="159" y="573"/>
                  <a:pt x="159" y="575"/>
                </a:cubicBezTo>
                <a:close/>
                <a:moveTo>
                  <a:pt x="167" y="467"/>
                </a:moveTo>
                <a:cubicBezTo>
                  <a:pt x="167" y="467"/>
                  <a:pt x="167" y="467"/>
                  <a:pt x="167" y="466"/>
                </a:cubicBezTo>
                <a:cubicBezTo>
                  <a:pt x="167" y="467"/>
                  <a:pt x="167" y="467"/>
                  <a:pt x="167" y="467"/>
                </a:cubicBezTo>
                <a:cubicBezTo>
                  <a:pt x="167" y="467"/>
                  <a:pt x="167" y="467"/>
                  <a:pt x="167" y="467"/>
                </a:cubicBezTo>
                <a:close/>
                <a:moveTo>
                  <a:pt x="62" y="788"/>
                </a:moveTo>
                <a:cubicBezTo>
                  <a:pt x="62" y="788"/>
                  <a:pt x="62" y="788"/>
                  <a:pt x="62" y="788"/>
                </a:cubicBezTo>
                <a:cubicBezTo>
                  <a:pt x="62" y="788"/>
                  <a:pt x="62" y="788"/>
                  <a:pt x="62" y="788"/>
                </a:cubicBezTo>
                <a:cubicBezTo>
                  <a:pt x="62" y="788"/>
                  <a:pt x="62" y="788"/>
                  <a:pt x="62" y="788"/>
                </a:cubicBezTo>
                <a:close/>
                <a:moveTo>
                  <a:pt x="161" y="531"/>
                </a:moveTo>
                <a:cubicBezTo>
                  <a:pt x="162" y="531"/>
                  <a:pt x="162" y="530"/>
                  <a:pt x="162" y="530"/>
                </a:cubicBezTo>
                <a:cubicBezTo>
                  <a:pt x="161" y="530"/>
                  <a:pt x="161" y="530"/>
                  <a:pt x="160" y="529"/>
                </a:cubicBezTo>
                <a:cubicBezTo>
                  <a:pt x="160" y="530"/>
                  <a:pt x="161" y="530"/>
                  <a:pt x="161" y="531"/>
                </a:cubicBezTo>
                <a:close/>
                <a:moveTo>
                  <a:pt x="13" y="535"/>
                </a:moveTo>
                <a:cubicBezTo>
                  <a:pt x="12" y="533"/>
                  <a:pt x="10" y="533"/>
                  <a:pt x="9" y="530"/>
                </a:cubicBezTo>
                <a:cubicBezTo>
                  <a:pt x="9" y="530"/>
                  <a:pt x="9" y="531"/>
                  <a:pt x="9" y="531"/>
                </a:cubicBezTo>
                <a:cubicBezTo>
                  <a:pt x="8" y="532"/>
                  <a:pt x="8" y="533"/>
                  <a:pt x="8" y="534"/>
                </a:cubicBezTo>
                <a:cubicBezTo>
                  <a:pt x="9" y="533"/>
                  <a:pt x="10" y="535"/>
                  <a:pt x="13" y="535"/>
                </a:cubicBezTo>
                <a:close/>
                <a:moveTo>
                  <a:pt x="37" y="679"/>
                </a:moveTo>
                <a:cubicBezTo>
                  <a:pt x="37" y="677"/>
                  <a:pt x="38" y="675"/>
                  <a:pt x="39" y="673"/>
                </a:cubicBezTo>
                <a:cubicBezTo>
                  <a:pt x="39" y="673"/>
                  <a:pt x="39" y="672"/>
                  <a:pt x="39" y="671"/>
                </a:cubicBezTo>
                <a:cubicBezTo>
                  <a:pt x="40" y="671"/>
                  <a:pt x="40" y="671"/>
                  <a:pt x="40" y="671"/>
                </a:cubicBezTo>
                <a:cubicBezTo>
                  <a:pt x="42" y="665"/>
                  <a:pt x="45" y="660"/>
                  <a:pt x="48" y="654"/>
                </a:cubicBezTo>
                <a:cubicBezTo>
                  <a:pt x="47" y="654"/>
                  <a:pt x="47" y="654"/>
                  <a:pt x="47" y="654"/>
                </a:cubicBezTo>
                <a:cubicBezTo>
                  <a:pt x="47" y="650"/>
                  <a:pt x="46" y="646"/>
                  <a:pt x="46" y="642"/>
                </a:cubicBezTo>
                <a:cubicBezTo>
                  <a:pt x="46" y="642"/>
                  <a:pt x="46" y="642"/>
                  <a:pt x="46" y="642"/>
                </a:cubicBezTo>
                <a:cubicBezTo>
                  <a:pt x="45" y="645"/>
                  <a:pt x="44" y="647"/>
                  <a:pt x="43" y="649"/>
                </a:cubicBezTo>
                <a:cubicBezTo>
                  <a:pt x="43" y="650"/>
                  <a:pt x="42" y="651"/>
                  <a:pt x="42" y="651"/>
                </a:cubicBezTo>
                <a:cubicBezTo>
                  <a:pt x="42" y="651"/>
                  <a:pt x="42" y="651"/>
                  <a:pt x="42" y="651"/>
                </a:cubicBezTo>
                <a:cubicBezTo>
                  <a:pt x="39" y="658"/>
                  <a:pt x="36" y="664"/>
                  <a:pt x="33" y="671"/>
                </a:cubicBezTo>
                <a:cubicBezTo>
                  <a:pt x="37" y="671"/>
                  <a:pt x="37" y="671"/>
                  <a:pt x="37" y="671"/>
                </a:cubicBezTo>
                <a:cubicBezTo>
                  <a:pt x="37" y="674"/>
                  <a:pt x="37" y="676"/>
                  <a:pt x="37" y="679"/>
                </a:cubicBezTo>
                <a:close/>
                <a:moveTo>
                  <a:pt x="94" y="564"/>
                </a:moveTo>
                <a:cubicBezTo>
                  <a:pt x="93" y="564"/>
                  <a:pt x="92" y="564"/>
                  <a:pt x="92" y="565"/>
                </a:cubicBezTo>
                <a:cubicBezTo>
                  <a:pt x="94" y="565"/>
                  <a:pt x="95" y="566"/>
                  <a:pt x="95" y="566"/>
                </a:cubicBezTo>
                <a:cubicBezTo>
                  <a:pt x="100" y="560"/>
                  <a:pt x="104" y="553"/>
                  <a:pt x="109" y="546"/>
                </a:cubicBezTo>
                <a:cubicBezTo>
                  <a:pt x="102" y="546"/>
                  <a:pt x="102" y="546"/>
                  <a:pt x="102" y="546"/>
                </a:cubicBezTo>
                <a:cubicBezTo>
                  <a:pt x="98" y="552"/>
                  <a:pt x="95" y="558"/>
                  <a:pt x="91" y="564"/>
                </a:cubicBezTo>
                <a:lnTo>
                  <a:pt x="94" y="564"/>
                </a:lnTo>
                <a:close/>
                <a:moveTo>
                  <a:pt x="137" y="508"/>
                </a:moveTo>
                <a:cubicBezTo>
                  <a:pt x="137" y="508"/>
                  <a:pt x="138" y="508"/>
                  <a:pt x="138" y="508"/>
                </a:cubicBezTo>
                <a:cubicBezTo>
                  <a:pt x="139" y="507"/>
                  <a:pt x="141" y="505"/>
                  <a:pt x="142" y="503"/>
                </a:cubicBezTo>
                <a:cubicBezTo>
                  <a:pt x="142" y="501"/>
                  <a:pt x="142" y="500"/>
                  <a:pt x="143" y="498"/>
                </a:cubicBezTo>
                <a:cubicBezTo>
                  <a:pt x="135" y="498"/>
                  <a:pt x="141" y="506"/>
                  <a:pt x="137" y="508"/>
                </a:cubicBezTo>
                <a:close/>
                <a:moveTo>
                  <a:pt x="26" y="630"/>
                </a:moveTo>
                <a:cubicBezTo>
                  <a:pt x="28" y="626"/>
                  <a:pt x="30" y="622"/>
                  <a:pt x="33" y="618"/>
                </a:cubicBezTo>
                <a:cubicBezTo>
                  <a:pt x="27" y="618"/>
                  <a:pt x="27" y="618"/>
                  <a:pt x="27" y="618"/>
                </a:cubicBezTo>
                <a:cubicBezTo>
                  <a:pt x="26" y="618"/>
                  <a:pt x="26" y="617"/>
                  <a:pt x="25" y="617"/>
                </a:cubicBezTo>
                <a:cubicBezTo>
                  <a:pt x="24" y="621"/>
                  <a:pt x="22" y="624"/>
                  <a:pt x="20" y="628"/>
                </a:cubicBezTo>
                <a:cubicBezTo>
                  <a:pt x="18" y="632"/>
                  <a:pt x="24" y="634"/>
                  <a:pt x="26" y="630"/>
                </a:cubicBezTo>
                <a:close/>
                <a:moveTo>
                  <a:pt x="51" y="647"/>
                </a:moveTo>
                <a:cubicBezTo>
                  <a:pt x="51" y="646"/>
                  <a:pt x="51" y="646"/>
                  <a:pt x="52" y="645"/>
                </a:cubicBezTo>
                <a:cubicBezTo>
                  <a:pt x="51" y="644"/>
                  <a:pt x="51" y="644"/>
                  <a:pt x="52" y="643"/>
                </a:cubicBezTo>
                <a:cubicBezTo>
                  <a:pt x="52" y="643"/>
                  <a:pt x="52" y="643"/>
                  <a:pt x="53" y="643"/>
                </a:cubicBezTo>
                <a:cubicBezTo>
                  <a:pt x="54" y="641"/>
                  <a:pt x="54" y="639"/>
                  <a:pt x="55" y="638"/>
                </a:cubicBezTo>
                <a:cubicBezTo>
                  <a:pt x="55" y="638"/>
                  <a:pt x="54" y="637"/>
                  <a:pt x="54" y="637"/>
                </a:cubicBezTo>
                <a:cubicBezTo>
                  <a:pt x="54" y="637"/>
                  <a:pt x="55" y="636"/>
                  <a:pt x="55" y="635"/>
                </a:cubicBezTo>
                <a:cubicBezTo>
                  <a:pt x="56" y="635"/>
                  <a:pt x="56" y="635"/>
                  <a:pt x="56" y="635"/>
                </a:cubicBezTo>
                <a:cubicBezTo>
                  <a:pt x="60" y="628"/>
                  <a:pt x="63" y="621"/>
                  <a:pt x="67" y="615"/>
                </a:cubicBezTo>
                <a:cubicBezTo>
                  <a:pt x="66" y="612"/>
                  <a:pt x="66" y="609"/>
                  <a:pt x="65" y="607"/>
                </a:cubicBezTo>
                <a:cubicBezTo>
                  <a:pt x="64" y="608"/>
                  <a:pt x="64" y="609"/>
                  <a:pt x="63" y="611"/>
                </a:cubicBezTo>
                <a:cubicBezTo>
                  <a:pt x="62" y="613"/>
                  <a:pt x="61" y="616"/>
                  <a:pt x="63" y="618"/>
                </a:cubicBezTo>
                <a:cubicBezTo>
                  <a:pt x="59" y="618"/>
                  <a:pt x="59" y="618"/>
                  <a:pt x="59" y="618"/>
                </a:cubicBezTo>
                <a:cubicBezTo>
                  <a:pt x="55" y="625"/>
                  <a:pt x="51" y="632"/>
                  <a:pt x="47" y="640"/>
                </a:cubicBezTo>
                <a:cubicBezTo>
                  <a:pt x="49" y="642"/>
                  <a:pt x="50" y="644"/>
                  <a:pt x="51" y="647"/>
                </a:cubicBezTo>
                <a:close/>
                <a:moveTo>
                  <a:pt x="109" y="742"/>
                </a:moveTo>
                <a:cubicBezTo>
                  <a:pt x="117" y="742"/>
                  <a:pt x="117" y="742"/>
                  <a:pt x="117" y="742"/>
                </a:cubicBezTo>
                <a:cubicBezTo>
                  <a:pt x="120" y="735"/>
                  <a:pt x="124" y="728"/>
                  <a:pt x="127" y="721"/>
                </a:cubicBezTo>
                <a:cubicBezTo>
                  <a:pt x="124" y="721"/>
                  <a:pt x="122" y="722"/>
                  <a:pt x="121" y="723"/>
                </a:cubicBezTo>
                <a:cubicBezTo>
                  <a:pt x="121" y="723"/>
                  <a:pt x="121" y="724"/>
                  <a:pt x="121" y="724"/>
                </a:cubicBezTo>
                <a:cubicBezTo>
                  <a:pt x="117" y="724"/>
                  <a:pt x="117" y="724"/>
                  <a:pt x="117" y="724"/>
                </a:cubicBezTo>
                <a:cubicBezTo>
                  <a:pt x="114" y="730"/>
                  <a:pt x="112" y="736"/>
                  <a:pt x="109" y="742"/>
                </a:cubicBezTo>
                <a:close/>
                <a:moveTo>
                  <a:pt x="127" y="641"/>
                </a:moveTo>
                <a:cubicBezTo>
                  <a:pt x="127" y="640"/>
                  <a:pt x="128" y="639"/>
                  <a:pt x="129" y="638"/>
                </a:cubicBezTo>
                <a:cubicBezTo>
                  <a:pt x="126" y="638"/>
                  <a:pt x="124" y="638"/>
                  <a:pt x="122" y="637"/>
                </a:cubicBezTo>
                <a:cubicBezTo>
                  <a:pt x="122" y="636"/>
                  <a:pt x="122" y="636"/>
                  <a:pt x="122" y="636"/>
                </a:cubicBezTo>
                <a:cubicBezTo>
                  <a:pt x="122" y="636"/>
                  <a:pt x="122" y="636"/>
                  <a:pt x="121" y="637"/>
                </a:cubicBezTo>
                <a:cubicBezTo>
                  <a:pt x="124" y="638"/>
                  <a:pt x="124" y="642"/>
                  <a:pt x="124" y="643"/>
                </a:cubicBezTo>
                <a:cubicBezTo>
                  <a:pt x="124" y="642"/>
                  <a:pt x="125" y="641"/>
                  <a:pt x="127" y="641"/>
                </a:cubicBezTo>
                <a:close/>
                <a:moveTo>
                  <a:pt x="92" y="717"/>
                </a:moveTo>
                <a:cubicBezTo>
                  <a:pt x="92" y="717"/>
                  <a:pt x="92" y="717"/>
                  <a:pt x="92" y="718"/>
                </a:cubicBezTo>
                <a:cubicBezTo>
                  <a:pt x="92" y="718"/>
                  <a:pt x="92" y="718"/>
                  <a:pt x="92" y="718"/>
                </a:cubicBezTo>
                <a:cubicBezTo>
                  <a:pt x="92" y="717"/>
                  <a:pt x="92" y="717"/>
                  <a:pt x="92" y="717"/>
                </a:cubicBezTo>
                <a:close/>
                <a:moveTo>
                  <a:pt x="415" y="501"/>
                </a:moveTo>
                <a:cubicBezTo>
                  <a:pt x="416" y="501"/>
                  <a:pt x="417" y="501"/>
                  <a:pt x="417" y="502"/>
                </a:cubicBezTo>
                <a:cubicBezTo>
                  <a:pt x="417" y="501"/>
                  <a:pt x="417" y="501"/>
                  <a:pt x="417" y="500"/>
                </a:cubicBezTo>
                <a:cubicBezTo>
                  <a:pt x="417" y="500"/>
                  <a:pt x="416" y="501"/>
                  <a:pt x="415" y="501"/>
                </a:cubicBezTo>
                <a:close/>
                <a:moveTo>
                  <a:pt x="808" y="629"/>
                </a:moveTo>
                <a:cubicBezTo>
                  <a:pt x="795" y="622"/>
                  <a:pt x="783" y="615"/>
                  <a:pt x="771" y="608"/>
                </a:cubicBezTo>
                <a:cubicBezTo>
                  <a:pt x="770" y="609"/>
                  <a:pt x="770" y="610"/>
                  <a:pt x="769" y="612"/>
                </a:cubicBezTo>
                <a:cubicBezTo>
                  <a:pt x="769" y="612"/>
                  <a:pt x="769" y="612"/>
                  <a:pt x="769" y="612"/>
                </a:cubicBezTo>
                <a:cubicBezTo>
                  <a:pt x="769" y="612"/>
                  <a:pt x="770" y="612"/>
                  <a:pt x="770" y="612"/>
                </a:cubicBezTo>
                <a:cubicBezTo>
                  <a:pt x="764" y="612"/>
                  <a:pt x="764" y="612"/>
                  <a:pt x="764" y="612"/>
                </a:cubicBezTo>
                <a:cubicBezTo>
                  <a:pt x="764" y="612"/>
                  <a:pt x="764" y="612"/>
                  <a:pt x="764" y="612"/>
                </a:cubicBezTo>
                <a:cubicBezTo>
                  <a:pt x="764" y="612"/>
                  <a:pt x="764" y="612"/>
                  <a:pt x="764" y="612"/>
                </a:cubicBezTo>
                <a:cubicBezTo>
                  <a:pt x="763" y="612"/>
                  <a:pt x="763" y="612"/>
                  <a:pt x="763" y="612"/>
                </a:cubicBezTo>
                <a:cubicBezTo>
                  <a:pt x="773" y="617"/>
                  <a:pt x="784" y="623"/>
                  <a:pt x="794" y="629"/>
                </a:cubicBezTo>
                <a:lnTo>
                  <a:pt x="808" y="629"/>
                </a:lnTo>
                <a:close/>
                <a:moveTo>
                  <a:pt x="883" y="601"/>
                </a:moveTo>
                <a:cubicBezTo>
                  <a:pt x="884" y="601"/>
                  <a:pt x="884" y="601"/>
                  <a:pt x="884" y="601"/>
                </a:cubicBezTo>
                <a:cubicBezTo>
                  <a:pt x="885" y="600"/>
                  <a:pt x="886" y="599"/>
                  <a:pt x="887" y="598"/>
                </a:cubicBezTo>
                <a:cubicBezTo>
                  <a:pt x="886" y="597"/>
                  <a:pt x="885" y="597"/>
                  <a:pt x="884" y="596"/>
                </a:cubicBezTo>
                <a:cubicBezTo>
                  <a:pt x="884" y="597"/>
                  <a:pt x="884" y="598"/>
                  <a:pt x="884" y="599"/>
                </a:cubicBezTo>
                <a:cubicBezTo>
                  <a:pt x="882" y="600"/>
                  <a:pt x="880" y="600"/>
                  <a:pt x="879" y="599"/>
                </a:cubicBezTo>
                <a:cubicBezTo>
                  <a:pt x="880" y="597"/>
                  <a:pt x="880" y="595"/>
                  <a:pt x="881" y="594"/>
                </a:cubicBezTo>
                <a:cubicBezTo>
                  <a:pt x="881" y="593"/>
                  <a:pt x="880" y="593"/>
                  <a:pt x="880" y="593"/>
                </a:cubicBezTo>
                <a:cubicBezTo>
                  <a:pt x="881" y="593"/>
                  <a:pt x="881" y="593"/>
                  <a:pt x="881" y="593"/>
                </a:cubicBezTo>
                <a:cubicBezTo>
                  <a:pt x="869" y="587"/>
                  <a:pt x="857" y="581"/>
                  <a:pt x="846" y="576"/>
                </a:cubicBezTo>
                <a:cubicBezTo>
                  <a:pt x="838" y="576"/>
                  <a:pt x="838" y="576"/>
                  <a:pt x="838" y="576"/>
                </a:cubicBezTo>
                <a:cubicBezTo>
                  <a:pt x="838" y="574"/>
                  <a:pt x="837" y="574"/>
                  <a:pt x="836" y="573"/>
                </a:cubicBezTo>
                <a:cubicBezTo>
                  <a:pt x="836" y="573"/>
                  <a:pt x="836" y="574"/>
                  <a:pt x="836" y="574"/>
                </a:cubicBezTo>
                <a:cubicBezTo>
                  <a:pt x="834" y="574"/>
                  <a:pt x="833" y="574"/>
                  <a:pt x="833" y="573"/>
                </a:cubicBezTo>
                <a:cubicBezTo>
                  <a:pt x="833" y="574"/>
                  <a:pt x="833" y="574"/>
                  <a:pt x="833" y="575"/>
                </a:cubicBezTo>
                <a:cubicBezTo>
                  <a:pt x="833" y="575"/>
                  <a:pt x="833" y="575"/>
                  <a:pt x="834" y="575"/>
                </a:cubicBezTo>
                <a:cubicBezTo>
                  <a:pt x="834" y="575"/>
                  <a:pt x="834" y="575"/>
                  <a:pt x="834" y="576"/>
                </a:cubicBezTo>
                <a:cubicBezTo>
                  <a:pt x="830" y="576"/>
                  <a:pt x="830" y="576"/>
                  <a:pt x="830" y="576"/>
                </a:cubicBezTo>
                <a:cubicBezTo>
                  <a:pt x="844" y="582"/>
                  <a:pt x="858" y="589"/>
                  <a:pt x="872" y="595"/>
                </a:cubicBezTo>
                <a:cubicBezTo>
                  <a:pt x="872" y="595"/>
                  <a:pt x="872" y="594"/>
                  <a:pt x="872" y="593"/>
                </a:cubicBezTo>
                <a:cubicBezTo>
                  <a:pt x="877" y="592"/>
                  <a:pt x="878" y="595"/>
                  <a:pt x="877" y="598"/>
                </a:cubicBezTo>
                <a:cubicBezTo>
                  <a:pt x="879" y="599"/>
                  <a:pt x="881" y="600"/>
                  <a:pt x="883" y="601"/>
                </a:cubicBezTo>
                <a:close/>
                <a:moveTo>
                  <a:pt x="806" y="530"/>
                </a:moveTo>
                <a:cubicBezTo>
                  <a:pt x="806" y="530"/>
                  <a:pt x="806" y="530"/>
                  <a:pt x="806" y="530"/>
                </a:cubicBezTo>
                <a:cubicBezTo>
                  <a:pt x="806" y="530"/>
                  <a:pt x="806" y="530"/>
                  <a:pt x="806" y="530"/>
                </a:cubicBezTo>
                <a:cubicBezTo>
                  <a:pt x="797" y="527"/>
                  <a:pt x="789" y="523"/>
                  <a:pt x="781" y="520"/>
                </a:cubicBezTo>
                <a:cubicBezTo>
                  <a:pt x="761" y="514"/>
                  <a:pt x="742" y="508"/>
                  <a:pt x="722" y="503"/>
                </a:cubicBezTo>
                <a:cubicBezTo>
                  <a:pt x="722" y="504"/>
                  <a:pt x="722" y="505"/>
                  <a:pt x="722" y="505"/>
                </a:cubicBezTo>
                <a:cubicBezTo>
                  <a:pt x="716" y="505"/>
                  <a:pt x="716" y="505"/>
                  <a:pt x="716" y="505"/>
                </a:cubicBezTo>
                <a:cubicBezTo>
                  <a:pt x="715" y="505"/>
                  <a:pt x="714" y="503"/>
                  <a:pt x="715" y="502"/>
                </a:cubicBezTo>
                <a:cubicBezTo>
                  <a:pt x="715" y="502"/>
                  <a:pt x="715" y="502"/>
                  <a:pt x="715" y="502"/>
                </a:cubicBezTo>
                <a:cubicBezTo>
                  <a:pt x="704" y="499"/>
                  <a:pt x="694" y="497"/>
                  <a:pt x="683" y="496"/>
                </a:cubicBezTo>
                <a:cubicBezTo>
                  <a:pt x="683" y="497"/>
                  <a:pt x="682" y="498"/>
                  <a:pt x="680" y="499"/>
                </a:cubicBezTo>
                <a:cubicBezTo>
                  <a:pt x="680" y="497"/>
                  <a:pt x="680" y="496"/>
                  <a:pt x="679" y="495"/>
                </a:cubicBezTo>
                <a:cubicBezTo>
                  <a:pt x="675" y="495"/>
                  <a:pt x="671" y="494"/>
                  <a:pt x="667" y="494"/>
                </a:cubicBezTo>
                <a:cubicBezTo>
                  <a:pt x="666" y="496"/>
                  <a:pt x="664" y="498"/>
                  <a:pt x="663" y="499"/>
                </a:cubicBezTo>
                <a:cubicBezTo>
                  <a:pt x="665" y="499"/>
                  <a:pt x="666" y="500"/>
                  <a:pt x="666" y="501"/>
                </a:cubicBezTo>
                <a:cubicBezTo>
                  <a:pt x="703" y="505"/>
                  <a:pt x="740" y="514"/>
                  <a:pt x="775" y="526"/>
                </a:cubicBezTo>
                <a:cubicBezTo>
                  <a:pt x="775" y="525"/>
                  <a:pt x="775" y="525"/>
                  <a:pt x="775" y="525"/>
                </a:cubicBezTo>
                <a:cubicBezTo>
                  <a:pt x="779" y="524"/>
                  <a:pt x="779" y="526"/>
                  <a:pt x="783" y="526"/>
                </a:cubicBezTo>
                <a:cubicBezTo>
                  <a:pt x="783" y="526"/>
                  <a:pt x="783" y="527"/>
                  <a:pt x="782" y="528"/>
                </a:cubicBezTo>
                <a:cubicBezTo>
                  <a:pt x="782" y="528"/>
                  <a:pt x="782" y="528"/>
                  <a:pt x="782" y="528"/>
                </a:cubicBezTo>
                <a:cubicBezTo>
                  <a:pt x="783" y="528"/>
                  <a:pt x="783" y="528"/>
                  <a:pt x="783" y="528"/>
                </a:cubicBezTo>
                <a:cubicBezTo>
                  <a:pt x="784" y="525"/>
                  <a:pt x="786" y="525"/>
                  <a:pt x="789" y="526"/>
                </a:cubicBezTo>
                <a:cubicBezTo>
                  <a:pt x="789" y="528"/>
                  <a:pt x="789" y="529"/>
                  <a:pt x="789" y="530"/>
                </a:cubicBezTo>
                <a:cubicBezTo>
                  <a:pt x="809" y="538"/>
                  <a:pt x="829" y="547"/>
                  <a:pt x="849" y="557"/>
                </a:cubicBezTo>
                <a:cubicBezTo>
                  <a:pt x="864" y="557"/>
                  <a:pt x="864" y="557"/>
                  <a:pt x="864" y="557"/>
                </a:cubicBezTo>
                <a:cubicBezTo>
                  <a:pt x="845" y="548"/>
                  <a:pt x="826" y="538"/>
                  <a:pt x="806" y="530"/>
                </a:cubicBezTo>
                <a:close/>
                <a:moveTo>
                  <a:pt x="647" y="492"/>
                </a:moveTo>
                <a:cubicBezTo>
                  <a:pt x="646" y="494"/>
                  <a:pt x="646" y="497"/>
                  <a:pt x="646" y="499"/>
                </a:cubicBezTo>
                <a:cubicBezTo>
                  <a:pt x="648" y="499"/>
                  <a:pt x="649" y="499"/>
                  <a:pt x="650" y="499"/>
                </a:cubicBezTo>
                <a:cubicBezTo>
                  <a:pt x="651" y="498"/>
                  <a:pt x="654" y="499"/>
                  <a:pt x="655" y="498"/>
                </a:cubicBezTo>
                <a:cubicBezTo>
                  <a:pt x="653" y="496"/>
                  <a:pt x="652" y="494"/>
                  <a:pt x="651" y="492"/>
                </a:cubicBezTo>
                <a:cubicBezTo>
                  <a:pt x="650" y="492"/>
                  <a:pt x="648" y="492"/>
                  <a:pt x="647" y="492"/>
                </a:cubicBezTo>
                <a:close/>
                <a:moveTo>
                  <a:pt x="632" y="491"/>
                </a:moveTo>
                <a:cubicBezTo>
                  <a:pt x="632" y="492"/>
                  <a:pt x="632" y="495"/>
                  <a:pt x="632" y="497"/>
                </a:cubicBezTo>
                <a:cubicBezTo>
                  <a:pt x="634" y="497"/>
                  <a:pt x="635" y="498"/>
                  <a:pt x="635" y="498"/>
                </a:cubicBezTo>
                <a:cubicBezTo>
                  <a:pt x="636" y="498"/>
                  <a:pt x="637" y="498"/>
                  <a:pt x="638" y="498"/>
                </a:cubicBezTo>
                <a:cubicBezTo>
                  <a:pt x="638" y="496"/>
                  <a:pt x="638" y="493"/>
                  <a:pt x="639" y="492"/>
                </a:cubicBezTo>
                <a:cubicBezTo>
                  <a:pt x="639" y="493"/>
                  <a:pt x="646" y="494"/>
                  <a:pt x="646" y="492"/>
                </a:cubicBezTo>
                <a:cubicBezTo>
                  <a:pt x="646" y="492"/>
                  <a:pt x="646" y="492"/>
                  <a:pt x="645" y="491"/>
                </a:cubicBezTo>
                <a:cubicBezTo>
                  <a:pt x="641" y="491"/>
                  <a:pt x="637" y="491"/>
                  <a:pt x="632" y="491"/>
                </a:cubicBezTo>
                <a:close/>
                <a:moveTo>
                  <a:pt x="562" y="605"/>
                </a:moveTo>
                <a:cubicBezTo>
                  <a:pt x="563" y="605"/>
                  <a:pt x="563" y="605"/>
                  <a:pt x="563" y="605"/>
                </a:cubicBezTo>
                <a:cubicBezTo>
                  <a:pt x="563" y="605"/>
                  <a:pt x="563" y="605"/>
                  <a:pt x="563" y="605"/>
                </a:cubicBezTo>
                <a:cubicBezTo>
                  <a:pt x="564" y="605"/>
                  <a:pt x="564" y="605"/>
                  <a:pt x="565" y="605"/>
                </a:cubicBezTo>
                <a:cubicBezTo>
                  <a:pt x="565" y="605"/>
                  <a:pt x="565" y="605"/>
                  <a:pt x="565" y="605"/>
                </a:cubicBezTo>
                <a:cubicBezTo>
                  <a:pt x="565" y="604"/>
                  <a:pt x="566" y="604"/>
                  <a:pt x="566" y="605"/>
                </a:cubicBezTo>
                <a:cubicBezTo>
                  <a:pt x="568" y="604"/>
                  <a:pt x="570" y="604"/>
                  <a:pt x="571" y="603"/>
                </a:cubicBezTo>
                <a:cubicBezTo>
                  <a:pt x="569" y="602"/>
                  <a:pt x="566" y="600"/>
                  <a:pt x="566" y="598"/>
                </a:cubicBezTo>
                <a:cubicBezTo>
                  <a:pt x="559" y="600"/>
                  <a:pt x="551" y="602"/>
                  <a:pt x="544" y="605"/>
                </a:cubicBezTo>
                <a:cubicBezTo>
                  <a:pt x="545" y="605"/>
                  <a:pt x="546" y="606"/>
                  <a:pt x="547" y="607"/>
                </a:cubicBezTo>
                <a:cubicBezTo>
                  <a:pt x="550" y="607"/>
                  <a:pt x="553" y="607"/>
                  <a:pt x="556" y="607"/>
                </a:cubicBezTo>
                <a:cubicBezTo>
                  <a:pt x="558" y="607"/>
                  <a:pt x="560" y="606"/>
                  <a:pt x="562" y="605"/>
                </a:cubicBezTo>
                <a:close/>
                <a:moveTo>
                  <a:pt x="553" y="604"/>
                </a:moveTo>
                <a:cubicBezTo>
                  <a:pt x="557" y="605"/>
                  <a:pt x="555" y="601"/>
                  <a:pt x="559" y="602"/>
                </a:cubicBezTo>
                <a:cubicBezTo>
                  <a:pt x="559" y="603"/>
                  <a:pt x="559" y="605"/>
                  <a:pt x="558" y="606"/>
                </a:cubicBezTo>
                <a:cubicBezTo>
                  <a:pt x="556" y="606"/>
                  <a:pt x="553" y="606"/>
                  <a:pt x="553" y="604"/>
                </a:cubicBezTo>
                <a:close/>
                <a:moveTo>
                  <a:pt x="230" y="603"/>
                </a:moveTo>
                <a:cubicBezTo>
                  <a:pt x="230" y="601"/>
                  <a:pt x="230" y="600"/>
                  <a:pt x="229" y="598"/>
                </a:cubicBezTo>
                <a:cubicBezTo>
                  <a:pt x="235" y="598"/>
                  <a:pt x="235" y="598"/>
                  <a:pt x="235" y="598"/>
                </a:cubicBezTo>
                <a:cubicBezTo>
                  <a:pt x="240" y="591"/>
                  <a:pt x="245" y="584"/>
                  <a:pt x="250" y="577"/>
                </a:cubicBezTo>
                <a:cubicBezTo>
                  <a:pt x="249" y="574"/>
                  <a:pt x="248" y="570"/>
                  <a:pt x="245" y="572"/>
                </a:cubicBezTo>
                <a:cubicBezTo>
                  <a:pt x="246" y="574"/>
                  <a:pt x="248" y="575"/>
                  <a:pt x="248" y="578"/>
                </a:cubicBezTo>
                <a:cubicBezTo>
                  <a:pt x="246" y="580"/>
                  <a:pt x="242" y="579"/>
                  <a:pt x="239" y="579"/>
                </a:cubicBezTo>
                <a:cubicBezTo>
                  <a:pt x="239" y="579"/>
                  <a:pt x="239" y="579"/>
                  <a:pt x="239" y="579"/>
                </a:cubicBezTo>
                <a:cubicBezTo>
                  <a:pt x="234" y="586"/>
                  <a:pt x="228" y="593"/>
                  <a:pt x="223" y="601"/>
                </a:cubicBezTo>
                <a:cubicBezTo>
                  <a:pt x="223" y="601"/>
                  <a:pt x="223" y="601"/>
                  <a:pt x="223" y="601"/>
                </a:cubicBezTo>
                <a:cubicBezTo>
                  <a:pt x="227" y="601"/>
                  <a:pt x="229" y="602"/>
                  <a:pt x="230" y="603"/>
                </a:cubicBezTo>
                <a:close/>
                <a:moveTo>
                  <a:pt x="731" y="634"/>
                </a:moveTo>
                <a:cubicBezTo>
                  <a:pt x="733" y="633"/>
                  <a:pt x="735" y="632"/>
                  <a:pt x="736" y="630"/>
                </a:cubicBezTo>
                <a:cubicBezTo>
                  <a:pt x="738" y="630"/>
                  <a:pt x="739" y="631"/>
                  <a:pt x="741" y="631"/>
                </a:cubicBezTo>
                <a:cubicBezTo>
                  <a:pt x="724" y="622"/>
                  <a:pt x="706" y="616"/>
                  <a:pt x="687" y="613"/>
                </a:cubicBezTo>
                <a:cubicBezTo>
                  <a:pt x="684" y="613"/>
                  <a:pt x="684" y="613"/>
                  <a:pt x="684" y="613"/>
                </a:cubicBezTo>
                <a:cubicBezTo>
                  <a:pt x="683" y="612"/>
                  <a:pt x="683" y="612"/>
                  <a:pt x="683" y="612"/>
                </a:cubicBezTo>
                <a:cubicBezTo>
                  <a:pt x="683" y="612"/>
                  <a:pt x="682" y="612"/>
                  <a:pt x="682" y="613"/>
                </a:cubicBezTo>
                <a:cubicBezTo>
                  <a:pt x="679" y="613"/>
                  <a:pt x="679" y="613"/>
                  <a:pt x="679" y="613"/>
                </a:cubicBezTo>
                <a:cubicBezTo>
                  <a:pt x="679" y="612"/>
                  <a:pt x="679" y="612"/>
                  <a:pt x="679" y="611"/>
                </a:cubicBezTo>
                <a:cubicBezTo>
                  <a:pt x="664" y="609"/>
                  <a:pt x="648" y="609"/>
                  <a:pt x="633" y="611"/>
                </a:cubicBezTo>
                <a:cubicBezTo>
                  <a:pt x="634" y="612"/>
                  <a:pt x="635" y="612"/>
                  <a:pt x="635" y="613"/>
                </a:cubicBezTo>
                <a:cubicBezTo>
                  <a:pt x="632" y="613"/>
                  <a:pt x="632" y="613"/>
                  <a:pt x="632" y="613"/>
                </a:cubicBezTo>
                <a:cubicBezTo>
                  <a:pt x="631" y="612"/>
                  <a:pt x="631" y="612"/>
                  <a:pt x="630" y="611"/>
                </a:cubicBezTo>
                <a:cubicBezTo>
                  <a:pt x="627" y="612"/>
                  <a:pt x="624" y="612"/>
                  <a:pt x="621" y="612"/>
                </a:cubicBezTo>
                <a:cubicBezTo>
                  <a:pt x="621" y="613"/>
                  <a:pt x="621" y="613"/>
                  <a:pt x="621" y="613"/>
                </a:cubicBezTo>
                <a:cubicBezTo>
                  <a:pt x="623" y="613"/>
                  <a:pt x="624" y="612"/>
                  <a:pt x="626" y="612"/>
                </a:cubicBezTo>
                <a:cubicBezTo>
                  <a:pt x="626" y="612"/>
                  <a:pt x="627" y="613"/>
                  <a:pt x="627" y="613"/>
                </a:cubicBezTo>
                <a:cubicBezTo>
                  <a:pt x="616" y="613"/>
                  <a:pt x="616" y="613"/>
                  <a:pt x="616" y="613"/>
                </a:cubicBezTo>
                <a:cubicBezTo>
                  <a:pt x="589" y="618"/>
                  <a:pt x="563" y="628"/>
                  <a:pt x="538" y="641"/>
                </a:cubicBezTo>
                <a:cubicBezTo>
                  <a:pt x="539" y="641"/>
                  <a:pt x="539" y="642"/>
                  <a:pt x="540" y="642"/>
                </a:cubicBezTo>
                <a:cubicBezTo>
                  <a:pt x="540" y="642"/>
                  <a:pt x="540" y="642"/>
                  <a:pt x="540" y="642"/>
                </a:cubicBezTo>
                <a:cubicBezTo>
                  <a:pt x="544" y="641"/>
                  <a:pt x="546" y="641"/>
                  <a:pt x="547" y="644"/>
                </a:cubicBezTo>
                <a:cubicBezTo>
                  <a:pt x="553" y="641"/>
                  <a:pt x="559" y="638"/>
                  <a:pt x="564" y="636"/>
                </a:cubicBezTo>
                <a:cubicBezTo>
                  <a:pt x="563" y="634"/>
                  <a:pt x="561" y="633"/>
                  <a:pt x="560" y="631"/>
                </a:cubicBezTo>
                <a:cubicBezTo>
                  <a:pt x="571" y="631"/>
                  <a:pt x="571" y="631"/>
                  <a:pt x="571" y="631"/>
                </a:cubicBezTo>
                <a:cubicBezTo>
                  <a:pt x="571" y="631"/>
                  <a:pt x="572" y="632"/>
                  <a:pt x="572" y="632"/>
                </a:cubicBezTo>
                <a:cubicBezTo>
                  <a:pt x="623" y="612"/>
                  <a:pt x="682" y="609"/>
                  <a:pt x="731" y="634"/>
                </a:cubicBezTo>
                <a:close/>
                <a:moveTo>
                  <a:pt x="654" y="613"/>
                </a:moveTo>
                <a:cubicBezTo>
                  <a:pt x="654" y="612"/>
                  <a:pt x="654" y="612"/>
                  <a:pt x="655" y="611"/>
                </a:cubicBezTo>
                <a:cubicBezTo>
                  <a:pt x="658" y="611"/>
                  <a:pt x="661" y="612"/>
                  <a:pt x="663" y="613"/>
                </a:cubicBezTo>
                <a:lnTo>
                  <a:pt x="654" y="613"/>
                </a:lnTo>
                <a:close/>
                <a:moveTo>
                  <a:pt x="439" y="472"/>
                </a:moveTo>
                <a:cubicBezTo>
                  <a:pt x="437" y="471"/>
                  <a:pt x="436" y="469"/>
                  <a:pt x="434" y="468"/>
                </a:cubicBezTo>
                <a:cubicBezTo>
                  <a:pt x="416" y="474"/>
                  <a:pt x="399" y="482"/>
                  <a:pt x="382" y="491"/>
                </a:cubicBezTo>
                <a:cubicBezTo>
                  <a:pt x="382" y="492"/>
                  <a:pt x="381" y="493"/>
                  <a:pt x="379" y="493"/>
                </a:cubicBezTo>
                <a:cubicBezTo>
                  <a:pt x="379" y="493"/>
                  <a:pt x="379" y="492"/>
                  <a:pt x="379" y="492"/>
                </a:cubicBezTo>
                <a:cubicBezTo>
                  <a:pt x="371" y="496"/>
                  <a:pt x="364" y="501"/>
                  <a:pt x="356" y="505"/>
                </a:cubicBezTo>
                <a:cubicBezTo>
                  <a:pt x="344" y="513"/>
                  <a:pt x="332" y="522"/>
                  <a:pt x="321" y="531"/>
                </a:cubicBezTo>
                <a:cubicBezTo>
                  <a:pt x="324" y="530"/>
                  <a:pt x="325" y="533"/>
                  <a:pt x="328" y="534"/>
                </a:cubicBezTo>
                <a:cubicBezTo>
                  <a:pt x="329" y="533"/>
                  <a:pt x="330" y="532"/>
                  <a:pt x="331" y="532"/>
                </a:cubicBezTo>
                <a:cubicBezTo>
                  <a:pt x="331" y="532"/>
                  <a:pt x="331" y="531"/>
                  <a:pt x="331" y="531"/>
                </a:cubicBezTo>
                <a:cubicBezTo>
                  <a:pt x="331" y="531"/>
                  <a:pt x="332" y="531"/>
                  <a:pt x="332" y="531"/>
                </a:cubicBezTo>
                <a:cubicBezTo>
                  <a:pt x="346" y="520"/>
                  <a:pt x="361" y="510"/>
                  <a:pt x="377" y="501"/>
                </a:cubicBezTo>
                <a:cubicBezTo>
                  <a:pt x="377" y="500"/>
                  <a:pt x="377" y="500"/>
                  <a:pt x="377" y="500"/>
                </a:cubicBezTo>
                <a:cubicBezTo>
                  <a:pt x="377" y="499"/>
                  <a:pt x="377" y="498"/>
                  <a:pt x="377" y="497"/>
                </a:cubicBezTo>
                <a:cubicBezTo>
                  <a:pt x="379" y="497"/>
                  <a:pt x="382" y="497"/>
                  <a:pt x="384" y="497"/>
                </a:cubicBezTo>
                <a:cubicBezTo>
                  <a:pt x="391" y="493"/>
                  <a:pt x="399" y="489"/>
                  <a:pt x="406" y="486"/>
                </a:cubicBezTo>
                <a:cubicBezTo>
                  <a:pt x="417" y="480"/>
                  <a:pt x="428" y="476"/>
                  <a:pt x="440" y="472"/>
                </a:cubicBezTo>
                <a:lnTo>
                  <a:pt x="439" y="472"/>
                </a:lnTo>
                <a:close/>
                <a:moveTo>
                  <a:pt x="366" y="507"/>
                </a:moveTo>
                <a:cubicBezTo>
                  <a:pt x="364" y="508"/>
                  <a:pt x="363" y="508"/>
                  <a:pt x="361" y="507"/>
                </a:cubicBezTo>
                <a:cubicBezTo>
                  <a:pt x="360" y="503"/>
                  <a:pt x="367" y="504"/>
                  <a:pt x="366" y="507"/>
                </a:cubicBezTo>
                <a:close/>
                <a:moveTo>
                  <a:pt x="655" y="500"/>
                </a:moveTo>
                <a:cubicBezTo>
                  <a:pt x="656" y="500"/>
                  <a:pt x="656" y="500"/>
                  <a:pt x="656" y="500"/>
                </a:cubicBezTo>
                <a:cubicBezTo>
                  <a:pt x="656" y="500"/>
                  <a:pt x="656" y="500"/>
                  <a:pt x="655" y="500"/>
                </a:cubicBezTo>
                <a:cubicBezTo>
                  <a:pt x="655" y="500"/>
                  <a:pt x="655" y="500"/>
                  <a:pt x="655" y="500"/>
                </a:cubicBezTo>
                <a:close/>
                <a:moveTo>
                  <a:pt x="259" y="604"/>
                </a:moveTo>
                <a:cubicBezTo>
                  <a:pt x="259" y="603"/>
                  <a:pt x="258" y="602"/>
                  <a:pt x="257" y="600"/>
                </a:cubicBezTo>
                <a:cubicBezTo>
                  <a:pt x="256" y="602"/>
                  <a:pt x="254" y="604"/>
                  <a:pt x="253" y="605"/>
                </a:cubicBezTo>
                <a:cubicBezTo>
                  <a:pt x="256" y="606"/>
                  <a:pt x="257" y="607"/>
                  <a:pt x="259" y="604"/>
                </a:cubicBezTo>
                <a:close/>
                <a:moveTo>
                  <a:pt x="1003" y="952"/>
                </a:moveTo>
                <a:cubicBezTo>
                  <a:pt x="1003" y="952"/>
                  <a:pt x="1004" y="952"/>
                  <a:pt x="1004" y="951"/>
                </a:cubicBezTo>
                <a:cubicBezTo>
                  <a:pt x="1004" y="951"/>
                  <a:pt x="1004" y="951"/>
                  <a:pt x="1003" y="951"/>
                </a:cubicBezTo>
                <a:cubicBezTo>
                  <a:pt x="1003" y="951"/>
                  <a:pt x="1003" y="951"/>
                  <a:pt x="1003" y="952"/>
                </a:cubicBezTo>
                <a:close/>
                <a:moveTo>
                  <a:pt x="313" y="538"/>
                </a:moveTo>
                <a:cubicBezTo>
                  <a:pt x="313" y="538"/>
                  <a:pt x="313" y="539"/>
                  <a:pt x="313" y="540"/>
                </a:cubicBezTo>
                <a:cubicBezTo>
                  <a:pt x="315" y="542"/>
                  <a:pt x="316" y="538"/>
                  <a:pt x="321" y="539"/>
                </a:cubicBezTo>
                <a:cubicBezTo>
                  <a:pt x="321" y="539"/>
                  <a:pt x="321" y="540"/>
                  <a:pt x="321" y="540"/>
                </a:cubicBezTo>
                <a:cubicBezTo>
                  <a:pt x="322" y="539"/>
                  <a:pt x="323" y="539"/>
                  <a:pt x="323" y="538"/>
                </a:cubicBezTo>
                <a:cubicBezTo>
                  <a:pt x="323" y="536"/>
                  <a:pt x="323" y="533"/>
                  <a:pt x="321" y="531"/>
                </a:cubicBezTo>
                <a:cubicBezTo>
                  <a:pt x="318" y="533"/>
                  <a:pt x="315" y="536"/>
                  <a:pt x="313" y="538"/>
                </a:cubicBezTo>
                <a:close/>
                <a:moveTo>
                  <a:pt x="840" y="502"/>
                </a:moveTo>
                <a:cubicBezTo>
                  <a:pt x="841" y="500"/>
                  <a:pt x="843" y="499"/>
                  <a:pt x="844" y="498"/>
                </a:cubicBezTo>
                <a:cubicBezTo>
                  <a:pt x="829" y="493"/>
                  <a:pt x="814" y="488"/>
                  <a:pt x="799" y="483"/>
                </a:cubicBezTo>
                <a:cubicBezTo>
                  <a:pt x="782" y="478"/>
                  <a:pt x="765" y="473"/>
                  <a:pt x="747" y="468"/>
                </a:cubicBezTo>
                <a:cubicBezTo>
                  <a:pt x="746" y="468"/>
                  <a:pt x="744" y="468"/>
                  <a:pt x="742" y="468"/>
                </a:cubicBezTo>
                <a:cubicBezTo>
                  <a:pt x="742" y="468"/>
                  <a:pt x="742" y="467"/>
                  <a:pt x="742" y="467"/>
                </a:cubicBezTo>
                <a:cubicBezTo>
                  <a:pt x="733" y="465"/>
                  <a:pt x="723" y="463"/>
                  <a:pt x="713" y="461"/>
                </a:cubicBezTo>
                <a:cubicBezTo>
                  <a:pt x="713" y="461"/>
                  <a:pt x="713" y="461"/>
                  <a:pt x="713" y="461"/>
                </a:cubicBezTo>
                <a:cubicBezTo>
                  <a:pt x="711" y="461"/>
                  <a:pt x="711" y="462"/>
                  <a:pt x="709" y="462"/>
                </a:cubicBezTo>
                <a:cubicBezTo>
                  <a:pt x="707" y="461"/>
                  <a:pt x="706" y="460"/>
                  <a:pt x="705" y="459"/>
                </a:cubicBezTo>
                <a:cubicBezTo>
                  <a:pt x="660" y="450"/>
                  <a:pt x="614" y="445"/>
                  <a:pt x="568" y="446"/>
                </a:cubicBezTo>
                <a:cubicBezTo>
                  <a:pt x="541" y="446"/>
                  <a:pt x="515" y="448"/>
                  <a:pt x="489" y="453"/>
                </a:cubicBezTo>
                <a:cubicBezTo>
                  <a:pt x="493" y="453"/>
                  <a:pt x="493" y="453"/>
                  <a:pt x="493" y="453"/>
                </a:cubicBezTo>
                <a:cubicBezTo>
                  <a:pt x="493" y="455"/>
                  <a:pt x="493" y="456"/>
                  <a:pt x="491" y="457"/>
                </a:cubicBezTo>
                <a:cubicBezTo>
                  <a:pt x="489" y="456"/>
                  <a:pt x="487" y="455"/>
                  <a:pt x="485" y="454"/>
                </a:cubicBezTo>
                <a:cubicBezTo>
                  <a:pt x="475" y="456"/>
                  <a:pt x="465" y="459"/>
                  <a:pt x="454" y="462"/>
                </a:cubicBezTo>
                <a:cubicBezTo>
                  <a:pt x="457" y="462"/>
                  <a:pt x="459" y="464"/>
                  <a:pt x="462" y="465"/>
                </a:cubicBezTo>
                <a:cubicBezTo>
                  <a:pt x="463" y="465"/>
                  <a:pt x="464" y="465"/>
                  <a:pt x="465" y="465"/>
                </a:cubicBezTo>
                <a:cubicBezTo>
                  <a:pt x="466" y="464"/>
                  <a:pt x="467" y="463"/>
                  <a:pt x="468" y="463"/>
                </a:cubicBezTo>
                <a:cubicBezTo>
                  <a:pt x="467" y="463"/>
                  <a:pt x="467" y="463"/>
                  <a:pt x="467" y="462"/>
                </a:cubicBezTo>
                <a:cubicBezTo>
                  <a:pt x="466" y="460"/>
                  <a:pt x="469" y="461"/>
                  <a:pt x="469" y="459"/>
                </a:cubicBezTo>
                <a:cubicBezTo>
                  <a:pt x="473" y="461"/>
                  <a:pt x="472" y="458"/>
                  <a:pt x="475" y="457"/>
                </a:cubicBezTo>
                <a:cubicBezTo>
                  <a:pt x="478" y="459"/>
                  <a:pt x="477" y="461"/>
                  <a:pt x="475" y="462"/>
                </a:cubicBezTo>
                <a:cubicBezTo>
                  <a:pt x="477" y="462"/>
                  <a:pt x="480" y="461"/>
                  <a:pt x="482" y="461"/>
                </a:cubicBezTo>
                <a:cubicBezTo>
                  <a:pt x="482" y="461"/>
                  <a:pt x="482" y="460"/>
                  <a:pt x="482" y="460"/>
                </a:cubicBezTo>
                <a:cubicBezTo>
                  <a:pt x="482" y="460"/>
                  <a:pt x="483" y="460"/>
                  <a:pt x="484" y="460"/>
                </a:cubicBezTo>
                <a:cubicBezTo>
                  <a:pt x="484" y="460"/>
                  <a:pt x="484" y="460"/>
                  <a:pt x="484" y="460"/>
                </a:cubicBezTo>
                <a:cubicBezTo>
                  <a:pt x="485" y="460"/>
                  <a:pt x="486" y="459"/>
                  <a:pt x="488" y="459"/>
                </a:cubicBezTo>
                <a:cubicBezTo>
                  <a:pt x="494" y="458"/>
                  <a:pt x="499" y="457"/>
                  <a:pt x="505" y="457"/>
                </a:cubicBezTo>
                <a:cubicBezTo>
                  <a:pt x="505" y="455"/>
                  <a:pt x="504" y="454"/>
                  <a:pt x="504" y="453"/>
                </a:cubicBezTo>
                <a:cubicBezTo>
                  <a:pt x="509" y="453"/>
                  <a:pt x="509" y="453"/>
                  <a:pt x="509" y="453"/>
                </a:cubicBezTo>
                <a:cubicBezTo>
                  <a:pt x="510" y="454"/>
                  <a:pt x="510" y="455"/>
                  <a:pt x="510" y="456"/>
                </a:cubicBezTo>
                <a:cubicBezTo>
                  <a:pt x="516" y="455"/>
                  <a:pt x="521" y="455"/>
                  <a:pt x="526" y="454"/>
                </a:cubicBezTo>
                <a:cubicBezTo>
                  <a:pt x="526" y="454"/>
                  <a:pt x="526" y="454"/>
                  <a:pt x="527" y="454"/>
                </a:cubicBezTo>
                <a:cubicBezTo>
                  <a:pt x="527" y="454"/>
                  <a:pt x="528" y="454"/>
                  <a:pt x="529" y="454"/>
                </a:cubicBezTo>
                <a:cubicBezTo>
                  <a:pt x="529" y="454"/>
                  <a:pt x="530" y="454"/>
                  <a:pt x="531" y="454"/>
                </a:cubicBezTo>
                <a:cubicBezTo>
                  <a:pt x="530" y="453"/>
                  <a:pt x="530" y="453"/>
                  <a:pt x="529" y="453"/>
                </a:cubicBezTo>
                <a:cubicBezTo>
                  <a:pt x="539" y="453"/>
                  <a:pt x="539" y="453"/>
                  <a:pt x="539" y="453"/>
                </a:cubicBezTo>
                <a:cubicBezTo>
                  <a:pt x="539" y="453"/>
                  <a:pt x="539" y="453"/>
                  <a:pt x="539" y="453"/>
                </a:cubicBezTo>
                <a:cubicBezTo>
                  <a:pt x="558" y="452"/>
                  <a:pt x="577" y="452"/>
                  <a:pt x="596" y="452"/>
                </a:cubicBezTo>
                <a:cubicBezTo>
                  <a:pt x="596" y="452"/>
                  <a:pt x="596" y="452"/>
                  <a:pt x="596" y="452"/>
                </a:cubicBezTo>
                <a:cubicBezTo>
                  <a:pt x="611" y="452"/>
                  <a:pt x="611" y="452"/>
                  <a:pt x="611" y="452"/>
                </a:cubicBezTo>
                <a:cubicBezTo>
                  <a:pt x="611" y="453"/>
                  <a:pt x="611" y="453"/>
                  <a:pt x="611" y="453"/>
                </a:cubicBezTo>
                <a:cubicBezTo>
                  <a:pt x="614" y="453"/>
                  <a:pt x="617" y="454"/>
                  <a:pt x="620" y="454"/>
                </a:cubicBezTo>
                <a:cubicBezTo>
                  <a:pt x="620" y="453"/>
                  <a:pt x="620" y="453"/>
                  <a:pt x="620" y="452"/>
                </a:cubicBezTo>
                <a:cubicBezTo>
                  <a:pt x="622" y="452"/>
                  <a:pt x="622" y="452"/>
                  <a:pt x="622" y="452"/>
                </a:cubicBezTo>
                <a:cubicBezTo>
                  <a:pt x="622" y="452"/>
                  <a:pt x="622" y="452"/>
                  <a:pt x="622" y="452"/>
                </a:cubicBezTo>
                <a:cubicBezTo>
                  <a:pt x="625" y="452"/>
                  <a:pt x="624" y="455"/>
                  <a:pt x="628" y="454"/>
                </a:cubicBezTo>
                <a:cubicBezTo>
                  <a:pt x="628" y="453"/>
                  <a:pt x="628" y="453"/>
                  <a:pt x="628" y="452"/>
                </a:cubicBezTo>
                <a:cubicBezTo>
                  <a:pt x="635" y="452"/>
                  <a:pt x="635" y="452"/>
                  <a:pt x="635" y="452"/>
                </a:cubicBezTo>
                <a:cubicBezTo>
                  <a:pt x="634" y="452"/>
                  <a:pt x="634" y="452"/>
                  <a:pt x="634" y="453"/>
                </a:cubicBezTo>
                <a:cubicBezTo>
                  <a:pt x="636" y="454"/>
                  <a:pt x="636" y="455"/>
                  <a:pt x="635" y="455"/>
                </a:cubicBezTo>
                <a:cubicBezTo>
                  <a:pt x="641" y="456"/>
                  <a:pt x="646" y="457"/>
                  <a:pt x="651" y="457"/>
                </a:cubicBezTo>
                <a:cubicBezTo>
                  <a:pt x="652" y="457"/>
                  <a:pt x="652" y="457"/>
                  <a:pt x="653" y="457"/>
                </a:cubicBezTo>
                <a:cubicBezTo>
                  <a:pt x="653" y="457"/>
                  <a:pt x="653" y="457"/>
                  <a:pt x="653" y="457"/>
                </a:cubicBezTo>
                <a:cubicBezTo>
                  <a:pt x="670" y="460"/>
                  <a:pt x="687" y="462"/>
                  <a:pt x="704" y="466"/>
                </a:cubicBezTo>
                <a:cubicBezTo>
                  <a:pt x="704" y="465"/>
                  <a:pt x="704" y="465"/>
                  <a:pt x="704" y="465"/>
                </a:cubicBezTo>
                <a:cubicBezTo>
                  <a:pt x="704" y="465"/>
                  <a:pt x="704" y="466"/>
                  <a:pt x="705" y="466"/>
                </a:cubicBezTo>
                <a:cubicBezTo>
                  <a:pt x="713" y="467"/>
                  <a:pt x="721" y="469"/>
                  <a:pt x="729" y="471"/>
                </a:cubicBezTo>
                <a:cubicBezTo>
                  <a:pt x="749" y="475"/>
                  <a:pt x="768" y="481"/>
                  <a:pt x="787" y="486"/>
                </a:cubicBezTo>
                <a:cubicBezTo>
                  <a:pt x="793" y="486"/>
                  <a:pt x="793" y="486"/>
                  <a:pt x="793" y="486"/>
                </a:cubicBezTo>
                <a:cubicBezTo>
                  <a:pt x="792" y="487"/>
                  <a:pt x="791" y="487"/>
                  <a:pt x="791" y="488"/>
                </a:cubicBezTo>
                <a:cubicBezTo>
                  <a:pt x="795" y="489"/>
                  <a:pt x="800" y="491"/>
                  <a:pt x="804" y="492"/>
                </a:cubicBezTo>
                <a:cubicBezTo>
                  <a:pt x="804" y="492"/>
                  <a:pt x="804" y="491"/>
                  <a:pt x="803" y="491"/>
                </a:cubicBezTo>
                <a:cubicBezTo>
                  <a:pt x="801" y="489"/>
                  <a:pt x="798" y="488"/>
                  <a:pt x="796" y="486"/>
                </a:cubicBezTo>
                <a:cubicBezTo>
                  <a:pt x="806" y="486"/>
                  <a:pt x="806" y="486"/>
                  <a:pt x="806" y="486"/>
                </a:cubicBezTo>
                <a:cubicBezTo>
                  <a:pt x="806" y="487"/>
                  <a:pt x="807" y="487"/>
                  <a:pt x="807" y="487"/>
                </a:cubicBezTo>
                <a:cubicBezTo>
                  <a:pt x="808" y="487"/>
                  <a:pt x="808" y="487"/>
                  <a:pt x="809" y="487"/>
                </a:cubicBezTo>
                <a:cubicBezTo>
                  <a:pt x="809" y="487"/>
                  <a:pt x="809" y="488"/>
                  <a:pt x="809" y="489"/>
                </a:cubicBezTo>
                <a:cubicBezTo>
                  <a:pt x="811" y="490"/>
                  <a:pt x="813" y="491"/>
                  <a:pt x="814" y="493"/>
                </a:cubicBezTo>
                <a:cubicBezTo>
                  <a:pt x="819" y="493"/>
                  <a:pt x="825" y="492"/>
                  <a:pt x="829" y="493"/>
                </a:cubicBezTo>
                <a:cubicBezTo>
                  <a:pt x="830" y="497"/>
                  <a:pt x="827" y="496"/>
                  <a:pt x="827" y="499"/>
                </a:cubicBezTo>
                <a:cubicBezTo>
                  <a:pt x="828" y="500"/>
                  <a:pt x="828" y="500"/>
                  <a:pt x="828" y="500"/>
                </a:cubicBezTo>
                <a:cubicBezTo>
                  <a:pt x="830" y="501"/>
                  <a:pt x="831" y="501"/>
                  <a:pt x="833" y="502"/>
                </a:cubicBezTo>
                <a:cubicBezTo>
                  <a:pt x="833" y="500"/>
                  <a:pt x="830" y="498"/>
                  <a:pt x="832" y="497"/>
                </a:cubicBezTo>
                <a:cubicBezTo>
                  <a:pt x="836" y="496"/>
                  <a:pt x="833" y="499"/>
                  <a:pt x="833" y="501"/>
                </a:cubicBezTo>
                <a:cubicBezTo>
                  <a:pt x="840" y="501"/>
                  <a:pt x="840" y="501"/>
                  <a:pt x="840" y="501"/>
                </a:cubicBezTo>
                <a:cubicBezTo>
                  <a:pt x="840" y="501"/>
                  <a:pt x="840" y="501"/>
                  <a:pt x="840" y="502"/>
                </a:cubicBezTo>
                <a:close/>
                <a:moveTo>
                  <a:pt x="501" y="455"/>
                </a:moveTo>
                <a:cubicBezTo>
                  <a:pt x="498" y="455"/>
                  <a:pt x="497" y="454"/>
                  <a:pt x="495" y="453"/>
                </a:cubicBezTo>
                <a:cubicBezTo>
                  <a:pt x="501" y="453"/>
                  <a:pt x="501" y="453"/>
                  <a:pt x="501" y="453"/>
                </a:cubicBezTo>
                <a:cubicBezTo>
                  <a:pt x="501" y="454"/>
                  <a:pt x="501" y="454"/>
                  <a:pt x="501" y="455"/>
                </a:cubicBezTo>
                <a:close/>
                <a:moveTo>
                  <a:pt x="728" y="470"/>
                </a:moveTo>
                <a:cubicBezTo>
                  <a:pt x="728" y="469"/>
                  <a:pt x="729" y="469"/>
                  <a:pt x="729" y="469"/>
                </a:cubicBezTo>
                <a:cubicBezTo>
                  <a:pt x="731" y="469"/>
                  <a:pt x="731" y="467"/>
                  <a:pt x="734" y="468"/>
                </a:cubicBezTo>
                <a:cubicBezTo>
                  <a:pt x="734" y="469"/>
                  <a:pt x="735" y="469"/>
                  <a:pt x="735" y="470"/>
                </a:cubicBezTo>
                <a:lnTo>
                  <a:pt x="728" y="470"/>
                </a:lnTo>
                <a:close/>
                <a:moveTo>
                  <a:pt x="526" y="598"/>
                </a:moveTo>
                <a:cubicBezTo>
                  <a:pt x="524" y="599"/>
                  <a:pt x="523" y="600"/>
                  <a:pt x="521" y="600"/>
                </a:cubicBezTo>
                <a:cubicBezTo>
                  <a:pt x="521" y="601"/>
                  <a:pt x="522" y="601"/>
                  <a:pt x="523" y="601"/>
                </a:cubicBezTo>
                <a:cubicBezTo>
                  <a:pt x="525" y="602"/>
                  <a:pt x="528" y="603"/>
                  <a:pt x="531" y="603"/>
                </a:cubicBezTo>
                <a:cubicBezTo>
                  <a:pt x="531" y="602"/>
                  <a:pt x="531" y="602"/>
                  <a:pt x="531" y="601"/>
                </a:cubicBezTo>
                <a:cubicBezTo>
                  <a:pt x="530" y="600"/>
                  <a:pt x="529" y="600"/>
                  <a:pt x="529" y="598"/>
                </a:cubicBezTo>
                <a:cubicBezTo>
                  <a:pt x="528" y="598"/>
                  <a:pt x="527" y="598"/>
                  <a:pt x="526" y="598"/>
                </a:cubicBezTo>
                <a:close/>
                <a:moveTo>
                  <a:pt x="577" y="467"/>
                </a:moveTo>
                <a:cubicBezTo>
                  <a:pt x="577" y="468"/>
                  <a:pt x="577" y="469"/>
                  <a:pt x="577" y="471"/>
                </a:cubicBezTo>
                <a:cubicBezTo>
                  <a:pt x="577" y="471"/>
                  <a:pt x="579" y="471"/>
                  <a:pt x="580" y="471"/>
                </a:cubicBezTo>
                <a:cubicBezTo>
                  <a:pt x="580" y="470"/>
                  <a:pt x="580" y="470"/>
                  <a:pt x="580" y="470"/>
                </a:cubicBezTo>
                <a:cubicBezTo>
                  <a:pt x="580" y="469"/>
                  <a:pt x="579" y="468"/>
                  <a:pt x="579" y="467"/>
                </a:cubicBezTo>
                <a:cubicBezTo>
                  <a:pt x="578" y="467"/>
                  <a:pt x="578" y="467"/>
                  <a:pt x="577" y="467"/>
                </a:cubicBezTo>
                <a:close/>
                <a:moveTo>
                  <a:pt x="759" y="629"/>
                </a:moveTo>
                <a:cubicBezTo>
                  <a:pt x="767" y="629"/>
                  <a:pt x="767" y="629"/>
                  <a:pt x="767" y="629"/>
                </a:cubicBezTo>
                <a:cubicBezTo>
                  <a:pt x="764" y="628"/>
                  <a:pt x="761" y="626"/>
                  <a:pt x="758" y="624"/>
                </a:cubicBezTo>
                <a:cubicBezTo>
                  <a:pt x="750" y="620"/>
                  <a:pt x="743" y="616"/>
                  <a:pt x="735" y="612"/>
                </a:cubicBezTo>
                <a:cubicBezTo>
                  <a:pt x="731" y="612"/>
                  <a:pt x="731" y="612"/>
                  <a:pt x="731" y="612"/>
                </a:cubicBezTo>
                <a:cubicBezTo>
                  <a:pt x="731" y="612"/>
                  <a:pt x="731" y="612"/>
                  <a:pt x="731" y="612"/>
                </a:cubicBezTo>
                <a:cubicBezTo>
                  <a:pt x="731" y="612"/>
                  <a:pt x="731" y="611"/>
                  <a:pt x="731" y="610"/>
                </a:cubicBezTo>
                <a:cubicBezTo>
                  <a:pt x="728" y="609"/>
                  <a:pt x="724" y="607"/>
                  <a:pt x="721" y="605"/>
                </a:cubicBezTo>
                <a:cubicBezTo>
                  <a:pt x="721" y="605"/>
                  <a:pt x="721" y="605"/>
                  <a:pt x="721" y="606"/>
                </a:cubicBezTo>
                <a:cubicBezTo>
                  <a:pt x="719" y="606"/>
                  <a:pt x="719" y="605"/>
                  <a:pt x="718" y="605"/>
                </a:cubicBezTo>
                <a:cubicBezTo>
                  <a:pt x="717" y="605"/>
                  <a:pt x="716" y="606"/>
                  <a:pt x="713" y="605"/>
                </a:cubicBezTo>
                <a:cubicBezTo>
                  <a:pt x="714" y="602"/>
                  <a:pt x="711" y="602"/>
                  <a:pt x="710" y="600"/>
                </a:cubicBezTo>
                <a:cubicBezTo>
                  <a:pt x="708" y="599"/>
                  <a:pt x="705" y="598"/>
                  <a:pt x="702" y="596"/>
                </a:cubicBezTo>
                <a:cubicBezTo>
                  <a:pt x="706" y="598"/>
                  <a:pt x="707" y="603"/>
                  <a:pt x="705" y="607"/>
                </a:cubicBezTo>
                <a:cubicBezTo>
                  <a:pt x="708" y="608"/>
                  <a:pt x="712" y="609"/>
                  <a:pt x="715" y="610"/>
                </a:cubicBezTo>
                <a:cubicBezTo>
                  <a:pt x="715" y="610"/>
                  <a:pt x="715" y="610"/>
                  <a:pt x="716" y="610"/>
                </a:cubicBezTo>
                <a:cubicBezTo>
                  <a:pt x="725" y="615"/>
                  <a:pt x="734" y="619"/>
                  <a:pt x="743" y="624"/>
                </a:cubicBezTo>
                <a:cubicBezTo>
                  <a:pt x="749" y="627"/>
                  <a:pt x="754" y="630"/>
                  <a:pt x="759" y="633"/>
                </a:cubicBezTo>
                <a:cubicBezTo>
                  <a:pt x="759" y="631"/>
                  <a:pt x="759" y="630"/>
                  <a:pt x="759" y="629"/>
                </a:cubicBezTo>
                <a:close/>
                <a:moveTo>
                  <a:pt x="697" y="1045"/>
                </a:moveTo>
                <a:cubicBezTo>
                  <a:pt x="712" y="1050"/>
                  <a:pt x="728" y="1056"/>
                  <a:pt x="744" y="1060"/>
                </a:cubicBezTo>
                <a:cubicBezTo>
                  <a:pt x="744" y="1059"/>
                  <a:pt x="743" y="1058"/>
                  <a:pt x="743" y="1057"/>
                </a:cubicBezTo>
                <a:cubicBezTo>
                  <a:pt x="748" y="1057"/>
                  <a:pt x="748" y="1057"/>
                  <a:pt x="748" y="1057"/>
                </a:cubicBezTo>
                <a:cubicBezTo>
                  <a:pt x="750" y="1059"/>
                  <a:pt x="751" y="1062"/>
                  <a:pt x="754" y="1062"/>
                </a:cubicBezTo>
                <a:cubicBezTo>
                  <a:pt x="757" y="1060"/>
                  <a:pt x="753" y="1057"/>
                  <a:pt x="750" y="1057"/>
                </a:cubicBezTo>
                <a:cubicBezTo>
                  <a:pt x="750" y="1057"/>
                  <a:pt x="750" y="1057"/>
                  <a:pt x="750" y="1057"/>
                </a:cubicBezTo>
                <a:cubicBezTo>
                  <a:pt x="757" y="1057"/>
                  <a:pt x="757" y="1057"/>
                  <a:pt x="757" y="1057"/>
                </a:cubicBezTo>
                <a:cubicBezTo>
                  <a:pt x="736" y="1052"/>
                  <a:pt x="716" y="1045"/>
                  <a:pt x="697" y="1037"/>
                </a:cubicBezTo>
                <a:cubicBezTo>
                  <a:pt x="696" y="1037"/>
                  <a:pt x="694" y="1037"/>
                  <a:pt x="693" y="1037"/>
                </a:cubicBezTo>
                <a:cubicBezTo>
                  <a:pt x="693" y="1037"/>
                  <a:pt x="693" y="1036"/>
                  <a:pt x="693" y="1036"/>
                </a:cubicBezTo>
                <a:cubicBezTo>
                  <a:pt x="692" y="1036"/>
                  <a:pt x="692" y="1035"/>
                  <a:pt x="692" y="1035"/>
                </a:cubicBezTo>
                <a:cubicBezTo>
                  <a:pt x="692" y="1036"/>
                  <a:pt x="692" y="1037"/>
                  <a:pt x="692" y="1037"/>
                </a:cubicBezTo>
                <a:cubicBezTo>
                  <a:pt x="690" y="1037"/>
                  <a:pt x="689" y="1037"/>
                  <a:pt x="689" y="1037"/>
                </a:cubicBezTo>
                <a:cubicBezTo>
                  <a:pt x="688" y="1037"/>
                  <a:pt x="688" y="1037"/>
                  <a:pt x="687" y="1036"/>
                </a:cubicBezTo>
                <a:cubicBezTo>
                  <a:pt x="687" y="1036"/>
                  <a:pt x="688" y="1036"/>
                  <a:pt x="688" y="1036"/>
                </a:cubicBezTo>
                <a:cubicBezTo>
                  <a:pt x="687" y="1035"/>
                  <a:pt x="687" y="1035"/>
                  <a:pt x="687" y="1035"/>
                </a:cubicBezTo>
                <a:cubicBezTo>
                  <a:pt x="685" y="1036"/>
                  <a:pt x="682" y="1037"/>
                  <a:pt x="679" y="1037"/>
                </a:cubicBezTo>
                <a:cubicBezTo>
                  <a:pt x="685" y="1040"/>
                  <a:pt x="691" y="1042"/>
                  <a:pt x="697" y="1045"/>
                </a:cubicBezTo>
                <a:close/>
                <a:moveTo>
                  <a:pt x="997" y="993"/>
                </a:moveTo>
                <a:cubicBezTo>
                  <a:pt x="997" y="993"/>
                  <a:pt x="997" y="994"/>
                  <a:pt x="997" y="994"/>
                </a:cubicBezTo>
                <a:cubicBezTo>
                  <a:pt x="997" y="994"/>
                  <a:pt x="995" y="995"/>
                  <a:pt x="994" y="995"/>
                </a:cubicBezTo>
                <a:cubicBezTo>
                  <a:pt x="994" y="995"/>
                  <a:pt x="994" y="995"/>
                  <a:pt x="994" y="995"/>
                </a:cubicBezTo>
                <a:cubicBezTo>
                  <a:pt x="995" y="996"/>
                  <a:pt x="999" y="995"/>
                  <a:pt x="998" y="999"/>
                </a:cubicBezTo>
                <a:cubicBezTo>
                  <a:pt x="1000" y="999"/>
                  <a:pt x="1000" y="998"/>
                  <a:pt x="1001" y="997"/>
                </a:cubicBezTo>
                <a:cubicBezTo>
                  <a:pt x="1000" y="996"/>
                  <a:pt x="1000" y="995"/>
                  <a:pt x="1000" y="995"/>
                </a:cubicBezTo>
                <a:cubicBezTo>
                  <a:pt x="1000" y="995"/>
                  <a:pt x="999" y="995"/>
                  <a:pt x="998" y="995"/>
                </a:cubicBezTo>
                <a:cubicBezTo>
                  <a:pt x="998" y="994"/>
                  <a:pt x="998" y="994"/>
                  <a:pt x="997" y="993"/>
                </a:cubicBezTo>
                <a:close/>
                <a:moveTo>
                  <a:pt x="986" y="999"/>
                </a:moveTo>
                <a:cubicBezTo>
                  <a:pt x="974" y="1006"/>
                  <a:pt x="961" y="1013"/>
                  <a:pt x="948" y="1020"/>
                </a:cubicBezTo>
                <a:cubicBezTo>
                  <a:pt x="963" y="1020"/>
                  <a:pt x="963" y="1020"/>
                  <a:pt x="963" y="1020"/>
                </a:cubicBezTo>
                <a:cubicBezTo>
                  <a:pt x="974" y="1014"/>
                  <a:pt x="985" y="1008"/>
                  <a:pt x="995" y="1002"/>
                </a:cubicBezTo>
                <a:cubicBezTo>
                  <a:pt x="989" y="1002"/>
                  <a:pt x="989" y="1002"/>
                  <a:pt x="989" y="1002"/>
                </a:cubicBezTo>
                <a:cubicBezTo>
                  <a:pt x="989" y="1002"/>
                  <a:pt x="989" y="1001"/>
                  <a:pt x="989" y="1001"/>
                </a:cubicBezTo>
                <a:cubicBezTo>
                  <a:pt x="988" y="1000"/>
                  <a:pt x="987" y="1000"/>
                  <a:pt x="986" y="999"/>
                </a:cubicBezTo>
                <a:close/>
                <a:moveTo>
                  <a:pt x="642" y="1041"/>
                </a:moveTo>
                <a:cubicBezTo>
                  <a:pt x="639" y="1041"/>
                  <a:pt x="639" y="1041"/>
                  <a:pt x="639" y="1041"/>
                </a:cubicBezTo>
                <a:cubicBezTo>
                  <a:pt x="639" y="1040"/>
                  <a:pt x="639" y="1040"/>
                  <a:pt x="638" y="1039"/>
                </a:cubicBezTo>
                <a:cubicBezTo>
                  <a:pt x="635" y="1037"/>
                  <a:pt x="632" y="1036"/>
                  <a:pt x="628" y="1034"/>
                </a:cubicBezTo>
                <a:cubicBezTo>
                  <a:pt x="624" y="1032"/>
                  <a:pt x="620" y="1030"/>
                  <a:pt x="616" y="1028"/>
                </a:cubicBezTo>
                <a:cubicBezTo>
                  <a:pt x="615" y="1029"/>
                  <a:pt x="615" y="1030"/>
                  <a:pt x="615" y="1030"/>
                </a:cubicBezTo>
                <a:cubicBezTo>
                  <a:pt x="616" y="1031"/>
                  <a:pt x="616" y="1032"/>
                  <a:pt x="617" y="1033"/>
                </a:cubicBezTo>
                <a:cubicBezTo>
                  <a:pt x="616" y="1032"/>
                  <a:pt x="615" y="1032"/>
                  <a:pt x="614" y="1032"/>
                </a:cubicBezTo>
                <a:cubicBezTo>
                  <a:pt x="614" y="1033"/>
                  <a:pt x="613" y="1033"/>
                  <a:pt x="612" y="1034"/>
                </a:cubicBezTo>
                <a:cubicBezTo>
                  <a:pt x="613" y="1034"/>
                  <a:pt x="614" y="1035"/>
                  <a:pt x="615" y="1035"/>
                </a:cubicBezTo>
                <a:cubicBezTo>
                  <a:pt x="616" y="1036"/>
                  <a:pt x="618" y="1037"/>
                  <a:pt x="619" y="1037"/>
                </a:cubicBezTo>
                <a:cubicBezTo>
                  <a:pt x="621" y="1037"/>
                  <a:pt x="622" y="1037"/>
                  <a:pt x="624" y="1037"/>
                </a:cubicBezTo>
                <a:cubicBezTo>
                  <a:pt x="625" y="1038"/>
                  <a:pt x="625" y="1039"/>
                  <a:pt x="625" y="1040"/>
                </a:cubicBezTo>
                <a:cubicBezTo>
                  <a:pt x="638" y="1047"/>
                  <a:pt x="651" y="1053"/>
                  <a:pt x="664" y="1058"/>
                </a:cubicBezTo>
                <a:cubicBezTo>
                  <a:pt x="681" y="1058"/>
                  <a:pt x="681" y="1058"/>
                  <a:pt x="681" y="1058"/>
                </a:cubicBezTo>
                <a:cubicBezTo>
                  <a:pt x="668" y="1052"/>
                  <a:pt x="655" y="1047"/>
                  <a:pt x="642" y="1041"/>
                </a:cubicBezTo>
                <a:close/>
                <a:moveTo>
                  <a:pt x="617" y="1034"/>
                </a:moveTo>
                <a:cubicBezTo>
                  <a:pt x="618" y="1031"/>
                  <a:pt x="623" y="1033"/>
                  <a:pt x="624" y="1034"/>
                </a:cubicBezTo>
                <a:cubicBezTo>
                  <a:pt x="623" y="1037"/>
                  <a:pt x="619" y="1035"/>
                  <a:pt x="617" y="1034"/>
                </a:cubicBezTo>
                <a:close/>
                <a:moveTo>
                  <a:pt x="1018" y="989"/>
                </a:moveTo>
                <a:cubicBezTo>
                  <a:pt x="1014" y="989"/>
                  <a:pt x="1012" y="987"/>
                  <a:pt x="1010" y="985"/>
                </a:cubicBezTo>
                <a:cubicBezTo>
                  <a:pt x="1009" y="986"/>
                  <a:pt x="1008" y="987"/>
                  <a:pt x="1006" y="988"/>
                </a:cubicBezTo>
                <a:cubicBezTo>
                  <a:pt x="1007" y="988"/>
                  <a:pt x="1008" y="988"/>
                  <a:pt x="1009" y="989"/>
                </a:cubicBezTo>
                <a:cubicBezTo>
                  <a:pt x="1009" y="990"/>
                  <a:pt x="1009" y="992"/>
                  <a:pt x="1010" y="994"/>
                </a:cubicBezTo>
                <a:cubicBezTo>
                  <a:pt x="1012" y="992"/>
                  <a:pt x="1015" y="991"/>
                  <a:pt x="1018" y="989"/>
                </a:cubicBezTo>
                <a:close/>
                <a:moveTo>
                  <a:pt x="894" y="989"/>
                </a:moveTo>
                <a:cubicBezTo>
                  <a:pt x="894" y="990"/>
                  <a:pt x="894" y="990"/>
                  <a:pt x="894" y="990"/>
                </a:cubicBezTo>
                <a:cubicBezTo>
                  <a:pt x="898" y="989"/>
                  <a:pt x="900" y="991"/>
                  <a:pt x="899" y="995"/>
                </a:cubicBezTo>
                <a:cubicBezTo>
                  <a:pt x="900" y="995"/>
                  <a:pt x="901" y="995"/>
                  <a:pt x="902" y="995"/>
                </a:cubicBezTo>
                <a:cubicBezTo>
                  <a:pt x="905" y="994"/>
                  <a:pt x="908" y="993"/>
                  <a:pt x="912" y="992"/>
                </a:cubicBezTo>
                <a:cubicBezTo>
                  <a:pt x="912" y="991"/>
                  <a:pt x="912" y="991"/>
                  <a:pt x="912" y="991"/>
                </a:cubicBezTo>
                <a:cubicBezTo>
                  <a:pt x="911" y="989"/>
                  <a:pt x="911" y="986"/>
                  <a:pt x="911" y="985"/>
                </a:cubicBezTo>
                <a:cubicBezTo>
                  <a:pt x="931" y="984"/>
                  <a:pt x="931" y="984"/>
                  <a:pt x="931" y="984"/>
                </a:cubicBezTo>
                <a:cubicBezTo>
                  <a:pt x="931" y="984"/>
                  <a:pt x="931" y="985"/>
                  <a:pt x="931" y="985"/>
                </a:cubicBezTo>
                <a:cubicBezTo>
                  <a:pt x="945" y="979"/>
                  <a:pt x="959" y="973"/>
                  <a:pt x="973" y="967"/>
                </a:cubicBezTo>
                <a:cubicBezTo>
                  <a:pt x="971" y="967"/>
                  <a:pt x="971" y="967"/>
                  <a:pt x="971" y="967"/>
                </a:cubicBezTo>
                <a:cubicBezTo>
                  <a:pt x="971" y="967"/>
                  <a:pt x="971" y="966"/>
                  <a:pt x="971" y="966"/>
                </a:cubicBezTo>
                <a:cubicBezTo>
                  <a:pt x="970" y="966"/>
                  <a:pt x="968" y="966"/>
                  <a:pt x="967" y="967"/>
                </a:cubicBezTo>
                <a:cubicBezTo>
                  <a:pt x="959" y="967"/>
                  <a:pt x="959" y="967"/>
                  <a:pt x="959" y="967"/>
                </a:cubicBezTo>
                <a:cubicBezTo>
                  <a:pt x="960" y="966"/>
                  <a:pt x="961" y="966"/>
                  <a:pt x="962" y="966"/>
                </a:cubicBezTo>
                <a:cubicBezTo>
                  <a:pt x="961" y="965"/>
                  <a:pt x="961" y="964"/>
                  <a:pt x="962" y="963"/>
                </a:cubicBezTo>
                <a:cubicBezTo>
                  <a:pt x="960" y="964"/>
                  <a:pt x="959" y="965"/>
                  <a:pt x="957" y="965"/>
                </a:cubicBezTo>
                <a:cubicBezTo>
                  <a:pt x="958" y="966"/>
                  <a:pt x="958" y="966"/>
                  <a:pt x="959" y="967"/>
                </a:cubicBezTo>
                <a:cubicBezTo>
                  <a:pt x="954" y="967"/>
                  <a:pt x="954" y="967"/>
                  <a:pt x="954" y="967"/>
                </a:cubicBezTo>
                <a:cubicBezTo>
                  <a:pt x="934" y="975"/>
                  <a:pt x="914" y="983"/>
                  <a:pt x="894" y="989"/>
                </a:cubicBezTo>
                <a:close/>
                <a:moveTo>
                  <a:pt x="606" y="1059"/>
                </a:moveTo>
                <a:cubicBezTo>
                  <a:pt x="604" y="1061"/>
                  <a:pt x="602" y="1062"/>
                  <a:pt x="601" y="1064"/>
                </a:cubicBezTo>
                <a:cubicBezTo>
                  <a:pt x="602" y="1064"/>
                  <a:pt x="602" y="1064"/>
                  <a:pt x="603" y="1065"/>
                </a:cubicBezTo>
                <a:cubicBezTo>
                  <a:pt x="604" y="1063"/>
                  <a:pt x="606" y="1062"/>
                  <a:pt x="609" y="1062"/>
                </a:cubicBezTo>
                <a:cubicBezTo>
                  <a:pt x="608" y="1062"/>
                  <a:pt x="608" y="1062"/>
                  <a:pt x="608" y="1062"/>
                </a:cubicBezTo>
                <a:cubicBezTo>
                  <a:pt x="608" y="1061"/>
                  <a:pt x="609" y="1061"/>
                  <a:pt x="609" y="1061"/>
                </a:cubicBezTo>
                <a:cubicBezTo>
                  <a:pt x="608" y="1060"/>
                  <a:pt x="607" y="1060"/>
                  <a:pt x="606" y="1059"/>
                </a:cubicBezTo>
                <a:close/>
                <a:moveTo>
                  <a:pt x="956" y="988"/>
                </a:moveTo>
                <a:cubicBezTo>
                  <a:pt x="953" y="989"/>
                  <a:pt x="951" y="990"/>
                  <a:pt x="949" y="991"/>
                </a:cubicBezTo>
                <a:cubicBezTo>
                  <a:pt x="950" y="991"/>
                  <a:pt x="951" y="991"/>
                  <a:pt x="952" y="991"/>
                </a:cubicBezTo>
                <a:cubicBezTo>
                  <a:pt x="952" y="992"/>
                  <a:pt x="953" y="993"/>
                  <a:pt x="953" y="995"/>
                </a:cubicBezTo>
                <a:cubicBezTo>
                  <a:pt x="955" y="994"/>
                  <a:pt x="958" y="994"/>
                  <a:pt x="961" y="994"/>
                </a:cubicBezTo>
                <a:cubicBezTo>
                  <a:pt x="961" y="994"/>
                  <a:pt x="961" y="994"/>
                  <a:pt x="961" y="994"/>
                </a:cubicBezTo>
                <a:cubicBezTo>
                  <a:pt x="961" y="992"/>
                  <a:pt x="961" y="990"/>
                  <a:pt x="962" y="989"/>
                </a:cubicBezTo>
                <a:cubicBezTo>
                  <a:pt x="960" y="989"/>
                  <a:pt x="958" y="989"/>
                  <a:pt x="956" y="989"/>
                </a:cubicBezTo>
                <a:cubicBezTo>
                  <a:pt x="956" y="989"/>
                  <a:pt x="956" y="989"/>
                  <a:pt x="956" y="988"/>
                </a:cubicBezTo>
                <a:close/>
                <a:moveTo>
                  <a:pt x="517" y="603"/>
                </a:moveTo>
                <a:cubicBezTo>
                  <a:pt x="516" y="602"/>
                  <a:pt x="516" y="602"/>
                  <a:pt x="515" y="602"/>
                </a:cubicBezTo>
                <a:cubicBezTo>
                  <a:pt x="515" y="602"/>
                  <a:pt x="515" y="602"/>
                  <a:pt x="515" y="602"/>
                </a:cubicBezTo>
                <a:cubicBezTo>
                  <a:pt x="515" y="603"/>
                  <a:pt x="515" y="604"/>
                  <a:pt x="515" y="606"/>
                </a:cubicBezTo>
                <a:cubicBezTo>
                  <a:pt x="514" y="606"/>
                  <a:pt x="514" y="606"/>
                  <a:pt x="513" y="606"/>
                </a:cubicBezTo>
                <a:cubicBezTo>
                  <a:pt x="513" y="606"/>
                  <a:pt x="513" y="606"/>
                  <a:pt x="513" y="606"/>
                </a:cubicBezTo>
                <a:cubicBezTo>
                  <a:pt x="512" y="606"/>
                  <a:pt x="512" y="606"/>
                  <a:pt x="512" y="605"/>
                </a:cubicBezTo>
                <a:cubicBezTo>
                  <a:pt x="511" y="605"/>
                  <a:pt x="510" y="605"/>
                  <a:pt x="510" y="606"/>
                </a:cubicBezTo>
                <a:cubicBezTo>
                  <a:pt x="510" y="608"/>
                  <a:pt x="512" y="609"/>
                  <a:pt x="512" y="610"/>
                </a:cubicBezTo>
                <a:cubicBezTo>
                  <a:pt x="513" y="610"/>
                  <a:pt x="513" y="610"/>
                  <a:pt x="514" y="610"/>
                </a:cubicBezTo>
                <a:cubicBezTo>
                  <a:pt x="515" y="609"/>
                  <a:pt x="516" y="609"/>
                  <a:pt x="517" y="609"/>
                </a:cubicBezTo>
                <a:cubicBezTo>
                  <a:pt x="516" y="609"/>
                  <a:pt x="515" y="609"/>
                  <a:pt x="515" y="609"/>
                </a:cubicBezTo>
                <a:cubicBezTo>
                  <a:pt x="516" y="607"/>
                  <a:pt x="516" y="605"/>
                  <a:pt x="517" y="603"/>
                </a:cubicBezTo>
                <a:close/>
                <a:moveTo>
                  <a:pt x="394" y="714"/>
                </a:moveTo>
                <a:cubicBezTo>
                  <a:pt x="396" y="715"/>
                  <a:pt x="398" y="715"/>
                  <a:pt x="401" y="715"/>
                </a:cubicBezTo>
                <a:cubicBezTo>
                  <a:pt x="402" y="715"/>
                  <a:pt x="402" y="715"/>
                  <a:pt x="402" y="714"/>
                </a:cubicBezTo>
                <a:cubicBezTo>
                  <a:pt x="400" y="714"/>
                  <a:pt x="399" y="714"/>
                  <a:pt x="397" y="714"/>
                </a:cubicBezTo>
                <a:cubicBezTo>
                  <a:pt x="396" y="714"/>
                  <a:pt x="396" y="713"/>
                  <a:pt x="395" y="712"/>
                </a:cubicBezTo>
                <a:cubicBezTo>
                  <a:pt x="395" y="713"/>
                  <a:pt x="395" y="714"/>
                  <a:pt x="394" y="714"/>
                </a:cubicBezTo>
                <a:close/>
                <a:moveTo>
                  <a:pt x="534" y="1042"/>
                </a:moveTo>
                <a:cubicBezTo>
                  <a:pt x="528" y="1042"/>
                  <a:pt x="528" y="1042"/>
                  <a:pt x="528" y="1042"/>
                </a:cubicBezTo>
                <a:cubicBezTo>
                  <a:pt x="528" y="1041"/>
                  <a:pt x="528" y="1040"/>
                  <a:pt x="529" y="1039"/>
                </a:cubicBezTo>
                <a:cubicBezTo>
                  <a:pt x="528" y="1038"/>
                  <a:pt x="528" y="1038"/>
                  <a:pt x="528" y="1036"/>
                </a:cubicBezTo>
                <a:cubicBezTo>
                  <a:pt x="528" y="1036"/>
                  <a:pt x="528" y="1036"/>
                  <a:pt x="528" y="1036"/>
                </a:cubicBezTo>
                <a:cubicBezTo>
                  <a:pt x="527" y="1035"/>
                  <a:pt x="526" y="1034"/>
                  <a:pt x="525" y="1033"/>
                </a:cubicBezTo>
                <a:cubicBezTo>
                  <a:pt x="525" y="1033"/>
                  <a:pt x="524" y="1034"/>
                  <a:pt x="524" y="1035"/>
                </a:cubicBezTo>
                <a:cubicBezTo>
                  <a:pt x="524" y="1035"/>
                  <a:pt x="524" y="1035"/>
                  <a:pt x="524" y="1035"/>
                </a:cubicBezTo>
                <a:cubicBezTo>
                  <a:pt x="524" y="1035"/>
                  <a:pt x="524" y="1036"/>
                  <a:pt x="524" y="1036"/>
                </a:cubicBezTo>
                <a:cubicBezTo>
                  <a:pt x="524" y="1036"/>
                  <a:pt x="524" y="1036"/>
                  <a:pt x="523" y="1036"/>
                </a:cubicBezTo>
                <a:cubicBezTo>
                  <a:pt x="523" y="1036"/>
                  <a:pt x="523" y="1037"/>
                  <a:pt x="523" y="1037"/>
                </a:cubicBezTo>
                <a:cubicBezTo>
                  <a:pt x="522" y="1037"/>
                  <a:pt x="521" y="1036"/>
                  <a:pt x="521" y="1036"/>
                </a:cubicBezTo>
                <a:cubicBezTo>
                  <a:pt x="519" y="1035"/>
                  <a:pt x="518" y="1035"/>
                  <a:pt x="517" y="1034"/>
                </a:cubicBezTo>
                <a:cubicBezTo>
                  <a:pt x="525" y="1043"/>
                  <a:pt x="534" y="1051"/>
                  <a:pt x="543" y="1059"/>
                </a:cubicBezTo>
                <a:cubicBezTo>
                  <a:pt x="554" y="1059"/>
                  <a:pt x="554" y="1059"/>
                  <a:pt x="554" y="1059"/>
                </a:cubicBezTo>
                <a:cubicBezTo>
                  <a:pt x="547" y="1054"/>
                  <a:pt x="540" y="1048"/>
                  <a:pt x="534" y="1042"/>
                </a:cubicBezTo>
                <a:close/>
                <a:moveTo>
                  <a:pt x="442" y="670"/>
                </a:moveTo>
                <a:cubicBezTo>
                  <a:pt x="441" y="671"/>
                  <a:pt x="441" y="671"/>
                  <a:pt x="440" y="672"/>
                </a:cubicBezTo>
                <a:cubicBezTo>
                  <a:pt x="438" y="674"/>
                  <a:pt x="437" y="676"/>
                  <a:pt x="435" y="677"/>
                </a:cubicBezTo>
                <a:cubicBezTo>
                  <a:pt x="437" y="679"/>
                  <a:pt x="438" y="681"/>
                  <a:pt x="439" y="683"/>
                </a:cubicBezTo>
                <a:cubicBezTo>
                  <a:pt x="442" y="679"/>
                  <a:pt x="446" y="675"/>
                  <a:pt x="450" y="671"/>
                </a:cubicBezTo>
                <a:cubicBezTo>
                  <a:pt x="450" y="670"/>
                  <a:pt x="450" y="669"/>
                  <a:pt x="450" y="668"/>
                </a:cubicBezTo>
                <a:cubicBezTo>
                  <a:pt x="453" y="668"/>
                  <a:pt x="453" y="668"/>
                  <a:pt x="453" y="668"/>
                </a:cubicBezTo>
                <a:cubicBezTo>
                  <a:pt x="460" y="661"/>
                  <a:pt x="467" y="655"/>
                  <a:pt x="474" y="649"/>
                </a:cubicBezTo>
                <a:cubicBezTo>
                  <a:pt x="474" y="645"/>
                  <a:pt x="476" y="641"/>
                  <a:pt x="479" y="638"/>
                </a:cubicBezTo>
                <a:cubicBezTo>
                  <a:pt x="479" y="638"/>
                  <a:pt x="479" y="638"/>
                  <a:pt x="479" y="638"/>
                </a:cubicBezTo>
                <a:cubicBezTo>
                  <a:pt x="475" y="641"/>
                  <a:pt x="472" y="643"/>
                  <a:pt x="468" y="646"/>
                </a:cubicBezTo>
                <a:cubicBezTo>
                  <a:pt x="468" y="648"/>
                  <a:pt x="467" y="649"/>
                  <a:pt x="466" y="650"/>
                </a:cubicBezTo>
                <a:cubicBezTo>
                  <a:pt x="463" y="650"/>
                  <a:pt x="463" y="650"/>
                  <a:pt x="463" y="650"/>
                </a:cubicBezTo>
                <a:cubicBezTo>
                  <a:pt x="463" y="650"/>
                  <a:pt x="463" y="650"/>
                  <a:pt x="463" y="650"/>
                </a:cubicBezTo>
                <a:cubicBezTo>
                  <a:pt x="456" y="656"/>
                  <a:pt x="450" y="661"/>
                  <a:pt x="444" y="668"/>
                </a:cubicBezTo>
                <a:cubicBezTo>
                  <a:pt x="448" y="668"/>
                  <a:pt x="448" y="668"/>
                  <a:pt x="448" y="668"/>
                </a:cubicBezTo>
                <a:cubicBezTo>
                  <a:pt x="448" y="668"/>
                  <a:pt x="448" y="669"/>
                  <a:pt x="449" y="671"/>
                </a:cubicBezTo>
                <a:cubicBezTo>
                  <a:pt x="446" y="672"/>
                  <a:pt x="444" y="671"/>
                  <a:pt x="442" y="670"/>
                </a:cubicBezTo>
                <a:close/>
                <a:moveTo>
                  <a:pt x="402" y="750"/>
                </a:moveTo>
                <a:cubicBezTo>
                  <a:pt x="403" y="747"/>
                  <a:pt x="404" y="745"/>
                  <a:pt x="405" y="743"/>
                </a:cubicBezTo>
                <a:cubicBezTo>
                  <a:pt x="402" y="742"/>
                  <a:pt x="400" y="742"/>
                  <a:pt x="399" y="743"/>
                </a:cubicBezTo>
                <a:cubicBezTo>
                  <a:pt x="400" y="746"/>
                  <a:pt x="400" y="748"/>
                  <a:pt x="402" y="750"/>
                </a:cubicBezTo>
                <a:close/>
                <a:moveTo>
                  <a:pt x="477" y="1033"/>
                </a:moveTo>
                <a:cubicBezTo>
                  <a:pt x="477" y="1032"/>
                  <a:pt x="477" y="1032"/>
                  <a:pt x="477" y="1032"/>
                </a:cubicBezTo>
                <a:cubicBezTo>
                  <a:pt x="476" y="1031"/>
                  <a:pt x="476" y="1031"/>
                  <a:pt x="476" y="1031"/>
                </a:cubicBezTo>
                <a:cubicBezTo>
                  <a:pt x="476" y="1032"/>
                  <a:pt x="477" y="1032"/>
                  <a:pt x="477" y="1033"/>
                </a:cubicBezTo>
                <a:close/>
                <a:moveTo>
                  <a:pt x="438" y="718"/>
                </a:moveTo>
                <a:cubicBezTo>
                  <a:pt x="437" y="717"/>
                  <a:pt x="436" y="717"/>
                  <a:pt x="435" y="717"/>
                </a:cubicBezTo>
                <a:cubicBezTo>
                  <a:pt x="434" y="717"/>
                  <a:pt x="433" y="718"/>
                  <a:pt x="432" y="718"/>
                </a:cubicBezTo>
                <a:cubicBezTo>
                  <a:pt x="432" y="718"/>
                  <a:pt x="431" y="719"/>
                  <a:pt x="431" y="719"/>
                </a:cubicBezTo>
                <a:cubicBezTo>
                  <a:pt x="432" y="720"/>
                  <a:pt x="432" y="721"/>
                  <a:pt x="432" y="722"/>
                </a:cubicBezTo>
                <a:cubicBezTo>
                  <a:pt x="430" y="722"/>
                  <a:pt x="430" y="722"/>
                  <a:pt x="430" y="722"/>
                </a:cubicBezTo>
                <a:cubicBezTo>
                  <a:pt x="421" y="739"/>
                  <a:pt x="414" y="758"/>
                  <a:pt x="410" y="777"/>
                </a:cubicBezTo>
                <a:cubicBezTo>
                  <a:pt x="408" y="789"/>
                  <a:pt x="406" y="801"/>
                  <a:pt x="405" y="813"/>
                </a:cubicBezTo>
                <a:cubicBezTo>
                  <a:pt x="405" y="813"/>
                  <a:pt x="406" y="813"/>
                  <a:pt x="406" y="813"/>
                </a:cubicBezTo>
                <a:cubicBezTo>
                  <a:pt x="409" y="813"/>
                  <a:pt x="406" y="818"/>
                  <a:pt x="410" y="817"/>
                </a:cubicBezTo>
                <a:cubicBezTo>
                  <a:pt x="410" y="819"/>
                  <a:pt x="408" y="819"/>
                  <a:pt x="408" y="822"/>
                </a:cubicBezTo>
                <a:cubicBezTo>
                  <a:pt x="407" y="822"/>
                  <a:pt x="406" y="822"/>
                  <a:pt x="405" y="822"/>
                </a:cubicBezTo>
                <a:cubicBezTo>
                  <a:pt x="405" y="822"/>
                  <a:pt x="405" y="823"/>
                  <a:pt x="405" y="823"/>
                </a:cubicBezTo>
                <a:cubicBezTo>
                  <a:pt x="405" y="823"/>
                  <a:pt x="406" y="823"/>
                  <a:pt x="406" y="823"/>
                </a:cubicBezTo>
                <a:cubicBezTo>
                  <a:pt x="406" y="826"/>
                  <a:pt x="408" y="826"/>
                  <a:pt x="407" y="829"/>
                </a:cubicBezTo>
                <a:cubicBezTo>
                  <a:pt x="406" y="829"/>
                  <a:pt x="406" y="829"/>
                  <a:pt x="405" y="829"/>
                </a:cubicBezTo>
                <a:cubicBezTo>
                  <a:pt x="405" y="829"/>
                  <a:pt x="405" y="829"/>
                  <a:pt x="405" y="829"/>
                </a:cubicBezTo>
                <a:cubicBezTo>
                  <a:pt x="404" y="839"/>
                  <a:pt x="405" y="849"/>
                  <a:pt x="405" y="859"/>
                </a:cubicBezTo>
                <a:cubicBezTo>
                  <a:pt x="406" y="858"/>
                  <a:pt x="407" y="855"/>
                  <a:pt x="406" y="852"/>
                </a:cubicBezTo>
                <a:cubicBezTo>
                  <a:pt x="407" y="850"/>
                  <a:pt x="409" y="851"/>
                  <a:pt x="411" y="851"/>
                </a:cubicBezTo>
                <a:cubicBezTo>
                  <a:pt x="411" y="851"/>
                  <a:pt x="411" y="850"/>
                  <a:pt x="411" y="850"/>
                </a:cubicBezTo>
                <a:cubicBezTo>
                  <a:pt x="411" y="850"/>
                  <a:pt x="411" y="850"/>
                  <a:pt x="411" y="850"/>
                </a:cubicBezTo>
                <a:cubicBezTo>
                  <a:pt x="410" y="849"/>
                  <a:pt x="410" y="848"/>
                  <a:pt x="410" y="846"/>
                </a:cubicBezTo>
                <a:cubicBezTo>
                  <a:pt x="411" y="846"/>
                  <a:pt x="411" y="846"/>
                  <a:pt x="411" y="846"/>
                </a:cubicBezTo>
                <a:cubicBezTo>
                  <a:pt x="411" y="840"/>
                  <a:pt x="411" y="835"/>
                  <a:pt x="411" y="829"/>
                </a:cubicBezTo>
                <a:cubicBezTo>
                  <a:pt x="410" y="829"/>
                  <a:pt x="410" y="829"/>
                  <a:pt x="410" y="829"/>
                </a:cubicBezTo>
                <a:cubicBezTo>
                  <a:pt x="409" y="828"/>
                  <a:pt x="408" y="827"/>
                  <a:pt x="408" y="826"/>
                </a:cubicBezTo>
                <a:cubicBezTo>
                  <a:pt x="408" y="824"/>
                  <a:pt x="409" y="822"/>
                  <a:pt x="412" y="821"/>
                </a:cubicBezTo>
                <a:cubicBezTo>
                  <a:pt x="413" y="798"/>
                  <a:pt x="417" y="776"/>
                  <a:pt x="424" y="754"/>
                </a:cubicBezTo>
                <a:cubicBezTo>
                  <a:pt x="423" y="755"/>
                  <a:pt x="423" y="755"/>
                  <a:pt x="421" y="755"/>
                </a:cubicBezTo>
                <a:cubicBezTo>
                  <a:pt x="421" y="755"/>
                  <a:pt x="421" y="755"/>
                  <a:pt x="421" y="754"/>
                </a:cubicBezTo>
                <a:cubicBezTo>
                  <a:pt x="421" y="754"/>
                  <a:pt x="421" y="754"/>
                  <a:pt x="421" y="754"/>
                </a:cubicBezTo>
                <a:cubicBezTo>
                  <a:pt x="420" y="753"/>
                  <a:pt x="421" y="749"/>
                  <a:pt x="423" y="748"/>
                </a:cubicBezTo>
                <a:cubicBezTo>
                  <a:pt x="424" y="748"/>
                  <a:pt x="425" y="749"/>
                  <a:pt x="426" y="749"/>
                </a:cubicBezTo>
                <a:cubicBezTo>
                  <a:pt x="430" y="737"/>
                  <a:pt x="435" y="726"/>
                  <a:pt x="441" y="715"/>
                </a:cubicBezTo>
                <a:cubicBezTo>
                  <a:pt x="441" y="716"/>
                  <a:pt x="440" y="716"/>
                  <a:pt x="439" y="716"/>
                </a:cubicBezTo>
                <a:cubicBezTo>
                  <a:pt x="438" y="717"/>
                  <a:pt x="438" y="717"/>
                  <a:pt x="438" y="718"/>
                </a:cubicBezTo>
                <a:close/>
                <a:moveTo>
                  <a:pt x="406" y="931"/>
                </a:moveTo>
                <a:cubicBezTo>
                  <a:pt x="403" y="921"/>
                  <a:pt x="400" y="911"/>
                  <a:pt x="398" y="900"/>
                </a:cubicBezTo>
                <a:cubicBezTo>
                  <a:pt x="396" y="900"/>
                  <a:pt x="396" y="900"/>
                  <a:pt x="396" y="900"/>
                </a:cubicBezTo>
                <a:cubicBezTo>
                  <a:pt x="396" y="900"/>
                  <a:pt x="397" y="900"/>
                  <a:pt x="397" y="900"/>
                </a:cubicBezTo>
                <a:cubicBezTo>
                  <a:pt x="395" y="899"/>
                  <a:pt x="394" y="899"/>
                  <a:pt x="393" y="897"/>
                </a:cubicBezTo>
                <a:cubicBezTo>
                  <a:pt x="393" y="898"/>
                  <a:pt x="393" y="898"/>
                  <a:pt x="393" y="898"/>
                </a:cubicBezTo>
                <a:cubicBezTo>
                  <a:pt x="392" y="899"/>
                  <a:pt x="392" y="899"/>
                  <a:pt x="391" y="899"/>
                </a:cubicBezTo>
                <a:cubicBezTo>
                  <a:pt x="392" y="905"/>
                  <a:pt x="394" y="911"/>
                  <a:pt x="396" y="918"/>
                </a:cubicBezTo>
                <a:cubicBezTo>
                  <a:pt x="401" y="918"/>
                  <a:pt x="401" y="918"/>
                  <a:pt x="401" y="918"/>
                </a:cubicBezTo>
                <a:cubicBezTo>
                  <a:pt x="401" y="918"/>
                  <a:pt x="401" y="918"/>
                  <a:pt x="401" y="919"/>
                </a:cubicBezTo>
                <a:cubicBezTo>
                  <a:pt x="399" y="920"/>
                  <a:pt x="398" y="920"/>
                  <a:pt x="396" y="919"/>
                </a:cubicBezTo>
                <a:cubicBezTo>
                  <a:pt x="397" y="923"/>
                  <a:pt x="398" y="926"/>
                  <a:pt x="399" y="929"/>
                </a:cubicBezTo>
                <a:cubicBezTo>
                  <a:pt x="401" y="929"/>
                  <a:pt x="402" y="930"/>
                  <a:pt x="402" y="931"/>
                </a:cubicBezTo>
                <a:cubicBezTo>
                  <a:pt x="402" y="933"/>
                  <a:pt x="402" y="933"/>
                  <a:pt x="400" y="933"/>
                </a:cubicBezTo>
                <a:cubicBezTo>
                  <a:pt x="404" y="944"/>
                  <a:pt x="408" y="954"/>
                  <a:pt x="412" y="964"/>
                </a:cubicBezTo>
                <a:cubicBezTo>
                  <a:pt x="415" y="965"/>
                  <a:pt x="417" y="965"/>
                  <a:pt x="418" y="964"/>
                </a:cubicBezTo>
                <a:cubicBezTo>
                  <a:pt x="413" y="964"/>
                  <a:pt x="414" y="961"/>
                  <a:pt x="411" y="961"/>
                </a:cubicBezTo>
                <a:cubicBezTo>
                  <a:pt x="412" y="958"/>
                  <a:pt x="411" y="955"/>
                  <a:pt x="412" y="953"/>
                </a:cubicBezTo>
                <a:cubicBezTo>
                  <a:pt x="414" y="953"/>
                  <a:pt x="414" y="953"/>
                  <a:pt x="414" y="953"/>
                </a:cubicBezTo>
                <a:cubicBezTo>
                  <a:pt x="412" y="947"/>
                  <a:pt x="410" y="942"/>
                  <a:pt x="408" y="936"/>
                </a:cubicBezTo>
                <a:cubicBezTo>
                  <a:pt x="406" y="936"/>
                  <a:pt x="406" y="936"/>
                  <a:pt x="406" y="936"/>
                </a:cubicBezTo>
                <a:cubicBezTo>
                  <a:pt x="405" y="935"/>
                  <a:pt x="404" y="934"/>
                  <a:pt x="404" y="933"/>
                </a:cubicBezTo>
                <a:cubicBezTo>
                  <a:pt x="404" y="932"/>
                  <a:pt x="405" y="931"/>
                  <a:pt x="406" y="931"/>
                </a:cubicBezTo>
                <a:close/>
                <a:moveTo>
                  <a:pt x="867" y="559"/>
                </a:moveTo>
                <a:cubicBezTo>
                  <a:pt x="864" y="560"/>
                  <a:pt x="862" y="560"/>
                  <a:pt x="859" y="560"/>
                </a:cubicBezTo>
                <a:cubicBezTo>
                  <a:pt x="859" y="561"/>
                  <a:pt x="859" y="562"/>
                  <a:pt x="860" y="562"/>
                </a:cubicBezTo>
                <a:cubicBezTo>
                  <a:pt x="861" y="563"/>
                  <a:pt x="862" y="563"/>
                  <a:pt x="863" y="564"/>
                </a:cubicBezTo>
                <a:cubicBezTo>
                  <a:pt x="865" y="564"/>
                  <a:pt x="866" y="565"/>
                  <a:pt x="867" y="566"/>
                </a:cubicBezTo>
                <a:cubicBezTo>
                  <a:pt x="870" y="568"/>
                  <a:pt x="874" y="569"/>
                  <a:pt x="877" y="571"/>
                </a:cubicBezTo>
                <a:cubicBezTo>
                  <a:pt x="878" y="571"/>
                  <a:pt x="879" y="571"/>
                  <a:pt x="879" y="571"/>
                </a:cubicBezTo>
                <a:cubicBezTo>
                  <a:pt x="880" y="571"/>
                  <a:pt x="880" y="572"/>
                  <a:pt x="880" y="572"/>
                </a:cubicBezTo>
                <a:cubicBezTo>
                  <a:pt x="881" y="572"/>
                  <a:pt x="881" y="573"/>
                  <a:pt x="881" y="573"/>
                </a:cubicBezTo>
                <a:cubicBezTo>
                  <a:pt x="882" y="571"/>
                  <a:pt x="883" y="571"/>
                  <a:pt x="885" y="571"/>
                </a:cubicBezTo>
                <a:cubicBezTo>
                  <a:pt x="886" y="571"/>
                  <a:pt x="887" y="572"/>
                  <a:pt x="887" y="574"/>
                </a:cubicBezTo>
                <a:cubicBezTo>
                  <a:pt x="888" y="573"/>
                  <a:pt x="889" y="573"/>
                  <a:pt x="890" y="571"/>
                </a:cubicBezTo>
                <a:cubicBezTo>
                  <a:pt x="892" y="571"/>
                  <a:pt x="893" y="572"/>
                  <a:pt x="894" y="572"/>
                </a:cubicBezTo>
                <a:cubicBezTo>
                  <a:pt x="894" y="572"/>
                  <a:pt x="895" y="572"/>
                  <a:pt x="895" y="572"/>
                </a:cubicBezTo>
                <a:cubicBezTo>
                  <a:pt x="886" y="568"/>
                  <a:pt x="877" y="564"/>
                  <a:pt x="869" y="559"/>
                </a:cubicBezTo>
                <a:cubicBezTo>
                  <a:pt x="869" y="560"/>
                  <a:pt x="869" y="560"/>
                  <a:pt x="869" y="560"/>
                </a:cubicBezTo>
                <a:cubicBezTo>
                  <a:pt x="868" y="561"/>
                  <a:pt x="867" y="560"/>
                  <a:pt x="867" y="559"/>
                </a:cubicBezTo>
                <a:close/>
                <a:moveTo>
                  <a:pt x="936" y="563"/>
                </a:moveTo>
                <a:cubicBezTo>
                  <a:pt x="937" y="563"/>
                  <a:pt x="937" y="563"/>
                  <a:pt x="938" y="563"/>
                </a:cubicBezTo>
                <a:cubicBezTo>
                  <a:pt x="938" y="560"/>
                  <a:pt x="937" y="560"/>
                  <a:pt x="938" y="557"/>
                </a:cubicBezTo>
                <a:cubicBezTo>
                  <a:pt x="937" y="557"/>
                  <a:pt x="936" y="557"/>
                  <a:pt x="935" y="557"/>
                </a:cubicBezTo>
                <a:cubicBezTo>
                  <a:pt x="936" y="558"/>
                  <a:pt x="936" y="561"/>
                  <a:pt x="936" y="563"/>
                </a:cubicBezTo>
                <a:close/>
                <a:moveTo>
                  <a:pt x="927" y="503"/>
                </a:moveTo>
                <a:cubicBezTo>
                  <a:pt x="927" y="503"/>
                  <a:pt x="926" y="503"/>
                  <a:pt x="926" y="502"/>
                </a:cubicBezTo>
                <a:cubicBezTo>
                  <a:pt x="925" y="502"/>
                  <a:pt x="924" y="502"/>
                  <a:pt x="923" y="501"/>
                </a:cubicBezTo>
                <a:cubicBezTo>
                  <a:pt x="923" y="502"/>
                  <a:pt x="923" y="503"/>
                  <a:pt x="923" y="504"/>
                </a:cubicBezTo>
                <a:cubicBezTo>
                  <a:pt x="917" y="504"/>
                  <a:pt x="917" y="504"/>
                  <a:pt x="917" y="504"/>
                </a:cubicBezTo>
                <a:cubicBezTo>
                  <a:pt x="917" y="502"/>
                  <a:pt x="916" y="501"/>
                  <a:pt x="915" y="499"/>
                </a:cubicBezTo>
                <a:cubicBezTo>
                  <a:pt x="902" y="495"/>
                  <a:pt x="889" y="491"/>
                  <a:pt x="876" y="487"/>
                </a:cubicBezTo>
                <a:cubicBezTo>
                  <a:pt x="876" y="488"/>
                  <a:pt x="876" y="488"/>
                  <a:pt x="875" y="489"/>
                </a:cubicBezTo>
                <a:cubicBezTo>
                  <a:pt x="877" y="488"/>
                  <a:pt x="880" y="488"/>
                  <a:pt x="882" y="489"/>
                </a:cubicBezTo>
                <a:cubicBezTo>
                  <a:pt x="882" y="490"/>
                  <a:pt x="882" y="492"/>
                  <a:pt x="882" y="493"/>
                </a:cubicBezTo>
                <a:cubicBezTo>
                  <a:pt x="880" y="493"/>
                  <a:pt x="879" y="494"/>
                  <a:pt x="878" y="494"/>
                </a:cubicBezTo>
                <a:cubicBezTo>
                  <a:pt x="879" y="495"/>
                  <a:pt x="881" y="495"/>
                  <a:pt x="882" y="496"/>
                </a:cubicBezTo>
                <a:cubicBezTo>
                  <a:pt x="882" y="496"/>
                  <a:pt x="882" y="495"/>
                  <a:pt x="882" y="495"/>
                </a:cubicBezTo>
                <a:cubicBezTo>
                  <a:pt x="882" y="494"/>
                  <a:pt x="882" y="493"/>
                  <a:pt x="883" y="492"/>
                </a:cubicBezTo>
                <a:cubicBezTo>
                  <a:pt x="886" y="493"/>
                  <a:pt x="890" y="494"/>
                  <a:pt x="892" y="496"/>
                </a:cubicBezTo>
                <a:cubicBezTo>
                  <a:pt x="892" y="497"/>
                  <a:pt x="892" y="498"/>
                  <a:pt x="892" y="499"/>
                </a:cubicBezTo>
                <a:cubicBezTo>
                  <a:pt x="893" y="499"/>
                  <a:pt x="895" y="500"/>
                  <a:pt x="896" y="500"/>
                </a:cubicBezTo>
                <a:cubicBezTo>
                  <a:pt x="896" y="499"/>
                  <a:pt x="896" y="497"/>
                  <a:pt x="896" y="496"/>
                </a:cubicBezTo>
                <a:cubicBezTo>
                  <a:pt x="898" y="496"/>
                  <a:pt x="900" y="496"/>
                  <a:pt x="902" y="496"/>
                </a:cubicBezTo>
                <a:cubicBezTo>
                  <a:pt x="902" y="498"/>
                  <a:pt x="901" y="499"/>
                  <a:pt x="901" y="501"/>
                </a:cubicBezTo>
                <a:cubicBezTo>
                  <a:pt x="900" y="501"/>
                  <a:pt x="898" y="501"/>
                  <a:pt x="897" y="501"/>
                </a:cubicBezTo>
                <a:cubicBezTo>
                  <a:pt x="900" y="501"/>
                  <a:pt x="902" y="502"/>
                  <a:pt x="905" y="503"/>
                </a:cubicBezTo>
                <a:cubicBezTo>
                  <a:pt x="905" y="503"/>
                  <a:pt x="905" y="502"/>
                  <a:pt x="906" y="502"/>
                </a:cubicBezTo>
                <a:cubicBezTo>
                  <a:pt x="908" y="502"/>
                  <a:pt x="911" y="502"/>
                  <a:pt x="913" y="502"/>
                </a:cubicBezTo>
                <a:cubicBezTo>
                  <a:pt x="913" y="503"/>
                  <a:pt x="913" y="503"/>
                  <a:pt x="913" y="504"/>
                </a:cubicBezTo>
                <a:cubicBezTo>
                  <a:pt x="907" y="504"/>
                  <a:pt x="907" y="504"/>
                  <a:pt x="907" y="504"/>
                </a:cubicBezTo>
                <a:cubicBezTo>
                  <a:pt x="928" y="510"/>
                  <a:pt x="948" y="515"/>
                  <a:pt x="969" y="518"/>
                </a:cubicBezTo>
                <a:cubicBezTo>
                  <a:pt x="974" y="519"/>
                  <a:pt x="975" y="512"/>
                  <a:pt x="971" y="512"/>
                </a:cubicBezTo>
                <a:cubicBezTo>
                  <a:pt x="957" y="509"/>
                  <a:pt x="945" y="507"/>
                  <a:pt x="932" y="503"/>
                </a:cubicBezTo>
                <a:lnTo>
                  <a:pt x="927" y="503"/>
                </a:lnTo>
                <a:close/>
                <a:moveTo>
                  <a:pt x="778" y="457"/>
                </a:moveTo>
                <a:cubicBezTo>
                  <a:pt x="778" y="457"/>
                  <a:pt x="778" y="457"/>
                  <a:pt x="778" y="457"/>
                </a:cubicBezTo>
                <a:cubicBezTo>
                  <a:pt x="778" y="457"/>
                  <a:pt x="778" y="457"/>
                  <a:pt x="778" y="457"/>
                </a:cubicBezTo>
                <a:cubicBezTo>
                  <a:pt x="778" y="457"/>
                  <a:pt x="778" y="457"/>
                  <a:pt x="778" y="457"/>
                </a:cubicBezTo>
                <a:cubicBezTo>
                  <a:pt x="779" y="457"/>
                  <a:pt x="779" y="458"/>
                  <a:pt x="780" y="458"/>
                </a:cubicBezTo>
                <a:cubicBezTo>
                  <a:pt x="781" y="458"/>
                  <a:pt x="781" y="457"/>
                  <a:pt x="782" y="456"/>
                </a:cubicBezTo>
                <a:cubicBezTo>
                  <a:pt x="780" y="456"/>
                  <a:pt x="779" y="456"/>
                  <a:pt x="778" y="455"/>
                </a:cubicBezTo>
                <a:cubicBezTo>
                  <a:pt x="778" y="456"/>
                  <a:pt x="778" y="456"/>
                  <a:pt x="778" y="457"/>
                </a:cubicBezTo>
                <a:close/>
                <a:moveTo>
                  <a:pt x="1013" y="636"/>
                </a:moveTo>
                <a:cubicBezTo>
                  <a:pt x="1013" y="636"/>
                  <a:pt x="1013" y="636"/>
                  <a:pt x="1013" y="637"/>
                </a:cubicBezTo>
                <a:cubicBezTo>
                  <a:pt x="1011" y="637"/>
                  <a:pt x="1009" y="637"/>
                  <a:pt x="1007" y="637"/>
                </a:cubicBezTo>
                <a:cubicBezTo>
                  <a:pt x="1008" y="639"/>
                  <a:pt x="1009" y="640"/>
                  <a:pt x="1010" y="642"/>
                </a:cubicBezTo>
                <a:cubicBezTo>
                  <a:pt x="1020" y="643"/>
                  <a:pt x="1029" y="644"/>
                  <a:pt x="1038" y="645"/>
                </a:cubicBezTo>
                <a:cubicBezTo>
                  <a:pt x="1042" y="645"/>
                  <a:pt x="1043" y="638"/>
                  <a:pt x="1039" y="638"/>
                </a:cubicBezTo>
                <a:cubicBezTo>
                  <a:pt x="1039" y="638"/>
                  <a:pt x="1038" y="638"/>
                  <a:pt x="1038" y="638"/>
                </a:cubicBezTo>
                <a:cubicBezTo>
                  <a:pt x="1038" y="638"/>
                  <a:pt x="1038" y="638"/>
                  <a:pt x="1038" y="638"/>
                </a:cubicBezTo>
                <a:cubicBezTo>
                  <a:pt x="1037" y="638"/>
                  <a:pt x="1036" y="638"/>
                  <a:pt x="1036" y="638"/>
                </a:cubicBezTo>
                <a:cubicBezTo>
                  <a:pt x="1034" y="638"/>
                  <a:pt x="1033" y="638"/>
                  <a:pt x="1032" y="637"/>
                </a:cubicBezTo>
                <a:cubicBezTo>
                  <a:pt x="1030" y="642"/>
                  <a:pt x="1025" y="641"/>
                  <a:pt x="1020" y="638"/>
                </a:cubicBezTo>
                <a:cubicBezTo>
                  <a:pt x="1020" y="637"/>
                  <a:pt x="1020" y="637"/>
                  <a:pt x="1020" y="636"/>
                </a:cubicBezTo>
                <a:cubicBezTo>
                  <a:pt x="1018" y="636"/>
                  <a:pt x="1015" y="636"/>
                  <a:pt x="1013" y="636"/>
                </a:cubicBezTo>
                <a:close/>
                <a:moveTo>
                  <a:pt x="846" y="600"/>
                </a:moveTo>
                <a:cubicBezTo>
                  <a:pt x="846" y="600"/>
                  <a:pt x="846" y="600"/>
                  <a:pt x="846" y="600"/>
                </a:cubicBezTo>
                <a:cubicBezTo>
                  <a:pt x="846" y="600"/>
                  <a:pt x="846" y="600"/>
                  <a:pt x="846" y="600"/>
                </a:cubicBezTo>
                <a:cubicBezTo>
                  <a:pt x="846" y="600"/>
                  <a:pt x="846" y="600"/>
                  <a:pt x="846" y="600"/>
                </a:cubicBezTo>
                <a:close/>
                <a:moveTo>
                  <a:pt x="789" y="459"/>
                </a:moveTo>
                <a:cubicBezTo>
                  <a:pt x="789" y="458"/>
                  <a:pt x="788" y="458"/>
                  <a:pt x="787" y="458"/>
                </a:cubicBezTo>
                <a:cubicBezTo>
                  <a:pt x="786" y="459"/>
                  <a:pt x="785" y="460"/>
                  <a:pt x="784" y="461"/>
                </a:cubicBezTo>
                <a:cubicBezTo>
                  <a:pt x="786" y="463"/>
                  <a:pt x="788" y="464"/>
                  <a:pt x="790" y="466"/>
                </a:cubicBezTo>
                <a:cubicBezTo>
                  <a:pt x="791" y="466"/>
                  <a:pt x="792" y="466"/>
                  <a:pt x="793" y="467"/>
                </a:cubicBezTo>
                <a:cubicBezTo>
                  <a:pt x="793" y="466"/>
                  <a:pt x="793" y="465"/>
                  <a:pt x="793" y="464"/>
                </a:cubicBezTo>
                <a:cubicBezTo>
                  <a:pt x="792" y="464"/>
                  <a:pt x="791" y="464"/>
                  <a:pt x="790" y="464"/>
                </a:cubicBezTo>
                <a:cubicBezTo>
                  <a:pt x="790" y="462"/>
                  <a:pt x="789" y="461"/>
                  <a:pt x="789" y="459"/>
                </a:cubicBezTo>
                <a:close/>
                <a:moveTo>
                  <a:pt x="871" y="664"/>
                </a:moveTo>
                <a:cubicBezTo>
                  <a:pt x="860" y="659"/>
                  <a:pt x="849" y="653"/>
                  <a:pt x="839" y="647"/>
                </a:cubicBezTo>
                <a:cubicBezTo>
                  <a:pt x="826" y="647"/>
                  <a:pt x="826" y="647"/>
                  <a:pt x="826" y="647"/>
                </a:cubicBezTo>
                <a:cubicBezTo>
                  <a:pt x="829" y="649"/>
                  <a:pt x="833" y="651"/>
                  <a:pt x="836" y="653"/>
                </a:cubicBezTo>
                <a:cubicBezTo>
                  <a:pt x="843" y="657"/>
                  <a:pt x="849" y="661"/>
                  <a:pt x="856" y="664"/>
                </a:cubicBezTo>
                <a:cubicBezTo>
                  <a:pt x="856" y="664"/>
                  <a:pt x="856" y="664"/>
                  <a:pt x="856" y="664"/>
                </a:cubicBezTo>
                <a:cubicBezTo>
                  <a:pt x="858" y="664"/>
                  <a:pt x="858" y="664"/>
                  <a:pt x="858" y="664"/>
                </a:cubicBezTo>
                <a:cubicBezTo>
                  <a:pt x="858" y="665"/>
                  <a:pt x="859" y="665"/>
                  <a:pt x="859" y="666"/>
                </a:cubicBezTo>
                <a:cubicBezTo>
                  <a:pt x="860" y="666"/>
                  <a:pt x="860" y="666"/>
                  <a:pt x="860" y="666"/>
                </a:cubicBezTo>
                <a:cubicBezTo>
                  <a:pt x="861" y="667"/>
                  <a:pt x="862" y="667"/>
                  <a:pt x="863" y="667"/>
                </a:cubicBezTo>
                <a:cubicBezTo>
                  <a:pt x="863" y="667"/>
                  <a:pt x="863" y="667"/>
                  <a:pt x="863" y="668"/>
                </a:cubicBezTo>
                <a:cubicBezTo>
                  <a:pt x="863" y="668"/>
                  <a:pt x="864" y="668"/>
                  <a:pt x="865" y="669"/>
                </a:cubicBezTo>
                <a:cubicBezTo>
                  <a:pt x="865" y="668"/>
                  <a:pt x="866" y="667"/>
                  <a:pt x="866" y="667"/>
                </a:cubicBezTo>
                <a:cubicBezTo>
                  <a:pt x="866" y="667"/>
                  <a:pt x="865" y="667"/>
                  <a:pt x="864" y="666"/>
                </a:cubicBezTo>
                <a:cubicBezTo>
                  <a:pt x="864" y="666"/>
                  <a:pt x="864" y="665"/>
                  <a:pt x="864" y="664"/>
                </a:cubicBezTo>
                <a:lnTo>
                  <a:pt x="871" y="664"/>
                </a:lnTo>
                <a:close/>
                <a:moveTo>
                  <a:pt x="988" y="631"/>
                </a:moveTo>
                <a:cubicBezTo>
                  <a:pt x="965" y="627"/>
                  <a:pt x="942" y="620"/>
                  <a:pt x="920" y="611"/>
                </a:cubicBezTo>
                <a:cubicBezTo>
                  <a:pt x="918" y="611"/>
                  <a:pt x="918" y="611"/>
                  <a:pt x="918" y="611"/>
                </a:cubicBezTo>
                <a:cubicBezTo>
                  <a:pt x="918" y="610"/>
                  <a:pt x="918" y="610"/>
                  <a:pt x="918" y="610"/>
                </a:cubicBezTo>
                <a:cubicBezTo>
                  <a:pt x="917" y="609"/>
                  <a:pt x="915" y="608"/>
                  <a:pt x="914" y="608"/>
                </a:cubicBezTo>
                <a:cubicBezTo>
                  <a:pt x="914" y="610"/>
                  <a:pt x="912" y="610"/>
                  <a:pt x="910" y="610"/>
                </a:cubicBezTo>
                <a:cubicBezTo>
                  <a:pt x="910" y="608"/>
                  <a:pt x="910" y="607"/>
                  <a:pt x="909" y="606"/>
                </a:cubicBezTo>
                <a:cubicBezTo>
                  <a:pt x="909" y="606"/>
                  <a:pt x="908" y="605"/>
                  <a:pt x="908" y="605"/>
                </a:cubicBezTo>
                <a:cubicBezTo>
                  <a:pt x="906" y="604"/>
                  <a:pt x="904" y="603"/>
                  <a:pt x="902" y="602"/>
                </a:cubicBezTo>
                <a:cubicBezTo>
                  <a:pt x="900" y="602"/>
                  <a:pt x="899" y="603"/>
                  <a:pt x="898" y="603"/>
                </a:cubicBezTo>
                <a:cubicBezTo>
                  <a:pt x="900" y="604"/>
                  <a:pt x="903" y="604"/>
                  <a:pt x="903" y="606"/>
                </a:cubicBezTo>
                <a:cubicBezTo>
                  <a:pt x="903" y="607"/>
                  <a:pt x="903" y="608"/>
                  <a:pt x="902" y="610"/>
                </a:cubicBezTo>
                <a:cubicBezTo>
                  <a:pt x="905" y="611"/>
                  <a:pt x="907" y="612"/>
                  <a:pt x="910" y="613"/>
                </a:cubicBezTo>
                <a:cubicBezTo>
                  <a:pt x="925" y="621"/>
                  <a:pt x="941" y="626"/>
                  <a:pt x="958" y="631"/>
                </a:cubicBezTo>
                <a:cubicBezTo>
                  <a:pt x="958" y="631"/>
                  <a:pt x="958" y="630"/>
                  <a:pt x="958" y="630"/>
                </a:cubicBezTo>
                <a:cubicBezTo>
                  <a:pt x="959" y="630"/>
                  <a:pt x="960" y="630"/>
                  <a:pt x="962" y="630"/>
                </a:cubicBezTo>
                <a:cubicBezTo>
                  <a:pt x="963" y="631"/>
                  <a:pt x="963" y="632"/>
                  <a:pt x="964" y="633"/>
                </a:cubicBezTo>
                <a:cubicBezTo>
                  <a:pt x="965" y="633"/>
                  <a:pt x="966" y="633"/>
                  <a:pt x="967" y="634"/>
                </a:cubicBezTo>
                <a:cubicBezTo>
                  <a:pt x="967" y="632"/>
                  <a:pt x="967" y="630"/>
                  <a:pt x="968" y="629"/>
                </a:cubicBezTo>
                <a:cubicBezTo>
                  <a:pt x="971" y="629"/>
                  <a:pt x="974" y="629"/>
                  <a:pt x="976" y="630"/>
                </a:cubicBezTo>
                <a:cubicBezTo>
                  <a:pt x="976" y="630"/>
                  <a:pt x="976" y="630"/>
                  <a:pt x="976" y="630"/>
                </a:cubicBezTo>
                <a:cubicBezTo>
                  <a:pt x="977" y="630"/>
                  <a:pt x="979" y="630"/>
                  <a:pt x="981" y="631"/>
                </a:cubicBezTo>
                <a:cubicBezTo>
                  <a:pt x="981" y="634"/>
                  <a:pt x="981" y="635"/>
                  <a:pt x="981" y="637"/>
                </a:cubicBezTo>
                <a:cubicBezTo>
                  <a:pt x="986" y="638"/>
                  <a:pt x="992" y="639"/>
                  <a:pt x="998" y="640"/>
                </a:cubicBezTo>
                <a:cubicBezTo>
                  <a:pt x="996" y="639"/>
                  <a:pt x="995" y="637"/>
                  <a:pt x="994" y="636"/>
                </a:cubicBezTo>
                <a:cubicBezTo>
                  <a:pt x="991" y="637"/>
                  <a:pt x="988" y="634"/>
                  <a:pt x="988" y="631"/>
                </a:cubicBezTo>
                <a:close/>
                <a:moveTo>
                  <a:pt x="855" y="604"/>
                </a:moveTo>
                <a:cubicBezTo>
                  <a:pt x="854" y="604"/>
                  <a:pt x="853" y="603"/>
                  <a:pt x="852" y="603"/>
                </a:cubicBezTo>
                <a:cubicBezTo>
                  <a:pt x="852" y="603"/>
                  <a:pt x="851" y="604"/>
                  <a:pt x="851" y="604"/>
                </a:cubicBezTo>
                <a:cubicBezTo>
                  <a:pt x="855" y="603"/>
                  <a:pt x="855" y="608"/>
                  <a:pt x="856" y="610"/>
                </a:cubicBezTo>
                <a:cubicBezTo>
                  <a:pt x="857" y="608"/>
                  <a:pt x="860" y="609"/>
                  <a:pt x="859" y="606"/>
                </a:cubicBezTo>
                <a:cubicBezTo>
                  <a:pt x="859" y="606"/>
                  <a:pt x="858" y="606"/>
                  <a:pt x="858" y="606"/>
                </a:cubicBezTo>
                <a:cubicBezTo>
                  <a:pt x="857" y="606"/>
                  <a:pt x="855" y="605"/>
                  <a:pt x="855" y="604"/>
                </a:cubicBezTo>
                <a:close/>
                <a:moveTo>
                  <a:pt x="925" y="670"/>
                </a:moveTo>
                <a:cubicBezTo>
                  <a:pt x="924" y="670"/>
                  <a:pt x="924" y="669"/>
                  <a:pt x="923" y="669"/>
                </a:cubicBezTo>
                <a:cubicBezTo>
                  <a:pt x="923" y="669"/>
                  <a:pt x="923" y="670"/>
                  <a:pt x="922" y="670"/>
                </a:cubicBezTo>
                <a:cubicBezTo>
                  <a:pt x="923" y="671"/>
                  <a:pt x="924" y="671"/>
                  <a:pt x="925" y="672"/>
                </a:cubicBezTo>
                <a:cubicBezTo>
                  <a:pt x="925" y="671"/>
                  <a:pt x="925" y="671"/>
                  <a:pt x="925" y="670"/>
                </a:cubicBezTo>
                <a:close/>
                <a:moveTo>
                  <a:pt x="929" y="673"/>
                </a:moveTo>
                <a:cubicBezTo>
                  <a:pt x="929" y="674"/>
                  <a:pt x="930" y="674"/>
                  <a:pt x="931" y="674"/>
                </a:cubicBezTo>
                <a:cubicBezTo>
                  <a:pt x="930" y="674"/>
                  <a:pt x="930" y="673"/>
                  <a:pt x="929" y="673"/>
                </a:cubicBezTo>
                <a:cubicBezTo>
                  <a:pt x="929" y="673"/>
                  <a:pt x="929" y="673"/>
                  <a:pt x="929" y="673"/>
                </a:cubicBezTo>
                <a:close/>
                <a:moveTo>
                  <a:pt x="839" y="474"/>
                </a:moveTo>
                <a:cubicBezTo>
                  <a:pt x="833" y="472"/>
                  <a:pt x="828" y="471"/>
                  <a:pt x="822" y="469"/>
                </a:cubicBezTo>
                <a:cubicBezTo>
                  <a:pt x="811" y="469"/>
                  <a:pt x="811" y="469"/>
                  <a:pt x="811" y="469"/>
                </a:cubicBezTo>
                <a:cubicBezTo>
                  <a:pt x="812" y="468"/>
                  <a:pt x="813" y="467"/>
                  <a:pt x="814" y="466"/>
                </a:cubicBezTo>
                <a:cubicBezTo>
                  <a:pt x="813" y="466"/>
                  <a:pt x="811" y="465"/>
                  <a:pt x="810" y="465"/>
                </a:cubicBezTo>
                <a:cubicBezTo>
                  <a:pt x="808" y="465"/>
                  <a:pt x="807" y="466"/>
                  <a:pt x="805" y="467"/>
                </a:cubicBezTo>
                <a:cubicBezTo>
                  <a:pt x="805" y="466"/>
                  <a:pt x="806" y="465"/>
                  <a:pt x="807" y="464"/>
                </a:cubicBezTo>
                <a:cubicBezTo>
                  <a:pt x="804" y="463"/>
                  <a:pt x="802" y="462"/>
                  <a:pt x="800" y="462"/>
                </a:cubicBezTo>
                <a:cubicBezTo>
                  <a:pt x="799" y="462"/>
                  <a:pt x="799" y="463"/>
                  <a:pt x="799" y="463"/>
                </a:cubicBezTo>
                <a:cubicBezTo>
                  <a:pt x="799" y="464"/>
                  <a:pt x="800" y="466"/>
                  <a:pt x="800" y="468"/>
                </a:cubicBezTo>
                <a:cubicBezTo>
                  <a:pt x="799" y="468"/>
                  <a:pt x="799" y="468"/>
                  <a:pt x="799" y="468"/>
                </a:cubicBezTo>
                <a:cubicBezTo>
                  <a:pt x="799" y="468"/>
                  <a:pt x="799" y="468"/>
                  <a:pt x="799" y="468"/>
                </a:cubicBezTo>
                <a:cubicBezTo>
                  <a:pt x="817" y="474"/>
                  <a:pt x="835" y="480"/>
                  <a:pt x="853" y="486"/>
                </a:cubicBezTo>
                <a:cubicBezTo>
                  <a:pt x="853" y="486"/>
                  <a:pt x="853" y="486"/>
                  <a:pt x="853" y="486"/>
                </a:cubicBezTo>
                <a:cubicBezTo>
                  <a:pt x="860" y="486"/>
                  <a:pt x="860" y="486"/>
                  <a:pt x="860" y="486"/>
                </a:cubicBezTo>
                <a:cubicBezTo>
                  <a:pt x="859" y="487"/>
                  <a:pt x="858" y="487"/>
                  <a:pt x="855" y="487"/>
                </a:cubicBezTo>
                <a:cubicBezTo>
                  <a:pt x="861" y="489"/>
                  <a:pt x="867" y="491"/>
                  <a:pt x="873" y="493"/>
                </a:cubicBezTo>
                <a:cubicBezTo>
                  <a:pt x="873" y="492"/>
                  <a:pt x="873" y="491"/>
                  <a:pt x="873" y="490"/>
                </a:cubicBezTo>
                <a:cubicBezTo>
                  <a:pt x="871" y="490"/>
                  <a:pt x="870" y="491"/>
                  <a:pt x="868" y="490"/>
                </a:cubicBezTo>
                <a:cubicBezTo>
                  <a:pt x="868" y="489"/>
                  <a:pt x="868" y="488"/>
                  <a:pt x="868" y="487"/>
                </a:cubicBezTo>
                <a:cubicBezTo>
                  <a:pt x="867" y="486"/>
                  <a:pt x="867" y="486"/>
                  <a:pt x="866" y="486"/>
                </a:cubicBezTo>
                <a:cubicBezTo>
                  <a:pt x="872" y="486"/>
                  <a:pt x="872" y="486"/>
                  <a:pt x="872" y="486"/>
                </a:cubicBezTo>
                <a:cubicBezTo>
                  <a:pt x="861" y="482"/>
                  <a:pt x="850" y="478"/>
                  <a:pt x="839" y="474"/>
                </a:cubicBezTo>
                <a:close/>
                <a:moveTo>
                  <a:pt x="190" y="606"/>
                </a:moveTo>
                <a:cubicBezTo>
                  <a:pt x="196" y="597"/>
                  <a:pt x="201" y="589"/>
                  <a:pt x="207" y="581"/>
                </a:cubicBezTo>
                <a:cubicBezTo>
                  <a:pt x="198" y="581"/>
                  <a:pt x="198" y="581"/>
                  <a:pt x="198" y="581"/>
                </a:cubicBezTo>
                <a:cubicBezTo>
                  <a:pt x="193" y="588"/>
                  <a:pt x="188" y="595"/>
                  <a:pt x="184" y="602"/>
                </a:cubicBezTo>
                <a:cubicBezTo>
                  <a:pt x="186" y="602"/>
                  <a:pt x="189" y="604"/>
                  <a:pt x="190" y="606"/>
                </a:cubicBezTo>
                <a:close/>
                <a:moveTo>
                  <a:pt x="970" y="681"/>
                </a:moveTo>
                <a:cubicBezTo>
                  <a:pt x="970" y="681"/>
                  <a:pt x="970" y="681"/>
                  <a:pt x="970" y="681"/>
                </a:cubicBezTo>
                <a:cubicBezTo>
                  <a:pt x="969" y="681"/>
                  <a:pt x="969" y="681"/>
                  <a:pt x="968" y="681"/>
                </a:cubicBezTo>
                <a:cubicBezTo>
                  <a:pt x="968" y="681"/>
                  <a:pt x="968" y="680"/>
                  <a:pt x="968" y="680"/>
                </a:cubicBezTo>
                <a:cubicBezTo>
                  <a:pt x="961" y="678"/>
                  <a:pt x="954" y="676"/>
                  <a:pt x="947" y="673"/>
                </a:cubicBezTo>
                <a:cubicBezTo>
                  <a:pt x="947" y="674"/>
                  <a:pt x="947" y="675"/>
                  <a:pt x="947" y="676"/>
                </a:cubicBezTo>
                <a:cubicBezTo>
                  <a:pt x="945" y="677"/>
                  <a:pt x="945" y="676"/>
                  <a:pt x="942" y="675"/>
                </a:cubicBezTo>
                <a:cubicBezTo>
                  <a:pt x="942" y="674"/>
                  <a:pt x="942" y="673"/>
                  <a:pt x="943" y="672"/>
                </a:cubicBezTo>
                <a:cubicBezTo>
                  <a:pt x="939" y="670"/>
                  <a:pt x="936" y="669"/>
                  <a:pt x="932" y="668"/>
                </a:cubicBezTo>
                <a:cubicBezTo>
                  <a:pt x="936" y="671"/>
                  <a:pt x="939" y="674"/>
                  <a:pt x="942" y="678"/>
                </a:cubicBezTo>
                <a:cubicBezTo>
                  <a:pt x="943" y="679"/>
                  <a:pt x="945" y="679"/>
                  <a:pt x="946" y="680"/>
                </a:cubicBezTo>
                <a:cubicBezTo>
                  <a:pt x="947" y="680"/>
                  <a:pt x="948" y="679"/>
                  <a:pt x="950" y="679"/>
                </a:cubicBezTo>
                <a:cubicBezTo>
                  <a:pt x="952" y="679"/>
                  <a:pt x="954" y="680"/>
                  <a:pt x="955" y="682"/>
                </a:cubicBezTo>
                <a:cubicBezTo>
                  <a:pt x="951" y="682"/>
                  <a:pt x="951" y="682"/>
                  <a:pt x="951" y="682"/>
                </a:cubicBezTo>
                <a:cubicBezTo>
                  <a:pt x="977" y="691"/>
                  <a:pt x="1004" y="697"/>
                  <a:pt x="1033" y="698"/>
                </a:cubicBezTo>
                <a:cubicBezTo>
                  <a:pt x="1033" y="698"/>
                  <a:pt x="1033" y="698"/>
                  <a:pt x="1033" y="698"/>
                </a:cubicBezTo>
                <a:cubicBezTo>
                  <a:pt x="1043" y="698"/>
                  <a:pt x="1043" y="698"/>
                  <a:pt x="1043" y="698"/>
                </a:cubicBezTo>
                <a:cubicBezTo>
                  <a:pt x="1043" y="698"/>
                  <a:pt x="1043" y="698"/>
                  <a:pt x="1043" y="698"/>
                </a:cubicBezTo>
                <a:cubicBezTo>
                  <a:pt x="1043" y="698"/>
                  <a:pt x="1044" y="698"/>
                  <a:pt x="1044" y="698"/>
                </a:cubicBezTo>
                <a:cubicBezTo>
                  <a:pt x="1044" y="698"/>
                  <a:pt x="1044" y="698"/>
                  <a:pt x="1044" y="698"/>
                </a:cubicBezTo>
                <a:cubicBezTo>
                  <a:pt x="1050" y="698"/>
                  <a:pt x="1050" y="698"/>
                  <a:pt x="1050" y="698"/>
                </a:cubicBezTo>
                <a:cubicBezTo>
                  <a:pt x="1051" y="698"/>
                  <a:pt x="1051" y="698"/>
                  <a:pt x="1051" y="698"/>
                </a:cubicBezTo>
                <a:cubicBezTo>
                  <a:pt x="1052" y="698"/>
                  <a:pt x="1054" y="698"/>
                  <a:pt x="1055" y="698"/>
                </a:cubicBezTo>
                <a:cubicBezTo>
                  <a:pt x="1056" y="698"/>
                  <a:pt x="1056" y="698"/>
                  <a:pt x="1056" y="698"/>
                </a:cubicBezTo>
                <a:cubicBezTo>
                  <a:pt x="1058" y="698"/>
                  <a:pt x="1058" y="698"/>
                  <a:pt x="1058" y="698"/>
                </a:cubicBezTo>
                <a:cubicBezTo>
                  <a:pt x="1062" y="698"/>
                  <a:pt x="1066" y="697"/>
                  <a:pt x="1070" y="697"/>
                </a:cubicBezTo>
                <a:cubicBezTo>
                  <a:pt x="1074" y="696"/>
                  <a:pt x="1073" y="690"/>
                  <a:pt x="1069" y="690"/>
                </a:cubicBezTo>
                <a:cubicBezTo>
                  <a:pt x="1035" y="694"/>
                  <a:pt x="1003" y="690"/>
                  <a:pt x="972" y="681"/>
                </a:cubicBezTo>
                <a:lnTo>
                  <a:pt x="970" y="681"/>
                </a:lnTo>
                <a:close/>
                <a:moveTo>
                  <a:pt x="922" y="665"/>
                </a:moveTo>
                <a:cubicBezTo>
                  <a:pt x="921" y="664"/>
                  <a:pt x="918" y="666"/>
                  <a:pt x="915" y="666"/>
                </a:cubicBezTo>
                <a:cubicBezTo>
                  <a:pt x="915" y="666"/>
                  <a:pt x="915" y="666"/>
                  <a:pt x="915" y="666"/>
                </a:cubicBezTo>
                <a:cubicBezTo>
                  <a:pt x="914" y="666"/>
                  <a:pt x="913" y="666"/>
                  <a:pt x="913" y="666"/>
                </a:cubicBezTo>
                <a:cubicBezTo>
                  <a:pt x="914" y="667"/>
                  <a:pt x="915" y="668"/>
                  <a:pt x="917" y="668"/>
                </a:cubicBezTo>
                <a:cubicBezTo>
                  <a:pt x="917" y="666"/>
                  <a:pt x="922" y="669"/>
                  <a:pt x="922" y="665"/>
                </a:cubicBezTo>
                <a:close/>
                <a:moveTo>
                  <a:pt x="982" y="703"/>
                </a:moveTo>
                <a:cubicBezTo>
                  <a:pt x="977" y="702"/>
                  <a:pt x="972" y="701"/>
                  <a:pt x="967" y="700"/>
                </a:cubicBezTo>
                <a:cubicBezTo>
                  <a:pt x="969" y="704"/>
                  <a:pt x="973" y="707"/>
                  <a:pt x="981" y="705"/>
                </a:cubicBezTo>
                <a:cubicBezTo>
                  <a:pt x="982" y="705"/>
                  <a:pt x="982" y="704"/>
                  <a:pt x="982" y="703"/>
                </a:cubicBezTo>
                <a:close/>
                <a:moveTo>
                  <a:pt x="1003" y="664"/>
                </a:moveTo>
                <a:cubicBezTo>
                  <a:pt x="1003" y="664"/>
                  <a:pt x="1003" y="665"/>
                  <a:pt x="1002" y="665"/>
                </a:cubicBezTo>
                <a:cubicBezTo>
                  <a:pt x="1003" y="666"/>
                  <a:pt x="1005" y="666"/>
                  <a:pt x="1006" y="666"/>
                </a:cubicBezTo>
                <a:cubicBezTo>
                  <a:pt x="1007" y="669"/>
                  <a:pt x="1006" y="671"/>
                  <a:pt x="1005" y="672"/>
                </a:cubicBezTo>
                <a:cubicBezTo>
                  <a:pt x="1007" y="672"/>
                  <a:pt x="1009" y="672"/>
                  <a:pt x="1011" y="673"/>
                </a:cubicBezTo>
                <a:cubicBezTo>
                  <a:pt x="1011" y="673"/>
                  <a:pt x="1011" y="673"/>
                  <a:pt x="1011" y="673"/>
                </a:cubicBezTo>
                <a:cubicBezTo>
                  <a:pt x="1011" y="673"/>
                  <a:pt x="1011" y="672"/>
                  <a:pt x="1011" y="672"/>
                </a:cubicBezTo>
                <a:cubicBezTo>
                  <a:pt x="1012" y="672"/>
                  <a:pt x="1013" y="673"/>
                  <a:pt x="1013" y="673"/>
                </a:cubicBezTo>
                <a:cubicBezTo>
                  <a:pt x="1015" y="673"/>
                  <a:pt x="1016" y="674"/>
                  <a:pt x="1017" y="674"/>
                </a:cubicBezTo>
                <a:cubicBezTo>
                  <a:pt x="1017" y="674"/>
                  <a:pt x="1018" y="674"/>
                  <a:pt x="1018" y="675"/>
                </a:cubicBezTo>
                <a:cubicBezTo>
                  <a:pt x="1018" y="674"/>
                  <a:pt x="1018" y="674"/>
                  <a:pt x="1019" y="674"/>
                </a:cubicBezTo>
                <a:cubicBezTo>
                  <a:pt x="1018" y="674"/>
                  <a:pt x="1018" y="674"/>
                  <a:pt x="1018" y="674"/>
                </a:cubicBezTo>
                <a:cubicBezTo>
                  <a:pt x="1018" y="671"/>
                  <a:pt x="1018" y="670"/>
                  <a:pt x="1019" y="668"/>
                </a:cubicBezTo>
                <a:cubicBezTo>
                  <a:pt x="1019" y="668"/>
                  <a:pt x="1019" y="668"/>
                  <a:pt x="1019" y="668"/>
                </a:cubicBezTo>
                <a:cubicBezTo>
                  <a:pt x="1018" y="667"/>
                  <a:pt x="1017" y="667"/>
                  <a:pt x="1016" y="667"/>
                </a:cubicBezTo>
                <a:cubicBezTo>
                  <a:pt x="1017" y="668"/>
                  <a:pt x="1017" y="670"/>
                  <a:pt x="1015" y="672"/>
                </a:cubicBezTo>
                <a:cubicBezTo>
                  <a:pt x="1011" y="672"/>
                  <a:pt x="1012" y="668"/>
                  <a:pt x="1010" y="668"/>
                </a:cubicBezTo>
                <a:cubicBezTo>
                  <a:pt x="1010" y="667"/>
                  <a:pt x="1010" y="666"/>
                  <a:pt x="1011" y="666"/>
                </a:cubicBezTo>
                <a:cubicBezTo>
                  <a:pt x="1008" y="665"/>
                  <a:pt x="1006" y="665"/>
                  <a:pt x="1003" y="664"/>
                </a:cubicBezTo>
                <a:close/>
                <a:moveTo>
                  <a:pt x="16" y="581"/>
                </a:moveTo>
                <a:cubicBezTo>
                  <a:pt x="17" y="580"/>
                  <a:pt x="17" y="579"/>
                  <a:pt x="17" y="579"/>
                </a:cubicBezTo>
                <a:cubicBezTo>
                  <a:pt x="17" y="578"/>
                  <a:pt x="16" y="577"/>
                  <a:pt x="16" y="575"/>
                </a:cubicBezTo>
                <a:cubicBezTo>
                  <a:pt x="17" y="575"/>
                  <a:pt x="18" y="574"/>
                  <a:pt x="20" y="574"/>
                </a:cubicBezTo>
                <a:cubicBezTo>
                  <a:pt x="20" y="574"/>
                  <a:pt x="20" y="573"/>
                  <a:pt x="21" y="573"/>
                </a:cubicBezTo>
                <a:cubicBezTo>
                  <a:pt x="20" y="573"/>
                  <a:pt x="20" y="573"/>
                  <a:pt x="20" y="574"/>
                </a:cubicBezTo>
                <a:cubicBezTo>
                  <a:pt x="19" y="573"/>
                  <a:pt x="18" y="573"/>
                  <a:pt x="18" y="572"/>
                </a:cubicBezTo>
                <a:cubicBezTo>
                  <a:pt x="18" y="572"/>
                  <a:pt x="18" y="572"/>
                  <a:pt x="18" y="572"/>
                </a:cubicBezTo>
                <a:cubicBezTo>
                  <a:pt x="18" y="571"/>
                  <a:pt x="18" y="570"/>
                  <a:pt x="18" y="570"/>
                </a:cubicBezTo>
                <a:cubicBezTo>
                  <a:pt x="18" y="568"/>
                  <a:pt x="20" y="566"/>
                  <a:pt x="21" y="564"/>
                </a:cubicBezTo>
                <a:cubicBezTo>
                  <a:pt x="25" y="564"/>
                  <a:pt x="25" y="564"/>
                  <a:pt x="25" y="564"/>
                </a:cubicBezTo>
                <a:cubicBezTo>
                  <a:pt x="29" y="558"/>
                  <a:pt x="32" y="552"/>
                  <a:pt x="36" y="547"/>
                </a:cubicBezTo>
                <a:cubicBezTo>
                  <a:pt x="35" y="546"/>
                  <a:pt x="36" y="542"/>
                  <a:pt x="36" y="540"/>
                </a:cubicBezTo>
                <a:cubicBezTo>
                  <a:pt x="37" y="541"/>
                  <a:pt x="39" y="540"/>
                  <a:pt x="40" y="541"/>
                </a:cubicBezTo>
                <a:cubicBezTo>
                  <a:pt x="40" y="540"/>
                  <a:pt x="41" y="540"/>
                  <a:pt x="41" y="539"/>
                </a:cubicBezTo>
                <a:cubicBezTo>
                  <a:pt x="41" y="538"/>
                  <a:pt x="41" y="538"/>
                  <a:pt x="42" y="538"/>
                </a:cubicBezTo>
                <a:cubicBezTo>
                  <a:pt x="42" y="537"/>
                  <a:pt x="42" y="537"/>
                  <a:pt x="43" y="537"/>
                </a:cubicBezTo>
                <a:cubicBezTo>
                  <a:pt x="42" y="535"/>
                  <a:pt x="41" y="534"/>
                  <a:pt x="41" y="532"/>
                </a:cubicBezTo>
                <a:cubicBezTo>
                  <a:pt x="41" y="533"/>
                  <a:pt x="41" y="535"/>
                  <a:pt x="40" y="537"/>
                </a:cubicBezTo>
                <a:cubicBezTo>
                  <a:pt x="40" y="538"/>
                  <a:pt x="38" y="538"/>
                  <a:pt x="38" y="540"/>
                </a:cubicBezTo>
                <a:cubicBezTo>
                  <a:pt x="36" y="540"/>
                  <a:pt x="35" y="540"/>
                  <a:pt x="34" y="539"/>
                </a:cubicBezTo>
                <a:cubicBezTo>
                  <a:pt x="33" y="540"/>
                  <a:pt x="32" y="542"/>
                  <a:pt x="31" y="543"/>
                </a:cubicBezTo>
                <a:cubicBezTo>
                  <a:pt x="32" y="544"/>
                  <a:pt x="34" y="546"/>
                  <a:pt x="35" y="547"/>
                </a:cubicBezTo>
                <a:cubicBezTo>
                  <a:pt x="30" y="547"/>
                  <a:pt x="30" y="547"/>
                  <a:pt x="30" y="547"/>
                </a:cubicBezTo>
                <a:cubicBezTo>
                  <a:pt x="29" y="547"/>
                  <a:pt x="29" y="546"/>
                  <a:pt x="29" y="546"/>
                </a:cubicBezTo>
                <a:cubicBezTo>
                  <a:pt x="24" y="554"/>
                  <a:pt x="19" y="563"/>
                  <a:pt x="14" y="571"/>
                </a:cubicBezTo>
                <a:cubicBezTo>
                  <a:pt x="15" y="572"/>
                  <a:pt x="16" y="573"/>
                  <a:pt x="15" y="575"/>
                </a:cubicBezTo>
                <a:cubicBezTo>
                  <a:pt x="13" y="576"/>
                  <a:pt x="11" y="577"/>
                  <a:pt x="14" y="579"/>
                </a:cubicBezTo>
                <a:cubicBezTo>
                  <a:pt x="14" y="579"/>
                  <a:pt x="13" y="580"/>
                  <a:pt x="13" y="581"/>
                </a:cubicBezTo>
                <a:cubicBezTo>
                  <a:pt x="11" y="581"/>
                  <a:pt x="11" y="580"/>
                  <a:pt x="11" y="579"/>
                </a:cubicBezTo>
                <a:cubicBezTo>
                  <a:pt x="11" y="580"/>
                  <a:pt x="11" y="581"/>
                  <a:pt x="12" y="582"/>
                </a:cubicBezTo>
                <a:cubicBezTo>
                  <a:pt x="14" y="583"/>
                  <a:pt x="15" y="582"/>
                  <a:pt x="16" y="581"/>
                </a:cubicBezTo>
                <a:close/>
                <a:moveTo>
                  <a:pt x="265" y="463"/>
                </a:moveTo>
                <a:cubicBezTo>
                  <a:pt x="263" y="461"/>
                  <a:pt x="260" y="459"/>
                  <a:pt x="258" y="459"/>
                </a:cubicBezTo>
                <a:cubicBezTo>
                  <a:pt x="257" y="460"/>
                  <a:pt x="257" y="460"/>
                  <a:pt x="257" y="460"/>
                </a:cubicBezTo>
                <a:cubicBezTo>
                  <a:pt x="261" y="462"/>
                  <a:pt x="258" y="465"/>
                  <a:pt x="258" y="468"/>
                </a:cubicBezTo>
                <a:cubicBezTo>
                  <a:pt x="260" y="467"/>
                  <a:pt x="262" y="465"/>
                  <a:pt x="265" y="463"/>
                </a:cubicBezTo>
                <a:close/>
                <a:moveTo>
                  <a:pt x="41" y="532"/>
                </a:moveTo>
                <a:cubicBezTo>
                  <a:pt x="41" y="530"/>
                  <a:pt x="41" y="530"/>
                  <a:pt x="41" y="532"/>
                </a:cubicBezTo>
                <a:close/>
                <a:moveTo>
                  <a:pt x="173" y="460"/>
                </a:moveTo>
                <a:cubicBezTo>
                  <a:pt x="174" y="460"/>
                  <a:pt x="174" y="460"/>
                  <a:pt x="175" y="460"/>
                </a:cubicBezTo>
                <a:cubicBezTo>
                  <a:pt x="175" y="460"/>
                  <a:pt x="174" y="459"/>
                  <a:pt x="174" y="459"/>
                </a:cubicBezTo>
                <a:cubicBezTo>
                  <a:pt x="174" y="459"/>
                  <a:pt x="174" y="460"/>
                  <a:pt x="173" y="460"/>
                </a:cubicBezTo>
                <a:close/>
                <a:moveTo>
                  <a:pt x="70" y="851"/>
                </a:moveTo>
                <a:cubicBezTo>
                  <a:pt x="69" y="851"/>
                  <a:pt x="69" y="852"/>
                  <a:pt x="69" y="854"/>
                </a:cubicBezTo>
                <a:cubicBezTo>
                  <a:pt x="68" y="854"/>
                  <a:pt x="67" y="854"/>
                  <a:pt x="66" y="854"/>
                </a:cubicBezTo>
                <a:cubicBezTo>
                  <a:pt x="65" y="854"/>
                  <a:pt x="65" y="855"/>
                  <a:pt x="65" y="855"/>
                </a:cubicBezTo>
                <a:cubicBezTo>
                  <a:pt x="64" y="857"/>
                  <a:pt x="65" y="859"/>
                  <a:pt x="67" y="860"/>
                </a:cubicBezTo>
                <a:cubicBezTo>
                  <a:pt x="68" y="856"/>
                  <a:pt x="69" y="853"/>
                  <a:pt x="70" y="851"/>
                </a:cubicBezTo>
                <a:close/>
                <a:moveTo>
                  <a:pt x="185" y="613"/>
                </a:moveTo>
                <a:cubicBezTo>
                  <a:pt x="186" y="611"/>
                  <a:pt x="187" y="610"/>
                  <a:pt x="188" y="609"/>
                </a:cubicBezTo>
                <a:cubicBezTo>
                  <a:pt x="187" y="609"/>
                  <a:pt x="185" y="609"/>
                  <a:pt x="183" y="609"/>
                </a:cubicBezTo>
                <a:cubicBezTo>
                  <a:pt x="183" y="607"/>
                  <a:pt x="183" y="605"/>
                  <a:pt x="182" y="604"/>
                </a:cubicBezTo>
                <a:cubicBezTo>
                  <a:pt x="175" y="615"/>
                  <a:pt x="168" y="626"/>
                  <a:pt x="161" y="637"/>
                </a:cubicBezTo>
                <a:cubicBezTo>
                  <a:pt x="164" y="639"/>
                  <a:pt x="169" y="647"/>
                  <a:pt x="162" y="648"/>
                </a:cubicBezTo>
                <a:cubicBezTo>
                  <a:pt x="161" y="648"/>
                  <a:pt x="159" y="646"/>
                  <a:pt x="158" y="644"/>
                </a:cubicBezTo>
                <a:cubicBezTo>
                  <a:pt x="153" y="652"/>
                  <a:pt x="148" y="661"/>
                  <a:pt x="143" y="670"/>
                </a:cubicBezTo>
                <a:cubicBezTo>
                  <a:pt x="149" y="670"/>
                  <a:pt x="149" y="670"/>
                  <a:pt x="149" y="670"/>
                </a:cubicBezTo>
                <a:cubicBezTo>
                  <a:pt x="149" y="672"/>
                  <a:pt x="149" y="673"/>
                  <a:pt x="150" y="674"/>
                </a:cubicBezTo>
                <a:cubicBezTo>
                  <a:pt x="150" y="673"/>
                  <a:pt x="151" y="672"/>
                  <a:pt x="151" y="672"/>
                </a:cubicBezTo>
                <a:cubicBezTo>
                  <a:pt x="151" y="671"/>
                  <a:pt x="151" y="671"/>
                  <a:pt x="151" y="670"/>
                </a:cubicBezTo>
                <a:cubicBezTo>
                  <a:pt x="152" y="670"/>
                  <a:pt x="152" y="670"/>
                  <a:pt x="152" y="670"/>
                </a:cubicBezTo>
                <a:cubicBezTo>
                  <a:pt x="162" y="652"/>
                  <a:pt x="172" y="634"/>
                  <a:pt x="183" y="617"/>
                </a:cubicBezTo>
                <a:cubicBezTo>
                  <a:pt x="179" y="617"/>
                  <a:pt x="179" y="617"/>
                  <a:pt x="179" y="617"/>
                </a:cubicBezTo>
                <a:cubicBezTo>
                  <a:pt x="179" y="615"/>
                  <a:pt x="179" y="614"/>
                  <a:pt x="179" y="612"/>
                </a:cubicBezTo>
                <a:cubicBezTo>
                  <a:pt x="181" y="613"/>
                  <a:pt x="183" y="613"/>
                  <a:pt x="185" y="613"/>
                </a:cubicBezTo>
                <a:close/>
                <a:moveTo>
                  <a:pt x="909" y="682"/>
                </a:moveTo>
                <a:cubicBezTo>
                  <a:pt x="901" y="682"/>
                  <a:pt x="901" y="682"/>
                  <a:pt x="901" y="682"/>
                </a:cubicBezTo>
                <a:cubicBezTo>
                  <a:pt x="901" y="681"/>
                  <a:pt x="901" y="679"/>
                  <a:pt x="902" y="678"/>
                </a:cubicBezTo>
                <a:cubicBezTo>
                  <a:pt x="900" y="677"/>
                  <a:pt x="898" y="677"/>
                  <a:pt x="896" y="676"/>
                </a:cubicBezTo>
                <a:cubicBezTo>
                  <a:pt x="894" y="676"/>
                  <a:pt x="893" y="676"/>
                  <a:pt x="891" y="676"/>
                </a:cubicBezTo>
                <a:cubicBezTo>
                  <a:pt x="891" y="676"/>
                  <a:pt x="891" y="676"/>
                  <a:pt x="891" y="677"/>
                </a:cubicBezTo>
                <a:cubicBezTo>
                  <a:pt x="889" y="678"/>
                  <a:pt x="886" y="677"/>
                  <a:pt x="885" y="676"/>
                </a:cubicBezTo>
                <a:cubicBezTo>
                  <a:pt x="885" y="674"/>
                  <a:pt x="886" y="673"/>
                  <a:pt x="887" y="673"/>
                </a:cubicBezTo>
                <a:cubicBezTo>
                  <a:pt x="887" y="672"/>
                  <a:pt x="887" y="672"/>
                  <a:pt x="886" y="671"/>
                </a:cubicBezTo>
                <a:cubicBezTo>
                  <a:pt x="884" y="670"/>
                  <a:pt x="882" y="669"/>
                  <a:pt x="879" y="668"/>
                </a:cubicBezTo>
                <a:cubicBezTo>
                  <a:pt x="879" y="669"/>
                  <a:pt x="878" y="669"/>
                  <a:pt x="878" y="669"/>
                </a:cubicBezTo>
                <a:cubicBezTo>
                  <a:pt x="877" y="669"/>
                  <a:pt x="875" y="665"/>
                  <a:pt x="874" y="668"/>
                </a:cubicBezTo>
                <a:cubicBezTo>
                  <a:pt x="876" y="670"/>
                  <a:pt x="877" y="672"/>
                  <a:pt x="877" y="675"/>
                </a:cubicBezTo>
                <a:cubicBezTo>
                  <a:pt x="897" y="684"/>
                  <a:pt x="918" y="693"/>
                  <a:pt x="939" y="699"/>
                </a:cubicBezTo>
                <a:cubicBezTo>
                  <a:pt x="939" y="699"/>
                  <a:pt x="939" y="699"/>
                  <a:pt x="939" y="699"/>
                </a:cubicBezTo>
                <a:cubicBezTo>
                  <a:pt x="945" y="699"/>
                  <a:pt x="945" y="699"/>
                  <a:pt x="945" y="699"/>
                </a:cubicBezTo>
                <a:cubicBezTo>
                  <a:pt x="947" y="700"/>
                  <a:pt x="949" y="701"/>
                  <a:pt x="950" y="703"/>
                </a:cubicBezTo>
                <a:cubicBezTo>
                  <a:pt x="950" y="703"/>
                  <a:pt x="950" y="703"/>
                  <a:pt x="950" y="703"/>
                </a:cubicBezTo>
                <a:cubicBezTo>
                  <a:pt x="951" y="703"/>
                  <a:pt x="951" y="703"/>
                  <a:pt x="952" y="703"/>
                </a:cubicBezTo>
                <a:cubicBezTo>
                  <a:pt x="951" y="702"/>
                  <a:pt x="950" y="700"/>
                  <a:pt x="949" y="699"/>
                </a:cubicBezTo>
                <a:cubicBezTo>
                  <a:pt x="962" y="699"/>
                  <a:pt x="962" y="699"/>
                  <a:pt x="962" y="699"/>
                </a:cubicBezTo>
                <a:cubicBezTo>
                  <a:pt x="944" y="694"/>
                  <a:pt x="925" y="688"/>
                  <a:pt x="908" y="681"/>
                </a:cubicBezTo>
                <a:cubicBezTo>
                  <a:pt x="908" y="681"/>
                  <a:pt x="909" y="681"/>
                  <a:pt x="909" y="682"/>
                </a:cubicBezTo>
                <a:close/>
                <a:moveTo>
                  <a:pt x="72" y="851"/>
                </a:moveTo>
                <a:cubicBezTo>
                  <a:pt x="73" y="851"/>
                  <a:pt x="74" y="850"/>
                  <a:pt x="74" y="849"/>
                </a:cubicBezTo>
                <a:cubicBezTo>
                  <a:pt x="74" y="849"/>
                  <a:pt x="74" y="849"/>
                  <a:pt x="74" y="849"/>
                </a:cubicBezTo>
                <a:cubicBezTo>
                  <a:pt x="76" y="843"/>
                  <a:pt x="79" y="836"/>
                  <a:pt x="81" y="830"/>
                </a:cubicBezTo>
                <a:cubicBezTo>
                  <a:pt x="81" y="829"/>
                  <a:pt x="80" y="828"/>
                  <a:pt x="81" y="826"/>
                </a:cubicBezTo>
                <a:cubicBezTo>
                  <a:pt x="81" y="826"/>
                  <a:pt x="82" y="826"/>
                  <a:pt x="83" y="826"/>
                </a:cubicBezTo>
                <a:cubicBezTo>
                  <a:pt x="88" y="812"/>
                  <a:pt x="93" y="799"/>
                  <a:pt x="98" y="786"/>
                </a:cubicBezTo>
                <a:cubicBezTo>
                  <a:pt x="95" y="784"/>
                  <a:pt x="96" y="783"/>
                  <a:pt x="92" y="783"/>
                </a:cubicBezTo>
                <a:cubicBezTo>
                  <a:pt x="90" y="787"/>
                  <a:pt x="89" y="791"/>
                  <a:pt x="87" y="795"/>
                </a:cubicBezTo>
                <a:cubicBezTo>
                  <a:pt x="88" y="795"/>
                  <a:pt x="90" y="796"/>
                  <a:pt x="91" y="796"/>
                </a:cubicBezTo>
                <a:cubicBezTo>
                  <a:pt x="87" y="796"/>
                  <a:pt x="87" y="796"/>
                  <a:pt x="87" y="796"/>
                </a:cubicBezTo>
                <a:cubicBezTo>
                  <a:pt x="83" y="805"/>
                  <a:pt x="80" y="814"/>
                  <a:pt x="76" y="824"/>
                </a:cubicBezTo>
                <a:cubicBezTo>
                  <a:pt x="73" y="832"/>
                  <a:pt x="70" y="841"/>
                  <a:pt x="67" y="849"/>
                </a:cubicBezTo>
                <a:cubicBezTo>
                  <a:pt x="71" y="849"/>
                  <a:pt x="71" y="849"/>
                  <a:pt x="71" y="849"/>
                </a:cubicBezTo>
                <a:cubicBezTo>
                  <a:pt x="71" y="850"/>
                  <a:pt x="72" y="850"/>
                  <a:pt x="72" y="851"/>
                </a:cubicBezTo>
                <a:close/>
                <a:moveTo>
                  <a:pt x="95" y="788"/>
                </a:moveTo>
                <a:cubicBezTo>
                  <a:pt x="94" y="791"/>
                  <a:pt x="95" y="794"/>
                  <a:pt x="93" y="795"/>
                </a:cubicBezTo>
                <a:cubicBezTo>
                  <a:pt x="88" y="795"/>
                  <a:pt x="87" y="786"/>
                  <a:pt x="95" y="788"/>
                </a:cubicBezTo>
                <a:close/>
                <a:moveTo>
                  <a:pt x="552" y="427"/>
                </a:moveTo>
                <a:cubicBezTo>
                  <a:pt x="564" y="427"/>
                  <a:pt x="576" y="427"/>
                  <a:pt x="588" y="428"/>
                </a:cubicBezTo>
                <a:cubicBezTo>
                  <a:pt x="588" y="426"/>
                  <a:pt x="588" y="424"/>
                  <a:pt x="589" y="423"/>
                </a:cubicBezTo>
                <a:cubicBezTo>
                  <a:pt x="588" y="423"/>
                  <a:pt x="586" y="422"/>
                  <a:pt x="586" y="421"/>
                </a:cubicBezTo>
                <a:cubicBezTo>
                  <a:pt x="582" y="421"/>
                  <a:pt x="579" y="421"/>
                  <a:pt x="576" y="421"/>
                </a:cubicBezTo>
                <a:cubicBezTo>
                  <a:pt x="576" y="423"/>
                  <a:pt x="575" y="425"/>
                  <a:pt x="575" y="427"/>
                </a:cubicBezTo>
                <a:cubicBezTo>
                  <a:pt x="573" y="427"/>
                  <a:pt x="570" y="427"/>
                  <a:pt x="568" y="427"/>
                </a:cubicBezTo>
                <a:cubicBezTo>
                  <a:pt x="568" y="425"/>
                  <a:pt x="568" y="423"/>
                  <a:pt x="568" y="421"/>
                </a:cubicBezTo>
                <a:cubicBezTo>
                  <a:pt x="570" y="421"/>
                  <a:pt x="571" y="421"/>
                  <a:pt x="572" y="420"/>
                </a:cubicBezTo>
                <a:cubicBezTo>
                  <a:pt x="570" y="420"/>
                  <a:pt x="568" y="420"/>
                  <a:pt x="566" y="420"/>
                </a:cubicBezTo>
                <a:cubicBezTo>
                  <a:pt x="566" y="420"/>
                  <a:pt x="566" y="420"/>
                  <a:pt x="566" y="420"/>
                </a:cubicBezTo>
                <a:cubicBezTo>
                  <a:pt x="566" y="422"/>
                  <a:pt x="566" y="423"/>
                  <a:pt x="566" y="424"/>
                </a:cubicBezTo>
                <a:cubicBezTo>
                  <a:pt x="565" y="424"/>
                  <a:pt x="565" y="424"/>
                  <a:pt x="565" y="424"/>
                </a:cubicBezTo>
                <a:cubicBezTo>
                  <a:pt x="565" y="425"/>
                  <a:pt x="565" y="426"/>
                  <a:pt x="565" y="427"/>
                </a:cubicBezTo>
                <a:cubicBezTo>
                  <a:pt x="562" y="427"/>
                  <a:pt x="563" y="427"/>
                  <a:pt x="560" y="427"/>
                </a:cubicBezTo>
                <a:cubicBezTo>
                  <a:pt x="560" y="425"/>
                  <a:pt x="560" y="424"/>
                  <a:pt x="561" y="423"/>
                </a:cubicBezTo>
                <a:cubicBezTo>
                  <a:pt x="561" y="421"/>
                  <a:pt x="561" y="421"/>
                  <a:pt x="563" y="420"/>
                </a:cubicBezTo>
                <a:cubicBezTo>
                  <a:pt x="555" y="420"/>
                  <a:pt x="548" y="421"/>
                  <a:pt x="541" y="421"/>
                </a:cubicBezTo>
                <a:cubicBezTo>
                  <a:pt x="541" y="421"/>
                  <a:pt x="541" y="421"/>
                  <a:pt x="541" y="421"/>
                </a:cubicBezTo>
                <a:cubicBezTo>
                  <a:pt x="539" y="421"/>
                  <a:pt x="538" y="421"/>
                  <a:pt x="537" y="421"/>
                </a:cubicBezTo>
                <a:cubicBezTo>
                  <a:pt x="535" y="421"/>
                  <a:pt x="533" y="421"/>
                  <a:pt x="531" y="421"/>
                </a:cubicBezTo>
                <a:cubicBezTo>
                  <a:pt x="531" y="421"/>
                  <a:pt x="530" y="422"/>
                  <a:pt x="530" y="422"/>
                </a:cubicBezTo>
                <a:cubicBezTo>
                  <a:pt x="531" y="424"/>
                  <a:pt x="535" y="424"/>
                  <a:pt x="537" y="425"/>
                </a:cubicBezTo>
                <a:cubicBezTo>
                  <a:pt x="537" y="426"/>
                  <a:pt x="537" y="427"/>
                  <a:pt x="537" y="428"/>
                </a:cubicBezTo>
                <a:cubicBezTo>
                  <a:pt x="540" y="428"/>
                  <a:pt x="542" y="427"/>
                  <a:pt x="544" y="427"/>
                </a:cubicBezTo>
                <a:cubicBezTo>
                  <a:pt x="544" y="427"/>
                  <a:pt x="544" y="427"/>
                  <a:pt x="545" y="426"/>
                </a:cubicBezTo>
                <a:cubicBezTo>
                  <a:pt x="549" y="426"/>
                  <a:pt x="551" y="420"/>
                  <a:pt x="555" y="423"/>
                </a:cubicBezTo>
                <a:cubicBezTo>
                  <a:pt x="555" y="425"/>
                  <a:pt x="553" y="426"/>
                  <a:pt x="552" y="427"/>
                </a:cubicBezTo>
                <a:cubicBezTo>
                  <a:pt x="552" y="427"/>
                  <a:pt x="552" y="427"/>
                  <a:pt x="552" y="427"/>
                </a:cubicBezTo>
                <a:close/>
                <a:moveTo>
                  <a:pt x="766" y="459"/>
                </a:moveTo>
                <a:cubicBezTo>
                  <a:pt x="766" y="458"/>
                  <a:pt x="766" y="458"/>
                  <a:pt x="766" y="457"/>
                </a:cubicBezTo>
                <a:cubicBezTo>
                  <a:pt x="767" y="457"/>
                  <a:pt x="768" y="457"/>
                  <a:pt x="768" y="457"/>
                </a:cubicBezTo>
                <a:cubicBezTo>
                  <a:pt x="768" y="457"/>
                  <a:pt x="769" y="457"/>
                  <a:pt x="769" y="456"/>
                </a:cubicBezTo>
                <a:cubicBezTo>
                  <a:pt x="767" y="454"/>
                  <a:pt x="765" y="453"/>
                  <a:pt x="762" y="451"/>
                </a:cubicBezTo>
                <a:cubicBezTo>
                  <a:pt x="763" y="451"/>
                  <a:pt x="763" y="451"/>
                  <a:pt x="763" y="451"/>
                </a:cubicBezTo>
                <a:cubicBezTo>
                  <a:pt x="746" y="446"/>
                  <a:pt x="729" y="442"/>
                  <a:pt x="712" y="438"/>
                </a:cubicBezTo>
                <a:cubicBezTo>
                  <a:pt x="705" y="437"/>
                  <a:pt x="699" y="436"/>
                  <a:pt x="692" y="434"/>
                </a:cubicBezTo>
                <a:cubicBezTo>
                  <a:pt x="688" y="434"/>
                  <a:pt x="688" y="434"/>
                  <a:pt x="688" y="434"/>
                </a:cubicBezTo>
                <a:cubicBezTo>
                  <a:pt x="689" y="434"/>
                  <a:pt x="690" y="434"/>
                  <a:pt x="691" y="434"/>
                </a:cubicBezTo>
                <a:cubicBezTo>
                  <a:pt x="689" y="434"/>
                  <a:pt x="688" y="433"/>
                  <a:pt x="687" y="433"/>
                </a:cubicBezTo>
                <a:cubicBezTo>
                  <a:pt x="687" y="434"/>
                  <a:pt x="687" y="434"/>
                  <a:pt x="687" y="434"/>
                </a:cubicBezTo>
                <a:cubicBezTo>
                  <a:pt x="681" y="434"/>
                  <a:pt x="681" y="434"/>
                  <a:pt x="681" y="434"/>
                </a:cubicBezTo>
                <a:cubicBezTo>
                  <a:pt x="681" y="434"/>
                  <a:pt x="682" y="433"/>
                  <a:pt x="682" y="432"/>
                </a:cubicBezTo>
                <a:cubicBezTo>
                  <a:pt x="666" y="429"/>
                  <a:pt x="651" y="427"/>
                  <a:pt x="635" y="425"/>
                </a:cubicBezTo>
                <a:cubicBezTo>
                  <a:pt x="635" y="425"/>
                  <a:pt x="636" y="426"/>
                  <a:pt x="637" y="426"/>
                </a:cubicBezTo>
                <a:cubicBezTo>
                  <a:pt x="637" y="428"/>
                  <a:pt x="637" y="431"/>
                  <a:pt x="636" y="432"/>
                </a:cubicBezTo>
                <a:cubicBezTo>
                  <a:pt x="635" y="432"/>
                  <a:pt x="635" y="432"/>
                  <a:pt x="635" y="432"/>
                </a:cubicBezTo>
                <a:cubicBezTo>
                  <a:pt x="677" y="437"/>
                  <a:pt x="718" y="446"/>
                  <a:pt x="758" y="457"/>
                </a:cubicBezTo>
                <a:cubicBezTo>
                  <a:pt x="758" y="456"/>
                  <a:pt x="758" y="456"/>
                  <a:pt x="758" y="455"/>
                </a:cubicBezTo>
                <a:cubicBezTo>
                  <a:pt x="764" y="454"/>
                  <a:pt x="765" y="456"/>
                  <a:pt x="765" y="459"/>
                </a:cubicBezTo>
                <a:cubicBezTo>
                  <a:pt x="765" y="459"/>
                  <a:pt x="766" y="459"/>
                  <a:pt x="766" y="459"/>
                </a:cubicBezTo>
                <a:close/>
                <a:moveTo>
                  <a:pt x="676" y="434"/>
                </a:moveTo>
                <a:cubicBezTo>
                  <a:pt x="676" y="434"/>
                  <a:pt x="676" y="434"/>
                  <a:pt x="676" y="434"/>
                </a:cubicBezTo>
                <a:cubicBezTo>
                  <a:pt x="676" y="434"/>
                  <a:pt x="676" y="434"/>
                  <a:pt x="677" y="434"/>
                </a:cubicBezTo>
                <a:lnTo>
                  <a:pt x="676" y="434"/>
                </a:lnTo>
                <a:close/>
                <a:moveTo>
                  <a:pt x="522" y="422"/>
                </a:moveTo>
                <a:cubicBezTo>
                  <a:pt x="517" y="422"/>
                  <a:pt x="512" y="423"/>
                  <a:pt x="507" y="423"/>
                </a:cubicBezTo>
                <a:cubicBezTo>
                  <a:pt x="505" y="423"/>
                  <a:pt x="502" y="424"/>
                  <a:pt x="500" y="424"/>
                </a:cubicBezTo>
                <a:cubicBezTo>
                  <a:pt x="501" y="425"/>
                  <a:pt x="501" y="428"/>
                  <a:pt x="502" y="430"/>
                </a:cubicBezTo>
                <a:cubicBezTo>
                  <a:pt x="509" y="430"/>
                  <a:pt x="517" y="429"/>
                  <a:pt x="524" y="428"/>
                </a:cubicBezTo>
                <a:cubicBezTo>
                  <a:pt x="524" y="428"/>
                  <a:pt x="524" y="428"/>
                  <a:pt x="524" y="428"/>
                </a:cubicBezTo>
                <a:cubicBezTo>
                  <a:pt x="521" y="429"/>
                  <a:pt x="522" y="427"/>
                  <a:pt x="519" y="427"/>
                </a:cubicBezTo>
                <a:cubicBezTo>
                  <a:pt x="519" y="424"/>
                  <a:pt x="521" y="423"/>
                  <a:pt x="522" y="422"/>
                </a:cubicBezTo>
                <a:close/>
                <a:moveTo>
                  <a:pt x="332" y="457"/>
                </a:moveTo>
                <a:cubicBezTo>
                  <a:pt x="331" y="457"/>
                  <a:pt x="330" y="458"/>
                  <a:pt x="330" y="458"/>
                </a:cubicBezTo>
                <a:cubicBezTo>
                  <a:pt x="331" y="459"/>
                  <a:pt x="332" y="460"/>
                  <a:pt x="332" y="462"/>
                </a:cubicBezTo>
                <a:cubicBezTo>
                  <a:pt x="334" y="462"/>
                  <a:pt x="335" y="460"/>
                  <a:pt x="336" y="462"/>
                </a:cubicBezTo>
                <a:cubicBezTo>
                  <a:pt x="347" y="456"/>
                  <a:pt x="358" y="450"/>
                  <a:pt x="369" y="445"/>
                </a:cubicBezTo>
                <a:cubicBezTo>
                  <a:pt x="375" y="442"/>
                  <a:pt x="382" y="439"/>
                  <a:pt x="389" y="436"/>
                </a:cubicBezTo>
                <a:cubicBezTo>
                  <a:pt x="387" y="436"/>
                  <a:pt x="385" y="436"/>
                  <a:pt x="385" y="434"/>
                </a:cubicBezTo>
                <a:cubicBezTo>
                  <a:pt x="385" y="435"/>
                  <a:pt x="385" y="436"/>
                  <a:pt x="386" y="437"/>
                </a:cubicBezTo>
                <a:cubicBezTo>
                  <a:pt x="375" y="437"/>
                  <a:pt x="375" y="437"/>
                  <a:pt x="375" y="437"/>
                </a:cubicBezTo>
                <a:cubicBezTo>
                  <a:pt x="375" y="437"/>
                  <a:pt x="374" y="436"/>
                  <a:pt x="374" y="436"/>
                </a:cubicBezTo>
                <a:cubicBezTo>
                  <a:pt x="361" y="442"/>
                  <a:pt x="348" y="448"/>
                  <a:pt x="336" y="455"/>
                </a:cubicBezTo>
                <a:cubicBezTo>
                  <a:pt x="338" y="455"/>
                  <a:pt x="338" y="455"/>
                  <a:pt x="338" y="455"/>
                </a:cubicBezTo>
                <a:cubicBezTo>
                  <a:pt x="337" y="456"/>
                  <a:pt x="337" y="456"/>
                  <a:pt x="337" y="457"/>
                </a:cubicBezTo>
                <a:cubicBezTo>
                  <a:pt x="335" y="457"/>
                  <a:pt x="333" y="457"/>
                  <a:pt x="332" y="457"/>
                </a:cubicBezTo>
                <a:close/>
                <a:moveTo>
                  <a:pt x="293" y="491"/>
                </a:moveTo>
                <a:cubicBezTo>
                  <a:pt x="303" y="483"/>
                  <a:pt x="313" y="476"/>
                  <a:pt x="324" y="469"/>
                </a:cubicBezTo>
                <a:cubicBezTo>
                  <a:pt x="325" y="468"/>
                  <a:pt x="325" y="466"/>
                  <a:pt x="325" y="464"/>
                </a:cubicBezTo>
                <a:cubicBezTo>
                  <a:pt x="324" y="464"/>
                  <a:pt x="323" y="463"/>
                  <a:pt x="322" y="463"/>
                </a:cubicBezTo>
                <a:cubicBezTo>
                  <a:pt x="317" y="466"/>
                  <a:pt x="313" y="468"/>
                  <a:pt x="309" y="471"/>
                </a:cubicBezTo>
                <a:cubicBezTo>
                  <a:pt x="309" y="472"/>
                  <a:pt x="308" y="473"/>
                  <a:pt x="308" y="473"/>
                </a:cubicBezTo>
                <a:cubicBezTo>
                  <a:pt x="306" y="473"/>
                  <a:pt x="306" y="473"/>
                  <a:pt x="306" y="473"/>
                </a:cubicBezTo>
                <a:cubicBezTo>
                  <a:pt x="297" y="479"/>
                  <a:pt x="288" y="486"/>
                  <a:pt x="279" y="493"/>
                </a:cubicBezTo>
                <a:cubicBezTo>
                  <a:pt x="280" y="493"/>
                  <a:pt x="280" y="493"/>
                  <a:pt x="281" y="493"/>
                </a:cubicBezTo>
                <a:cubicBezTo>
                  <a:pt x="285" y="496"/>
                  <a:pt x="282" y="498"/>
                  <a:pt x="281" y="501"/>
                </a:cubicBezTo>
                <a:cubicBezTo>
                  <a:pt x="284" y="498"/>
                  <a:pt x="287" y="496"/>
                  <a:pt x="289" y="494"/>
                </a:cubicBezTo>
                <a:cubicBezTo>
                  <a:pt x="287" y="494"/>
                  <a:pt x="286" y="493"/>
                  <a:pt x="285" y="491"/>
                </a:cubicBezTo>
                <a:cubicBezTo>
                  <a:pt x="292" y="491"/>
                  <a:pt x="292" y="491"/>
                  <a:pt x="292" y="491"/>
                </a:cubicBezTo>
                <a:cubicBezTo>
                  <a:pt x="292" y="491"/>
                  <a:pt x="293" y="491"/>
                  <a:pt x="293" y="491"/>
                </a:cubicBezTo>
                <a:close/>
                <a:moveTo>
                  <a:pt x="414" y="422"/>
                </a:moveTo>
                <a:cubicBezTo>
                  <a:pt x="414" y="423"/>
                  <a:pt x="414" y="423"/>
                  <a:pt x="413" y="424"/>
                </a:cubicBezTo>
                <a:cubicBezTo>
                  <a:pt x="411" y="425"/>
                  <a:pt x="411" y="424"/>
                  <a:pt x="410" y="423"/>
                </a:cubicBezTo>
                <a:cubicBezTo>
                  <a:pt x="410" y="423"/>
                  <a:pt x="409" y="423"/>
                  <a:pt x="409" y="423"/>
                </a:cubicBezTo>
                <a:cubicBezTo>
                  <a:pt x="409" y="424"/>
                  <a:pt x="409" y="424"/>
                  <a:pt x="409" y="424"/>
                </a:cubicBezTo>
                <a:cubicBezTo>
                  <a:pt x="408" y="424"/>
                  <a:pt x="407" y="424"/>
                  <a:pt x="406" y="424"/>
                </a:cubicBezTo>
                <a:cubicBezTo>
                  <a:pt x="403" y="425"/>
                  <a:pt x="399" y="427"/>
                  <a:pt x="395" y="428"/>
                </a:cubicBezTo>
                <a:cubicBezTo>
                  <a:pt x="396" y="429"/>
                  <a:pt x="396" y="430"/>
                  <a:pt x="397" y="430"/>
                </a:cubicBezTo>
                <a:cubicBezTo>
                  <a:pt x="401" y="430"/>
                  <a:pt x="400" y="425"/>
                  <a:pt x="406" y="427"/>
                </a:cubicBezTo>
                <a:cubicBezTo>
                  <a:pt x="407" y="427"/>
                  <a:pt x="408" y="428"/>
                  <a:pt x="408" y="429"/>
                </a:cubicBezTo>
                <a:cubicBezTo>
                  <a:pt x="410" y="428"/>
                  <a:pt x="413" y="428"/>
                  <a:pt x="415" y="427"/>
                </a:cubicBezTo>
                <a:cubicBezTo>
                  <a:pt x="415" y="426"/>
                  <a:pt x="416" y="425"/>
                  <a:pt x="418" y="425"/>
                </a:cubicBezTo>
                <a:cubicBezTo>
                  <a:pt x="419" y="425"/>
                  <a:pt x="419" y="426"/>
                  <a:pt x="419" y="426"/>
                </a:cubicBezTo>
                <a:cubicBezTo>
                  <a:pt x="423" y="425"/>
                  <a:pt x="428" y="423"/>
                  <a:pt x="432" y="422"/>
                </a:cubicBezTo>
                <a:cubicBezTo>
                  <a:pt x="429" y="422"/>
                  <a:pt x="426" y="422"/>
                  <a:pt x="424" y="422"/>
                </a:cubicBezTo>
                <a:cubicBezTo>
                  <a:pt x="424" y="421"/>
                  <a:pt x="424" y="420"/>
                  <a:pt x="424" y="419"/>
                </a:cubicBezTo>
                <a:cubicBezTo>
                  <a:pt x="421" y="420"/>
                  <a:pt x="418" y="421"/>
                  <a:pt x="414" y="422"/>
                </a:cubicBezTo>
                <a:close/>
                <a:moveTo>
                  <a:pt x="270" y="459"/>
                </a:moveTo>
                <a:cubicBezTo>
                  <a:pt x="270" y="459"/>
                  <a:pt x="270" y="459"/>
                  <a:pt x="270" y="458"/>
                </a:cubicBezTo>
                <a:cubicBezTo>
                  <a:pt x="270" y="458"/>
                  <a:pt x="270" y="457"/>
                  <a:pt x="269" y="457"/>
                </a:cubicBezTo>
                <a:cubicBezTo>
                  <a:pt x="270" y="458"/>
                  <a:pt x="270" y="458"/>
                  <a:pt x="270" y="459"/>
                </a:cubicBezTo>
                <a:close/>
                <a:moveTo>
                  <a:pt x="737" y="1290"/>
                </a:moveTo>
                <a:cubicBezTo>
                  <a:pt x="733" y="1290"/>
                  <a:pt x="729" y="1291"/>
                  <a:pt x="725" y="1291"/>
                </a:cubicBezTo>
                <a:cubicBezTo>
                  <a:pt x="673" y="1298"/>
                  <a:pt x="619" y="1299"/>
                  <a:pt x="566" y="1295"/>
                </a:cubicBezTo>
                <a:cubicBezTo>
                  <a:pt x="552" y="1294"/>
                  <a:pt x="537" y="1292"/>
                  <a:pt x="523" y="1291"/>
                </a:cubicBezTo>
                <a:cubicBezTo>
                  <a:pt x="524" y="1291"/>
                  <a:pt x="524" y="1291"/>
                  <a:pt x="525" y="1291"/>
                </a:cubicBezTo>
                <a:cubicBezTo>
                  <a:pt x="512" y="1292"/>
                  <a:pt x="512" y="1292"/>
                  <a:pt x="512" y="1292"/>
                </a:cubicBezTo>
                <a:cubicBezTo>
                  <a:pt x="511" y="1291"/>
                  <a:pt x="511" y="1290"/>
                  <a:pt x="510" y="1289"/>
                </a:cubicBezTo>
                <a:cubicBezTo>
                  <a:pt x="508" y="1289"/>
                  <a:pt x="505" y="1288"/>
                  <a:pt x="503" y="1288"/>
                </a:cubicBezTo>
                <a:cubicBezTo>
                  <a:pt x="502" y="1289"/>
                  <a:pt x="501" y="1290"/>
                  <a:pt x="500" y="1289"/>
                </a:cubicBezTo>
                <a:cubicBezTo>
                  <a:pt x="498" y="1289"/>
                  <a:pt x="496" y="1288"/>
                  <a:pt x="495" y="1287"/>
                </a:cubicBezTo>
                <a:cubicBezTo>
                  <a:pt x="485" y="1286"/>
                  <a:pt x="476" y="1285"/>
                  <a:pt x="467" y="1285"/>
                </a:cubicBezTo>
                <a:cubicBezTo>
                  <a:pt x="464" y="1287"/>
                  <a:pt x="460" y="1287"/>
                  <a:pt x="459" y="1290"/>
                </a:cubicBezTo>
                <a:cubicBezTo>
                  <a:pt x="499" y="1292"/>
                  <a:pt x="539" y="1300"/>
                  <a:pt x="579" y="1302"/>
                </a:cubicBezTo>
                <a:cubicBezTo>
                  <a:pt x="645" y="1307"/>
                  <a:pt x="711" y="1302"/>
                  <a:pt x="775" y="1289"/>
                </a:cubicBezTo>
                <a:lnTo>
                  <a:pt x="737" y="1290"/>
                </a:lnTo>
                <a:close/>
                <a:moveTo>
                  <a:pt x="166" y="242"/>
                </a:moveTo>
                <a:cubicBezTo>
                  <a:pt x="171" y="242"/>
                  <a:pt x="171" y="242"/>
                  <a:pt x="171" y="242"/>
                </a:cubicBezTo>
                <a:cubicBezTo>
                  <a:pt x="171" y="243"/>
                  <a:pt x="172" y="244"/>
                  <a:pt x="173" y="244"/>
                </a:cubicBezTo>
                <a:cubicBezTo>
                  <a:pt x="172" y="245"/>
                  <a:pt x="173" y="246"/>
                  <a:pt x="173" y="247"/>
                </a:cubicBezTo>
                <a:cubicBezTo>
                  <a:pt x="175" y="246"/>
                  <a:pt x="177" y="245"/>
                  <a:pt x="179" y="243"/>
                </a:cubicBezTo>
                <a:cubicBezTo>
                  <a:pt x="179" y="243"/>
                  <a:pt x="180" y="243"/>
                  <a:pt x="180" y="242"/>
                </a:cubicBezTo>
                <a:cubicBezTo>
                  <a:pt x="182" y="242"/>
                  <a:pt x="182" y="242"/>
                  <a:pt x="182" y="242"/>
                </a:cubicBezTo>
                <a:cubicBezTo>
                  <a:pt x="191" y="238"/>
                  <a:pt x="200" y="234"/>
                  <a:pt x="209" y="230"/>
                </a:cubicBezTo>
                <a:cubicBezTo>
                  <a:pt x="218" y="226"/>
                  <a:pt x="228" y="223"/>
                  <a:pt x="237" y="220"/>
                </a:cubicBezTo>
                <a:cubicBezTo>
                  <a:pt x="237" y="219"/>
                  <a:pt x="235" y="219"/>
                  <a:pt x="236" y="217"/>
                </a:cubicBezTo>
                <a:cubicBezTo>
                  <a:pt x="239" y="216"/>
                  <a:pt x="238" y="216"/>
                  <a:pt x="241" y="217"/>
                </a:cubicBezTo>
                <a:cubicBezTo>
                  <a:pt x="241" y="218"/>
                  <a:pt x="241" y="218"/>
                  <a:pt x="241" y="219"/>
                </a:cubicBezTo>
                <a:cubicBezTo>
                  <a:pt x="262" y="213"/>
                  <a:pt x="285" y="209"/>
                  <a:pt x="307" y="207"/>
                </a:cubicBezTo>
                <a:cubicBezTo>
                  <a:pt x="307" y="206"/>
                  <a:pt x="307" y="206"/>
                  <a:pt x="307" y="205"/>
                </a:cubicBezTo>
                <a:cubicBezTo>
                  <a:pt x="313" y="205"/>
                  <a:pt x="313" y="205"/>
                  <a:pt x="313" y="205"/>
                </a:cubicBezTo>
                <a:cubicBezTo>
                  <a:pt x="313" y="206"/>
                  <a:pt x="313" y="206"/>
                  <a:pt x="314" y="206"/>
                </a:cubicBezTo>
                <a:cubicBezTo>
                  <a:pt x="317" y="206"/>
                  <a:pt x="321" y="206"/>
                  <a:pt x="324" y="205"/>
                </a:cubicBezTo>
                <a:cubicBezTo>
                  <a:pt x="324" y="205"/>
                  <a:pt x="324" y="205"/>
                  <a:pt x="324" y="205"/>
                </a:cubicBezTo>
                <a:cubicBezTo>
                  <a:pt x="328" y="205"/>
                  <a:pt x="328" y="205"/>
                  <a:pt x="328" y="205"/>
                </a:cubicBezTo>
                <a:cubicBezTo>
                  <a:pt x="329" y="205"/>
                  <a:pt x="329" y="205"/>
                  <a:pt x="329" y="205"/>
                </a:cubicBezTo>
                <a:cubicBezTo>
                  <a:pt x="351" y="204"/>
                  <a:pt x="372" y="204"/>
                  <a:pt x="393" y="205"/>
                </a:cubicBezTo>
                <a:cubicBezTo>
                  <a:pt x="400" y="205"/>
                  <a:pt x="400" y="205"/>
                  <a:pt x="400" y="205"/>
                </a:cubicBezTo>
                <a:cubicBezTo>
                  <a:pt x="400" y="205"/>
                  <a:pt x="400" y="205"/>
                  <a:pt x="400" y="205"/>
                </a:cubicBezTo>
                <a:cubicBezTo>
                  <a:pt x="400" y="205"/>
                  <a:pt x="400" y="205"/>
                  <a:pt x="401" y="205"/>
                </a:cubicBezTo>
                <a:cubicBezTo>
                  <a:pt x="401" y="205"/>
                  <a:pt x="401" y="205"/>
                  <a:pt x="401" y="205"/>
                </a:cubicBezTo>
                <a:cubicBezTo>
                  <a:pt x="415" y="204"/>
                  <a:pt x="415" y="204"/>
                  <a:pt x="415" y="204"/>
                </a:cubicBezTo>
                <a:cubicBezTo>
                  <a:pt x="415" y="205"/>
                  <a:pt x="415" y="205"/>
                  <a:pt x="415" y="205"/>
                </a:cubicBezTo>
                <a:cubicBezTo>
                  <a:pt x="416" y="205"/>
                  <a:pt x="417" y="205"/>
                  <a:pt x="417" y="206"/>
                </a:cubicBezTo>
                <a:cubicBezTo>
                  <a:pt x="420" y="206"/>
                  <a:pt x="422" y="206"/>
                  <a:pt x="424" y="207"/>
                </a:cubicBezTo>
                <a:cubicBezTo>
                  <a:pt x="425" y="206"/>
                  <a:pt x="425" y="205"/>
                  <a:pt x="425" y="204"/>
                </a:cubicBezTo>
                <a:cubicBezTo>
                  <a:pt x="464" y="204"/>
                  <a:pt x="464" y="204"/>
                  <a:pt x="464" y="204"/>
                </a:cubicBezTo>
                <a:cubicBezTo>
                  <a:pt x="461" y="204"/>
                  <a:pt x="458" y="203"/>
                  <a:pt x="454" y="203"/>
                </a:cubicBezTo>
                <a:cubicBezTo>
                  <a:pt x="380" y="194"/>
                  <a:pt x="299" y="193"/>
                  <a:pt x="226" y="216"/>
                </a:cubicBezTo>
                <a:cubicBezTo>
                  <a:pt x="206" y="223"/>
                  <a:pt x="186" y="232"/>
                  <a:pt x="166" y="242"/>
                </a:cubicBezTo>
                <a:close/>
                <a:moveTo>
                  <a:pt x="321" y="205"/>
                </a:moveTo>
                <a:cubicBezTo>
                  <a:pt x="321" y="205"/>
                  <a:pt x="321" y="205"/>
                  <a:pt x="321" y="205"/>
                </a:cubicBezTo>
                <a:cubicBezTo>
                  <a:pt x="321" y="205"/>
                  <a:pt x="321" y="205"/>
                  <a:pt x="321" y="205"/>
                </a:cubicBezTo>
                <a:close/>
                <a:moveTo>
                  <a:pt x="222" y="1267"/>
                </a:moveTo>
                <a:cubicBezTo>
                  <a:pt x="230" y="1262"/>
                  <a:pt x="236" y="1257"/>
                  <a:pt x="242" y="1251"/>
                </a:cubicBezTo>
                <a:cubicBezTo>
                  <a:pt x="240" y="1249"/>
                  <a:pt x="238" y="1248"/>
                  <a:pt x="235" y="1250"/>
                </a:cubicBezTo>
                <a:cubicBezTo>
                  <a:pt x="235" y="1250"/>
                  <a:pt x="235" y="1249"/>
                  <a:pt x="235" y="1249"/>
                </a:cubicBezTo>
                <a:cubicBezTo>
                  <a:pt x="233" y="1251"/>
                  <a:pt x="231" y="1252"/>
                  <a:pt x="228" y="1254"/>
                </a:cubicBezTo>
                <a:cubicBezTo>
                  <a:pt x="228" y="1254"/>
                  <a:pt x="228" y="1254"/>
                  <a:pt x="228" y="1254"/>
                </a:cubicBezTo>
                <a:cubicBezTo>
                  <a:pt x="230" y="1255"/>
                  <a:pt x="230" y="1257"/>
                  <a:pt x="230" y="1258"/>
                </a:cubicBezTo>
                <a:cubicBezTo>
                  <a:pt x="224" y="1258"/>
                  <a:pt x="224" y="1258"/>
                  <a:pt x="224" y="1258"/>
                </a:cubicBezTo>
                <a:cubicBezTo>
                  <a:pt x="224" y="1258"/>
                  <a:pt x="224" y="1258"/>
                  <a:pt x="224" y="1258"/>
                </a:cubicBezTo>
                <a:cubicBezTo>
                  <a:pt x="222" y="1259"/>
                  <a:pt x="220" y="1261"/>
                  <a:pt x="218" y="1262"/>
                </a:cubicBezTo>
                <a:cubicBezTo>
                  <a:pt x="214" y="1264"/>
                  <a:pt x="218" y="1270"/>
                  <a:pt x="222" y="1267"/>
                </a:cubicBezTo>
                <a:close/>
                <a:moveTo>
                  <a:pt x="109" y="278"/>
                </a:moveTo>
                <a:cubicBezTo>
                  <a:pt x="109" y="279"/>
                  <a:pt x="109" y="279"/>
                  <a:pt x="109" y="279"/>
                </a:cubicBezTo>
                <a:cubicBezTo>
                  <a:pt x="110" y="279"/>
                  <a:pt x="111" y="279"/>
                  <a:pt x="111" y="278"/>
                </a:cubicBezTo>
                <a:cubicBezTo>
                  <a:pt x="118" y="278"/>
                  <a:pt x="118" y="278"/>
                  <a:pt x="118" y="278"/>
                </a:cubicBezTo>
                <a:cubicBezTo>
                  <a:pt x="118" y="279"/>
                  <a:pt x="118" y="279"/>
                  <a:pt x="119" y="280"/>
                </a:cubicBezTo>
                <a:cubicBezTo>
                  <a:pt x="130" y="272"/>
                  <a:pt x="142" y="265"/>
                  <a:pt x="154" y="258"/>
                </a:cubicBezTo>
                <a:cubicBezTo>
                  <a:pt x="153" y="255"/>
                  <a:pt x="154" y="252"/>
                  <a:pt x="154" y="249"/>
                </a:cubicBezTo>
                <a:cubicBezTo>
                  <a:pt x="152" y="250"/>
                  <a:pt x="149" y="252"/>
                  <a:pt x="147" y="253"/>
                </a:cubicBezTo>
                <a:cubicBezTo>
                  <a:pt x="149" y="254"/>
                  <a:pt x="150" y="256"/>
                  <a:pt x="150" y="259"/>
                </a:cubicBezTo>
                <a:cubicBezTo>
                  <a:pt x="148" y="257"/>
                  <a:pt x="144" y="257"/>
                  <a:pt x="140" y="257"/>
                </a:cubicBezTo>
                <a:cubicBezTo>
                  <a:pt x="129" y="264"/>
                  <a:pt x="119" y="271"/>
                  <a:pt x="108" y="278"/>
                </a:cubicBezTo>
                <a:lnTo>
                  <a:pt x="109" y="278"/>
                </a:lnTo>
                <a:close/>
                <a:moveTo>
                  <a:pt x="262" y="1222"/>
                </a:moveTo>
                <a:cubicBezTo>
                  <a:pt x="261" y="1222"/>
                  <a:pt x="261" y="1222"/>
                  <a:pt x="261" y="1222"/>
                </a:cubicBezTo>
                <a:cubicBezTo>
                  <a:pt x="259" y="1221"/>
                  <a:pt x="258" y="1219"/>
                  <a:pt x="260" y="1217"/>
                </a:cubicBezTo>
                <a:cubicBezTo>
                  <a:pt x="262" y="1217"/>
                  <a:pt x="263" y="1216"/>
                  <a:pt x="265" y="1216"/>
                </a:cubicBezTo>
                <a:cubicBezTo>
                  <a:pt x="266" y="1214"/>
                  <a:pt x="267" y="1211"/>
                  <a:pt x="268" y="1209"/>
                </a:cubicBezTo>
                <a:cubicBezTo>
                  <a:pt x="267" y="1207"/>
                  <a:pt x="266" y="1206"/>
                  <a:pt x="266" y="1204"/>
                </a:cubicBezTo>
                <a:cubicBezTo>
                  <a:pt x="270" y="1204"/>
                  <a:pt x="270" y="1204"/>
                  <a:pt x="270" y="1204"/>
                </a:cubicBezTo>
                <a:cubicBezTo>
                  <a:pt x="273" y="1193"/>
                  <a:pt x="275" y="1182"/>
                  <a:pt x="276" y="1171"/>
                </a:cubicBezTo>
                <a:cubicBezTo>
                  <a:pt x="273" y="1170"/>
                  <a:pt x="271" y="1170"/>
                  <a:pt x="271" y="1169"/>
                </a:cubicBezTo>
                <a:cubicBezTo>
                  <a:pt x="271" y="1169"/>
                  <a:pt x="271" y="1169"/>
                  <a:pt x="271" y="1168"/>
                </a:cubicBezTo>
                <a:cubicBezTo>
                  <a:pt x="276" y="1168"/>
                  <a:pt x="276" y="1168"/>
                  <a:pt x="276" y="1168"/>
                </a:cubicBezTo>
                <a:cubicBezTo>
                  <a:pt x="276" y="1163"/>
                  <a:pt x="276" y="1157"/>
                  <a:pt x="276" y="1151"/>
                </a:cubicBezTo>
                <a:cubicBezTo>
                  <a:pt x="269" y="1151"/>
                  <a:pt x="269" y="1151"/>
                  <a:pt x="269" y="1151"/>
                </a:cubicBezTo>
                <a:cubicBezTo>
                  <a:pt x="270" y="1174"/>
                  <a:pt x="267" y="1197"/>
                  <a:pt x="257" y="1217"/>
                </a:cubicBezTo>
                <a:cubicBezTo>
                  <a:pt x="257" y="1217"/>
                  <a:pt x="258" y="1218"/>
                  <a:pt x="258" y="1218"/>
                </a:cubicBezTo>
                <a:cubicBezTo>
                  <a:pt x="257" y="1218"/>
                  <a:pt x="257" y="1218"/>
                  <a:pt x="257" y="1218"/>
                </a:cubicBezTo>
                <a:cubicBezTo>
                  <a:pt x="253" y="1227"/>
                  <a:pt x="247" y="1235"/>
                  <a:pt x="241" y="1242"/>
                </a:cubicBezTo>
                <a:cubicBezTo>
                  <a:pt x="242" y="1244"/>
                  <a:pt x="244" y="1245"/>
                  <a:pt x="246" y="1246"/>
                </a:cubicBezTo>
                <a:cubicBezTo>
                  <a:pt x="253" y="1239"/>
                  <a:pt x="258" y="1231"/>
                  <a:pt x="262" y="1222"/>
                </a:cubicBezTo>
                <a:close/>
                <a:moveTo>
                  <a:pt x="76" y="282"/>
                </a:moveTo>
                <a:cubicBezTo>
                  <a:pt x="76" y="281"/>
                  <a:pt x="77" y="281"/>
                  <a:pt x="77" y="281"/>
                </a:cubicBezTo>
                <a:cubicBezTo>
                  <a:pt x="76" y="280"/>
                  <a:pt x="75" y="279"/>
                  <a:pt x="75" y="279"/>
                </a:cubicBezTo>
                <a:cubicBezTo>
                  <a:pt x="80" y="279"/>
                  <a:pt x="80" y="279"/>
                  <a:pt x="80" y="279"/>
                </a:cubicBezTo>
                <a:cubicBezTo>
                  <a:pt x="89" y="273"/>
                  <a:pt x="98" y="267"/>
                  <a:pt x="107" y="261"/>
                </a:cubicBezTo>
                <a:cubicBezTo>
                  <a:pt x="106" y="260"/>
                  <a:pt x="106" y="260"/>
                  <a:pt x="106" y="259"/>
                </a:cubicBezTo>
                <a:cubicBezTo>
                  <a:pt x="105" y="260"/>
                  <a:pt x="105" y="260"/>
                  <a:pt x="105" y="261"/>
                </a:cubicBezTo>
                <a:cubicBezTo>
                  <a:pt x="97" y="261"/>
                  <a:pt x="97" y="261"/>
                  <a:pt x="97" y="261"/>
                </a:cubicBezTo>
                <a:cubicBezTo>
                  <a:pt x="97" y="260"/>
                  <a:pt x="97" y="260"/>
                  <a:pt x="97" y="259"/>
                </a:cubicBezTo>
                <a:cubicBezTo>
                  <a:pt x="87" y="265"/>
                  <a:pt x="78" y="272"/>
                  <a:pt x="68" y="279"/>
                </a:cubicBezTo>
                <a:cubicBezTo>
                  <a:pt x="74" y="279"/>
                  <a:pt x="74" y="279"/>
                  <a:pt x="74" y="279"/>
                </a:cubicBezTo>
                <a:cubicBezTo>
                  <a:pt x="73" y="280"/>
                  <a:pt x="75" y="281"/>
                  <a:pt x="76" y="282"/>
                </a:cubicBezTo>
                <a:close/>
                <a:moveTo>
                  <a:pt x="96" y="261"/>
                </a:moveTo>
                <a:cubicBezTo>
                  <a:pt x="94" y="261"/>
                  <a:pt x="94" y="261"/>
                  <a:pt x="94" y="261"/>
                </a:cubicBezTo>
                <a:cubicBezTo>
                  <a:pt x="95" y="261"/>
                  <a:pt x="96" y="261"/>
                  <a:pt x="96" y="261"/>
                </a:cubicBezTo>
                <a:close/>
                <a:moveTo>
                  <a:pt x="319" y="1289"/>
                </a:moveTo>
                <a:cubicBezTo>
                  <a:pt x="319" y="1287"/>
                  <a:pt x="320" y="1286"/>
                  <a:pt x="320" y="1284"/>
                </a:cubicBezTo>
                <a:cubicBezTo>
                  <a:pt x="308" y="1290"/>
                  <a:pt x="297" y="1297"/>
                  <a:pt x="288" y="1307"/>
                </a:cubicBezTo>
                <a:cubicBezTo>
                  <a:pt x="285" y="1310"/>
                  <a:pt x="290" y="1314"/>
                  <a:pt x="293" y="1311"/>
                </a:cubicBezTo>
                <a:cubicBezTo>
                  <a:pt x="301" y="1303"/>
                  <a:pt x="311" y="1296"/>
                  <a:pt x="322" y="1291"/>
                </a:cubicBezTo>
                <a:cubicBezTo>
                  <a:pt x="321" y="1290"/>
                  <a:pt x="319" y="1290"/>
                  <a:pt x="319" y="1289"/>
                </a:cubicBezTo>
                <a:close/>
                <a:moveTo>
                  <a:pt x="279" y="1281"/>
                </a:moveTo>
                <a:cubicBezTo>
                  <a:pt x="280" y="1279"/>
                  <a:pt x="281" y="1277"/>
                  <a:pt x="282" y="1275"/>
                </a:cubicBezTo>
                <a:cubicBezTo>
                  <a:pt x="286" y="1275"/>
                  <a:pt x="286" y="1275"/>
                  <a:pt x="286" y="1275"/>
                </a:cubicBezTo>
                <a:cubicBezTo>
                  <a:pt x="296" y="1268"/>
                  <a:pt x="306" y="1259"/>
                  <a:pt x="314" y="1250"/>
                </a:cubicBezTo>
                <a:cubicBezTo>
                  <a:pt x="331" y="1231"/>
                  <a:pt x="339" y="1209"/>
                  <a:pt x="337" y="1186"/>
                </a:cubicBezTo>
                <a:cubicBezTo>
                  <a:pt x="329" y="1186"/>
                  <a:pt x="329" y="1186"/>
                  <a:pt x="329" y="1186"/>
                </a:cubicBezTo>
                <a:cubicBezTo>
                  <a:pt x="330" y="1192"/>
                  <a:pt x="331" y="1198"/>
                  <a:pt x="330" y="1203"/>
                </a:cubicBezTo>
                <a:cubicBezTo>
                  <a:pt x="333" y="1203"/>
                  <a:pt x="333" y="1203"/>
                  <a:pt x="333" y="1203"/>
                </a:cubicBezTo>
                <a:cubicBezTo>
                  <a:pt x="332" y="1207"/>
                  <a:pt x="330" y="1209"/>
                  <a:pt x="328" y="1212"/>
                </a:cubicBezTo>
                <a:cubicBezTo>
                  <a:pt x="327" y="1216"/>
                  <a:pt x="326" y="1220"/>
                  <a:pt x="324" y="1224"/>
                </a:cubicBezTo>
                <a:cubicBezTo>
                  <a:pt x="318" y="1235"/>
                  <a:pt x="311" y="1245"/>
                  <a:pt x="302" y="1254"/>
                </a:cubicBezTo>
                <a:cubicBezTo>
                  <a:pt x="303" y="1255"/>
                  <a:pt x="304" y="1256"/>
                  <a:pt x="304" y="1258"/>
                </a:cubicBezTo>
                <a:cubicBezTo>
                  <a:pt x="300" y="1258"/>
                  <a:pt x="300" y="1258"/>
                  <a:pt x="300" y="1258"/>
                </a:cubicBezTo>
                <a:cubicBezTo>
                  <a:pt x="300" y="1257"/>
                  <a:pt x="300" y="1257"/>
                  <a:pt x="300" y="1256"/>
                </a:cubicBezTo>
                <a:cubicBezTo>
                  <a:pt x="292" y="1263"/>
                  <a:pt x="284" y="1270"/>
                  <a:pt x="275" y="1276"/>
                </a:cubicBezTo>
                <a:cubicBezTo>
                  <a:pt x="276" y="1276"/>
                  <a:pt x="277" y="1276"/>
                  <a:pt x="278" y="1276"/>
                </a:cubicBezTo>
                <a:cubicBezTo>
                  <a:pt x="279" y="1278"/>
                  <a:pt x="278" y="1280"/>
                  <a:pt x="277" y="1282"/>
                </a:cubicBezTo>
                <a:cubicBezTo>
                  <a:pt x="278" y="1281"/>
                  <a:pt x="278" y="1281"/>
                  <a:pt x="279" y="1281"/>
                </a:cubicBezTo>
                <a:close/>
                <a:moveTo>
                  <a:pt x="259" y="1313"/>
                </a:moveTo>
                <a:cubicBezTo>
                  <a:pt x="258" y="1313"/>
                  <a:pt x="258" y="1313"/>
                  <a:pt x="258" y="1313"/>
                </a:cubicBezTo>
                <a:cubicBezTo>
                  <a:pt x="260" y="1315"/>
                  <a:pt x="261" y="1317"/>
                  <a:pt x="262" y="1319"/>
                </a:cubicBezTo>
                <a:cubicBezTo>
                  <a:pt x="263" y="1317"/>
                  <a:pt x="265" y="1315"/>
                  <a:pt x="267" y="1314"/>
                </a:cubicBezTo>
                <a:cubicBezTo>
                  <a:pt x="267" y="1313"/>
                  <a:pt x="267" y="1312"/>
                  <a:pt x="267" y="1311"/>
                </a:cubicBezTo>
                <a:cubicBezTo>
                  <a:pt x="269" y="1311"/>
                  <a:pt x="269" y="1311"/>
                  <a:pt x="269" y="1311"/>
                </a:cubicBezTo>
                <a:cubicBezTo>
                  <a:pt x="276" y="1304"/>
                  <a:pt x="283" y="1297"/>
                  <a:pt x="291" y="1291"/>
                </a:cubicBezTo>
                <a:cubicBezTo>
                  <a:pt x="290" y="1291"/>
                  <a:pt x="290" y="1290"/>
                  <a:pt x="289" y="1289"/>
                </a:cubicBezTo>
                <a:cubicBezTo>
                  <a:pt x="288" y="1290"/>
                  <a:pt x="286" y="1292"/>
                  <a:pt x="285" y="1294"/>
                </a:cubicBezTo>
                <a:cubicBezTo>
                  <a:pt x="278" y="1294"/>
                  <a:pt x="278" y="1294"/>
                  <a:pt x="278" y="1294"/>
                </a:cubicBezTo>
                <a:cubicBezTo>
                  <a:pt x="272" y="1299"/>
                  <a:pt x="266" y="1305"/>
                  <a:pt x="260" y="1311"/>
                </a:cubicBezTo>
                <a:cubicBezTo>
                  <a:pt x="262" y="1311"/>
                  <a:pt x="262" y="1311"/>
                  <a:pt x="262" y="1311"/>
                </a:cubicBezTo>
                <a:cubicBezTo>
                  <a:pt x="261" y="1312"/>
                  <a:pt x="260" y="1312"/>
                  <a:pt x="259" y="1313"/>
                </a:cubicBezTo>
                <a:close/>
                <a:moveTo>
                  <a:pt x="1083" y="1144"/>
                </a:moveTo>
                <a:cubicBezTo>
                  <a:pt x="1084" y="1144"/>
                  <a:pt x="1084" y="1143"/>
                  <a:pt x="1084" y="1143"/>
                </a:cubicBezTo>
                <a:cubicBezTo>
                  <a:pt x="1083" y="1142"/>
                  <a:pt x="1082" y="1141"/>
                  <a:pt x="1081" y="1140"/>
                </a:cubicBezTo>
                <a:cubicBezTo>
                  <a:pt x="1080" y="1140"/>
                  <a:pt x="1080" y="1140"/>
                  <a:pt x="1080" y="1140"/>
                </a:cubicBezTo>
                <a:cubicBezTo>
                  <a:pt x="1066" y="1151"/>
                  <a:pt x="1052" y="1161"/>
                  <a:pt x="1038" y="1170"/>
                </a:cubicBezTo>
                <a:cubicBezTo>
                  <a:pt x="1038" y="1171"/>
                  <a:pt x="1038" y="1173"/>
                  <a:pt x="1037" y="1174"/>
                </a:cubicBezTo>
                <a:cubicBezTo>
                  <a:pt x="1036" y="1175"/>
                  <a:pt x="1034" y="1175"/>
                  <a:pt x="1031" y="1174"/>
                </a:cubicBezTo>
                <a:cubicBezTo>
                  <a:pt x="1030" y="1175"/>
                  <a:pt x="1029" y="1176"/>
                  <a:pt x="1028" y="1176"/>
                </a:cubicBezTo>
                <a:cubicBezTo>
                  <a:pt x="1028" y="1178"/>
                  <a:pt x="1028" y="1179"/>
                  <a:pt x="1027" y="1180"/>
                </a:cubicBezTo>
                <a:cubicBezTo>
                  <a:pt x="1023" y="1180"/>
                  <a:pt x="1023" y="1180"/>
                  <a:pt x="1023" y="1180"/>
                </a:cubicBezTo>
                <a:cubicBezTo>
                  <a:pt x="1024" y="1180"/>
                  <a:pt x="1024" y="1180"/>
                  <a:pt x="1024" y="1179"/>
                </a:cubicBezTo>
                <a:cubicBezTo>
                  <a:pt x="1024" y="1179"/>
                  <a:pt x="1023" y="1180"/>
                  <a:pt x="1023" y="1180"/>
                </a:cubicBezTo>
                <a:cubicBezTo>
                  <a:pt x="1023" y="1180"/>
                  <a:pt x="1023" y="1180"/>
                  <a:pt x="1023" y="1180"/>
                </a:cubicBezTo>
                <a:cubicBezTo>
                  <a:pt x="1023" y="1180"/>
                  <a:pt x="1023" y="1180"/>
                  <a:pt x="1023" y="1180"/>
                </a:cubicBezTo>
                <a:cubicBezTo>
                  <a:pt x="1013" y="1186"/>
                  <a:pt x="1003" y="1192"/>
                  <a:pt x="993" y="1198"/>
                </a:cubicBezTo>
                <a:cubicBezTo>
                  <a:pt x="1000" y="1198"/>
                  <a:pt x="1000" y="1198"/>
                  <a:pt x="1000" y="1198"/>
                </a:cubicBezTo>
                <a:cubicBezTo>
                  <a:pt x="999" y="1199"/>
                  <a:pt x="999" y="1201"/>
                  <a:pt x="998" y="1201"/>
                </a:cubicBezTo>
                <a:cubicBezTo>
                  <a:pt x="996" y="1201"/>
                  <a:pt x="992" y="1198"/>
                  <a:pt x="990" y="1200"/>
                </a:cubicBezTo>
                <a:cubicBezTo>
                  <a:pt x="990" y="1203"/>
                  <a:pt x="991" y="1205"/>
                  <a:pt x="994" y="1206"/>
                </a:cubicBezTo>
                <a:cubicBezTo>
                  <a:pt x="1026" y="1187"/>
                  <a:pt x="1057" y="1167"/>
                  <a:pt x="1087" y="1144"/>
                </a:cubicBezTo>
                <a:lnTo>
                  <a:pt x="1083" y="1144"/>
                </a:lnTo>
                <a:close/>
                <a:moveTo>
                  <a:pt x="913" y="1238"/>
                </a:moveTo>
                <a:cubicBezTo>
                  <a:pt x="912" y="1239"/>
                  <a:pt x="910" y="1240"/>
                  <a:pt x="909" y="1240"/>
                </a:cubicBezTo>
                <a:cubicBezTo>
                  <a:pt x="908" y="1242"/>
                  <a:pt x="907" y="1242"/>
                  <a:pt x="905" y="1242"/>
                </a:cubicBezTo>
                <a:cubicBezTo>
                  <a:pt x="905" y="1242"/>
                  <a:pt x="904" y="1242"/>
                  <a:pt x="903" y="1243"/>
                </a:cubicBezTo>
                <a:cubicBezTo>
                  <a:pt x="907" y="1244"/>
                  <a:pt x="908" y="1246"/>
                  <a:pt x="907" y="1249"/>
                </a:cubicBezTo>
                <a:cubicBezTo>
                  <a:pt x="911" y="1247"/>
                  <a:pt x="916" y="1245"/>
                  <a:pt x="920" y="1243"/>
                </a:cubicBezTo>
                <a:cubicBezTo>
                  <a:pt x="920" y="1243"/>
                  <a:pt x="919" y="1242"/>
                  <a:pt x="919" y="1241"/>
                </a:cubicBezTo>
                <a:cubicBezTo>
                  <a:pt x="916" y="1240"/>
                  <a:pt x="914" y="1240"/>
                  <a:pt x="913" y="1238"/>
                </a:cubicBezTo>
                <a:close/>
                <a:moveTo>
                  <a:pt x="80" y="665"/>
                </a:moveTo>
                <a:cubicBezTo>
                  <a:pt x="82" y="661"/>
                  <a:pt x="83" y="657"/>
                  <a:pt x="85" y="653"/>
                </a:cubicBezTo>
                <a:cubicBezTo>
                  <a:pt x="77" y="654"/>
                  <a:pt x="77" y="654"/>
                  <a:pt x="77" y="654"/>
                </a:cubicBezTo>
                <a:cubicBezTo>
                  <a:pt x="74" y="659"/>
                  <a:pt x="71" y="665"/>
                  <a:pt x="69" y="671"/>
                </a:cubicBezTo>
                <a:cubicBezTo>
                  <a:pt x="77" y="671"/>
                  <a:pt x="77" y="671"/>
                  <a:pt x="77" y="671"/>
                </a:cubicBezTo>
                <a:cubicBezTo>
                  <a:pt x="78" y="669"/>
                  <a:pt x="79" y="667"/>
                  <a:pt x="80" y="665"/>
                </a:cubicBezTo>
                <a:close/>
                <a:moveTo>
                  <a:pt x="921" y="1211"/>
                </a:moveTo>
                <a:cubicBezTo>
                  <a:pt x="921" y="1212"/>
                  <a:pt x="920" y="1212"/>
                  <a:pt x="920" y="1212"/>
                </a:cubicBezTo>
                <a:cubicBezTo>
                  <a:pt x="917" y="1213"/>
                  <a:pt x="914" y="1214"/>
                  <a:pt x="911" y="1216"/>
                </a:cubicBezTo>
                <a:cubicBezTo>
                  <a:pt x="911" y="1216"/>
                  <a:pt x="911" y="1216"/>
                  <a:pt x="911" y="1217"/>
                </a:cubicBezTo>
                <a:cubicBezTo>
                  <a:pt x="909" y="1217"/>
                  <a:pt x="909" y="1217"/>
                  <a:pt x="909" y="1217"/>
                </a:cubicBezTo>
                <a:cubicBezTo>
                  <a:pt x="892" y="1224"/>
                  <a:pt x="876" y="1231"/>
                  <a:pt x="859" y="1238"/>
                </a:cubicBezTo>
                <a:cubicBezTo>
                  <a:pt x="860" y="1240"/>
                  <a:pt x="860" y="1242"/>
                  <a:pt x="861" y="1244"/>
                </a:cubicBezTo>
                <a:cubicBezTo>
                  <a:pt x="868" y="1241"/>
                  <a:pt x="876" y="1238"/>
                  <a:pt x="883" y="1235"/>
                </a:cubicBezTo>
                <a:cubicBezTo>
                  <a:pt x="881" y="1235"/>
                  <a:pt x="879" y="1235"/>
                  <a:pt x="877" y="1234"/>
                </a:cubicBezTo>
                <a:cubicBezTo>
                  <a:pt x="885" y="1234"/>
                  <a:pt x="885" y="1234"/>
                  <a:pt x="885" y="1234"/>
                </a:cubicBezTo>
                <a:cubicBezTo>
                  <a:pt x="899" y="1229"/>
                  <a:pt x="912" y="1222"/>
                  <a:pt x="926" y="1216"/>
                </a:cubicBezTo>
                <a:cubicBezTo>
                  <a:pt x="924" y="1215"/>
                  <a:pt x="922" y="1214"/>
                  <a:pt x="921" y="1211"/>
                </a:cubicBezTo>
                <a:close/>
                <a:moveTo>
                  <a:pt x="1124" y="1106"/>
                </a:moveTo>
                <a:cubicBezTo>
                  <a:pt x="1124" y="1106"/>
                  <a:pt x="1124" y="1106"/>
                  <a:pt x="1124" y="1106"/>
                </a:cubicBezTo>
                <a:cubicBezTo>
                  <a:pt x="1123" y="1107"/>
                  <a:pt x="1122" y="1107"/>
                  <a:pt x="1122" y="1108"/>
                </a:cubicBezTo>
                <a:cubicBezTo>
                  <a:pt x="1122" y="1108"/>
                  <a:pt x="1122" y="1108"/>
                  <a:pt x="1122" y="1108"/>
                </a:cubicBezTo>
                <a:cubicBezTo>
                  <a:pt x="1121" y="1108"/>
                  <a:pt x="1121" y="1108"/>
                  <a:pt x="1121" y="1108"/>
                </a:cubicBezTo>
                <a:cubicBezTo>
                  <a:pt x="1114" y="1114"/>
                  <a:pt x="1107" y="1120"/>
                  <a:pt x="1100" y="1125"/>
                </a:cubicBezTo>
                <a:cubicBezTo>
                  <a:pt x="1102" y="1125"/>
                  <a:pt x="1102" y="1125"/>
                  <a:pt x="1102" y="1125"/>
                </a:cubicBezTo>
                <a:cubicBezTo>
                  <a:pt x="1102" y="1126"/>
                  <a:pt x="1102" y="1128"/>
                  <a:pt x="1102" y="1129"/>
                </a:cubicBezTo>
                <a:cubicBezTo>
                  <a:pt x="1101" y="1129"/>
                  <a:pt x="1100" y="1129"/>
                  <a:pt x="1099" y="1130"/>
                </a:cubicBezTo>
                <a:cubicBezTo>
                  <a:pt x="1099" y="1130"/>
                  <a:pt x="1099" y="1131"/>
                  <a:pt x="1098" y="1132"/>
                </a:cubicBezTo>
                <a:cubicBezTo>
                  <a:pt x="1095" y="1133"/>
                  <a:pt x="1094" y="1133"/>
                  <a:pt x="1092" y="1131"/>
                </a:cubicBezTo>
                <a:cubicBezTo>
                  <a:pt x="1092" y="1132"/>
                  <a:pt x="1091" y="1132"/>
                  <a:pt x="1091" y="1132"/>
                </a:cubicBezTo>
                <a:cubicBezTo>
                  <a:pt x="1091" y="1133"/>
                  <a:pt x="1091" y="1133"/>
                  <a:pt x="1091" y="1134"/>
                </a:cubicBezTo>
                <a:cubicBezTo>
                  <a:pt x="1091" y="1134"/>
                  <a:pt x="1092" y="1134"/>
                  <a:pt x="1093" y="1134"/>
                </a:cubicBezTo>
                <a:cubicBezTo>
                  <a:pt x="1093" y="1134"/>
                  <a:pt x="1093" y="1135"/>
                  <a:pt x="1093" y="1135"/>
                </a:cubicBezTo>
                <a:cubicBezTo>
                  <a:pt x="1094" y="1133"/>
                  <a:pt x="1097" y="1132"/>
                  <a:pt x="1099" y="1134"/>
                </a:cubicBezTo>
                <a:cubicBezTo>
                  <a:pt x="1099" y="1134"/>
                  <a:pt x="1099" y="1135"/>
                  <a:pt x="1099" y="1135"/>
                </a:cubicBezTo>
                <a:cubicBezTo>
                  <a:pt x="1099" y="1135"/>
                  <a:pt x="1099" y="1135"/>
                  <a:pt x="1099" y="1134"/>
                </a:cubicBezTo>
                <a:cubicBezTo>
                  <a:pt x="1100" y="1133"/>
                  <a:pt x="1101" y="1132"/>
                  <a:pt x="1102" y="1131"/>
                </a:cubicBezTo>
                <a:cubicBezTo>
                  <a:pt x="1102" y="1131"/>
                  <a:pt x="1103" y="1131"/>
                  <a:pt x="1103" y="1131"/>
                </a:cubicBezTo>
                <a:cubicBezTo>
                  <a:pt x="1105" y="1130"/>
                  <a:pt x="1106" y="1129"/>
                  <a:pt x="1108" y="1128"/>
                </a:cubicBezTo>
                <a:cubicBezTo>
                  <a:pt x="1108" y="1127"/>
                  <a:pt x="1107" y="1126"/>
                  <a:pt x="1107" y="1126"/>
                </a:cubicBezTo>
                <a:cubicBezTo>
                  <a:pt x="1106" y="1126"/>
                  <a:pt x="1106" y="1126"/>
                  <a:pt x="1105" y="1125"/>
                </a:cubicBezTo>
                <a:cubicBezTo>
                  <a:pt x="1111" y="1125"/>
                  <a:pt x="1111" y="1125"/>
                  <a:pt x="1111" y="1125"/>
                </a:cubicBezTo>
                <a:cubicBezTo>
                  <a:pt x="1118" y="1120"/>
                  <a:pt x="1125" y="1114"/>
                  <a:pt x="1132" y="1108"/>
                </a:cubicBezTo>
                <a:cubicBezTo>
                  <a:pt x="1124" y="1108"/>
                  <a:pt x="1124" y="1108"/>
                  <a:pt x="1124" y="1108"/>
                </a:cubicBezTo>
                <a:cubicBezTo>
                  <a:pt x="1124" y="1108"/>
                  <a:pt x="1124" y="1108"/>
                  <a:pt x="1125" y="1108"/>
                </a:cubicBezTo>
                <a:cubicBezTo>
                  <a:pt x="1124" y="1107"/>
                  <a:pt x="1124" y="1107"/>
                  <a:pt x="1124" y="1106"/>
                </a:cubicBezTo>
                <a:close/>
                <a:moveTo>
                  <a:pt x="1135" y="1126"/>
                </a:moveTo>
                <a:cubicBezTo>
                  <a:pt x="1136" y="1128"/>
                  <a:pt x="1138" y="1130"/>
                  <a:pt x="1138" y="1132"/>
                </a:cubicBezTo>
                <a:cubicBezTo>
                  <a:pt x="1138" y="1132"/>
                  <a:pt x="1138" y="1132"/>
                  <a:pt x="1138" y="1132"/>
                </a:cubicBezTo>
                <a:cubicBezTo>
                  <a:pt x="1139" y="1132"/>
                  <a:pt x="1139" y="1131"/>
                  <a:pt x="1139" y="1130"/>
                </a:cubicBezTo>
                <a:cubicBezTo>
                  <a:pt x="1139" y="1130"/>
                  <a:pt x="1138" y="1130"/>
                  <a:pt x="1138" y="1130"/>
                </a:cubicBezTo>
                <a:cubicBezTo>
                  <a:pt x="1138" y="1129"/>
                  <a:pt x="1138" y="1128"/>
                  <a:pt x="1138" y="1127"/>
                </a:cubicBezTo>
                <a:cubicBezTo>
                  <a:pt x="1137" y="1127"/>
                  <a:pt x="1136" y="1127"/>
                  <a:pt x="1135" y="1126"/>
                </a:cubicBezTo>
                <a:close/>
                <a:moveTo>
                  <a:pt x="665" y="211"/>
                </a:moveTo>
                <a:cubicBezTo>
                  <a:pt x="665" y="210"/>
                  <a:pt x="665" y="209"/>
                  <a:pt x="665" y="209"/>
                </a:cubicBezTo>
                <a:cubicBezTo>
                  <a:pt x="669" y="207"/>
                  <a:pt x="668" y="209"/>
                  <a:pt x="670" y="211"/>
                </a:cubicBezTo>
                <a:cubicBezTo>
                  <a:pt x="670" y="208"/>
                  <a:pt x="669" y="207"/>
                  <a:pt x="668" y="207"/>
                </a:cubicBezTo>
                <a:cubicBezTo>
                  <a:pt x="667" y="207"/>
                  <a:pt x="666" y="207"/>
                  <a:pt x="665" y="206"/>
                </a:cubicBezTo>
                <a:cubicBezTo>
                  <a:pt x="661" y="206"/>
                  <a:pt x="656" y="208"/>
                  <a:pt x="651" y="206"/>
                </a:cubicBezTo>
                <a:cubicBezTo>
                  <a:pt x="651" y="208"/>
                  <a:pt x="652" y="208"/>
                  <a:pt x="652" y="209"/>
                </a:cubicBezTo>
                <a:cubicBezTo>
                  <a:pt x="654" y="209"/>
                  <a:pt x="657" y="210"/>
                  <a:pt x="659" y="210"/>
                </a:cubicBezTo>
                <a:cubicBezTo>
                  <a:pt x="660" y="209"/>
                  <a:pt x="661" y="208"/>
                  <a:pt x="662" y="208"/>
                </a:cubicBezTo>
                <a:cubicBezTo>
                  <a:pt x="663" y="208"/>
                  <a:pt x="663" y="209"/>
                  <a:pt x="664" y="210"/>
                </a:cubicBezTo>
                <a:cubicBezTo>
                  <a:pt x="664" y="210"/>
                  <a:pt x="664" y="210"/>
                  <a:pt x="665" y="211"/>
                </a:cubicBezTo>
                <a:close/>
                <a:moveTo>
                  <a:pt x="458" y="1290"/>
                </a:moveTo>
                <a:cubicBezTo>
                  <a:pt x="456" y="1289"/>
                  <a:pt x="455" y="1288"/>
                  <a:pt x="454" y="1286"/>
                </a:cubicBezTo>
                <a:cubicBezTo>
                  <a:pt x="455" y="1285"/>
                  <a:pt x="457" y="1285"/>
                  <a:pt x="458" y="1284"/>
                </a:cubicBezTo>
                <a:cubicBezTo>
                  <a:pt x="453" y="1284"/>
                  <a:pt x="448" y="1284"/>
                  <a:pt x="444" y="1284"/>
                </a:cubicBezTo>
                <a:cubicBezTo>
                  <a:pt x="443" y="1284"/>
                  <a:pt x="443" y="1284"/>
                  <a:pt x="443" y="1284"/>
                </a:cubicBezTo>
                <a:cubicBezTo>
                  <a:pt x="445" y="1286"/>
                  <a:pt x="446" y="1288"/>
                  <a:pt x="446" y="1290"/>
                </a:cubicBezTo>
                <a:cubicBezTo>
                  <a:pt x="450" y="1290"/>
                  <a:pt x="454" y="1290"/>
                  <a:pt x="458" y="1290"/>
                </a:cubicBezTo>
                <a:close/>
                <a:moveTo>
                  <a:pt x="288" y="1329"/>
                </a:moveTo>
                <a:cubicBezTo>
                  <a:pt x="287" y="1328"/>
                  <a:pt x="285" y="1328"/>
                  <a:pt x="283" y="1327"/>
                </a:cubicBezTo>
                <a:cubicBezTo>
                  <a:pt x="282" y="1328"/>
                  <a:pt x="282" y="1328"/>
                  <a:pt x="281" y="1329"/>
                </a:cubicBezTo>
                <a:cubicBezTo>
                  <a:pt x="276" y="1329"/>
                  <a:pt x="276" y="1329"/>
                  <a:pt x="276" y="1329"/>
                </a:cubicBezTo>
                <a:cubicBezTo>
                  <a:pt x="273" y="1331"/>
                  <a:pt x="271" y="1333"/>
                  <a:pt x="268" y="1334"/>
                </a:cubicBezTo>
                <a:cubicBezTo>
                  <a:pt x="265" y="1337"/>
                  <a:pt x="269" y="1342"/>
                  <a:pt x="272" y="1340"/>
                </a:cubicBezTo>
                <a:cubicBezTo>
                  <a:pt x="278" y="1336"/>
                  <a:pt x="283" y="1332"/>
                  <a:pt x="289" y="1329"/>
                </a:cubicBezTo>
                <a:lnTo>
                  <a:pt x="288" y="1329"/>
                </a:lnTo>
                <a:close/>
                <a:moveTo>
                  <a:pt x="276" y="1294"/>
                </a:moveTo>
                <a:cubicBezTo>
                  <a:pt x="270" y="1294"/>
                  <a:pt x="270" y="1294"/>
                  <a:pt x="270" y="1294"/>
                </a:cubicBezTo>
                <a:cubicBezTo>
                  <a:pt x="270" y="1293"/>
                  <a:pt x="269" y="1292"/>
                  <a:pt x="269" y="1290"/>
                </a:cubicBezTo>
                <a:cubicBezTo>
                  <a:pt x="268" y="1291"/>
                  <a:pt x="268" y="1291"/>
                  <a:pt x="267" y="1292"/>
                </a:cubicBezTo>
                <a:cubicBezTo>
                  <a:pt x="267" y="1292"/>
                  <a:pt x="267" y="1292"/>
                  <a:pt x="267" y="1293"/>
                </a:cubicBezTo>
                <a:cubicBezTo>
                  <a:pt x="267" y="1293"/>
                  <a:pt x="267" y="1293"/>
                  <a:pt x="267" y="1294"/>
                </a:cubicBezTo>
                <a:cubicBezTo>
                  <a:pt x="264" y="1294"/>
                  <a:pt x="264" y="1294"/>
                  <a:pt x="264" y="1294"/>
                </a:cubicBezTo>
                <a:cubicBezTo>
                  <a:pt x="258" y="1298"/>
                  <a:pt x="252" y="1302"/>
                  <a:pt x="246" y="1306"/>
                </a:cubicBezTo>
                <a:cubicBezTo>
                  <a:pt x="244" y="1308"/>
                  <a:pt x="244" y="1310"/>
                  <a:pt x="245" y="1311"/>
                </a:cubicBezTo>
                <a:cubicBezTo>
                  <a:pt x="251" y="1311"/>
                  <a:pt x="251" y="1311"/>
                  <a:pt x="251" y="1311"/>
                </a:cubicBezTo>
                <a:cubicBezTo>
                  <a:pt x="259" y="1305"/>
                  <a:pt x="268" y="1300"/>
                  <a:pt x="276" y="1294"/>
                </a:cubicBezTo>
                <a:close/>
                <a:moveTo>
                  <a:pt x="510" y="1265"/>
                </a:moveTo>
                <a:cubicBezTo>
                  <a:pt x="530" y="1268"/>
                  <a:pt x="550" y="1271"/>
                  <a:pt x="570" y="1273"/>
                </a:cubicBezTo>
                <a:cubicBezTo>
                  <a:pt x="584" y="1275"/>
                  <a:pt x="597" y="1277"/>
                  <a:pt x="611" y="1278"/>
                </a:cubicBezTo>
                <a:cubicBezTo>
                  <a:pt x="611" y="1276"/>
                  <a:pt x="612" y="1274"/>
                  <a:pt x="612" y="1272"/>
                </a:cubicBezTo>
                <a:cubicBezTo>
                  <a:pt x="625" y="1272"/>
                  <a:pt x="625" y="1272"/>
                  <a:pt x="625" y="1272"/>
                </a:cubicBezTo>
                <a:cubicBezTo>
                  <a:pt x="624" y="1275"/>
                  <a:pt x="625" y="1277"/>
                  <a:pt x="625" y="1279"/>
                </a:cubicBezTo>
                <a:cubicBezTo>
                  <a:pt x="638" y="1280"/>
                  <a:pt x="652" y="1280"/>
                  <a:pt x="665" y="1280"/>
                </a:cubicBezTo>
                <a:cubicBezTo>
                  <a:pt x="666" y="1280"/>
                  <a:pt x="666" y="1280"/>
                  <a:pt x="667" y="1279"/>
                </a:cubicBezTo>
                <a:cubicBezTo>
                  <a:pt x="666" y="1277"/>
                  <a:pt x="663" y="1276"/>
                  <a:pt x="662" y="1274"/>
                </a:cubicBezTo>
                <a:cubicBezTo>
                  <a:pt x="612" y="1273"/>
                  <a:pt x="563" y="1266"/>
                  <a:pt x="514" y="1258"/>
                </a:cubicBezTo>
                <a:cubicBezTo>
                  <a:pt x="501" y="1256"/>
                  <a:pt x="488" y="1254"/>
                  <a:pt x="476" y="1252"/>
                </a:cubicBezTo>
                <a:cubicBezTo>
                  <a:pt x="477" y="1253"/>
                  <a:pt x="478" y="1255"/>
                  <a:pt x="479" y="1256"/>
                </a:cubicBezTo>
                <a:cubicBezTo>
                  <a:pt x="471" y="1256"/>
                  <a:pt x="471" y="1256"/>
                  <a:pt x="471" y="1256"/>
                </a:cubicBezTo>
                <a:cubicBezTo>
                  <a:pt x="470" y="1255"/>
                  <a:pt x="470" y="1253"/>
                  <a:pt x="471" y="1251"/>
                </a:cubicBezTo>
                <a:cubicBezTo>
                  <a:pt x="468" y="1251"/>
                  <a:pt x="466" y="1251"/>
                  <a:pt x="463" y="1250"/>
                </a:cubicBezTo>
                <a:cubicBezTo>
                  <a:pt x="463" y="1251"/>
                  <a:pt x="462" y="1252"/>
                  <a:pt x="462" y="1252"/>
                </a:cubicBezTo>
                <a:cubicBezTo>
                  <a:pt x="460" y="1252"/>
                  <a:pt x="459" y="1252"/>
                  <a:pt x="458" y="1251"/>
                </a:cubicBezTo>
                <a:cubicBezTo>
                  <a:pt x="458" y="1251"/>
                  <a:pt x="457" y="1250"/>
                  <a:pt x="458" y="1249"/>
                </a:cubicBezTo>
                <a:cubicBezTo>
                  <a:pt x="455" y="1249"/>
                  <a:pt x="452" y="1248"/>
                  <a:pt x="449" y="1248"/>
                </a:cubicBezTo>
                <a:cubicBezTo>
                  <a:pt x="448" y="1249"/>
                  <a:pt x="448" y="1249"/>
                  <a:pt x="447" y="1249"/>
                </a:cubicBezTo>
                <a:cubicBezTo>
                  <a:pt x="446" y="1248"/>
                  <a:pt x="445" y="1248"/>
                  <a:pt x="445" y="1248"/>
                </a:cubicBezTo>
                <a:cubicBezTo>
                  <a:pt x="439" y="1247"/>
                  <a:pt x="432" y="1246"/>
                  <a:pt x="426" y="1245"/>
                </a:cubicBezTo>
                <a:cubicBezTo>
                  <a:pt x="425" y="1245"/>
                  <a:pt x="424" y="1245"/>
                  <a:pt x="423" y="1245"/>
                </a:cubicBezTo>
                <a:cubicBezTo>
                  <a:pt x="421" y="1245"/>
                  <a:pt x="419" y="1245"/>
                  <a:pt x="418" y="1245"/>
                </a:cubicBezTo>
                <a:cubicBezTo>
                  <a:pt x="419" y="1247"/>
                  <a:pt x="420" y="1249"/>
                  <a:pt x="422" y="1251"/>
                </a:cubicBezTo>
                <a:cubicBezTo>
                  <a:pt x="425" y="1251"/>
                  <a:pt x="429" y="1252"/>
                  <a:pt x="433" y="1252"/>
                </a:cubicBezTo>
                <a:cubicBezTo>
                  <a:pt x="436" y="1251"/>
                  <a:pt x="438" y="1250"/>
                  <a:pt x="441" y="1248"/>
                </a:cubicBezTo>
                <a:cubicBezTo>
                  <a:pt x="444" y="1249"/>
                  <a:pt x="445" y="1252"/>
                  <a:pt x="445" y="1254"/>
                </a:cubicBezTo>
                <a:cubicBezTo>
                  <a:pt x="448" y="1255"/>
                  <a:pt x="450" y="1255"/>
                  <a:pt x="453" y="1255"/>
                </a:cubicBezTo>
                <a:cubicBezTo>
                  <a:pt x="450" y="1255"/>
                  <a:pt x="448" y="1255"/>
                  <a:pt x="445" y="1255"/>
                </a:cubicBezTo>
                <a:cubicBezTo>
                  <a:pt x="445" y="1256"/>
                  <a:pt x="445" y="1256"/>
                  <a:pt x="445" y="1256"/>
                </a:cubicBezTo>
                <a:cubicBezTo>
                  <a:pt x="421" y="1257"/>
                  <a:pt x="421" y="1257"/>
                  <a:pt x="421" y="1257"/>
                </a:cubicBezTo>
                <a:cubicBezTo>
                  <a:pt x="394" y="1259"/>
                  <a:pt x="367" y="1265"/>
                  <a:pt x="341" y="1275"/>
                </a:cubicBezTo>
                <a:cubicBezTo>
                  <a:pt x="345" y="1275"/>
                  <a:pt x="345" y="1275"/>
                  <a:pt x="345" y="1275"/>
                </a:cubicBezTo>
                <a:cubicBezTo>
                  <a:pt x="346" y="1276"/>
                  <a:pt x="346" y="1278"/>
                  <a:pt x="347" y="1280"/>
                </a:cubicBezTo>
                <a:cubicBezTo>
                  <a:pt x="398" y="1260"/>
                  <a:pt x="454" y="1259"/>
                  <a:pt x="508" y="1265"/>
                </a:cubicBezTo>
                <a:cubicBezTo>
                  <a:pt x="509" y="1266"/>
                  <a:pt x="510" y="1265"/>
                  <a:pt x="510" y="1265"/>
                </a:cubicBezTo>
                <a:close/>
                <a:moveTo>
                  <a:pt x="596" y="1272"/>
                </a:moveTo>
                <a:cubicBezTo>
                  <a:pt x="596" y="1272"/>
                  <a:pt x="596" y="1272"/>
                  <a:pt x="596" y="1272"/>
                </a:cubicBezTo>
                <a:cubicBezTo>
                  <a:pt x="596" y="1272"/>
                  <a:pt x="596" y="1273"/>
                  <a:pt x="596" y="1273"/>
                </a:cubicBezTo>
                <a:cubicBezTo>
                  <a:pt x="596" y="1273"/>
                  <a:pt x="596" y="1272"/>
                  <a:pt x="596" y="1272"/>
                </a:cubicBezTo>
                <a:close/>
                <a:moveTo>
                  <a:pt x="855" y="1246"/>
                </a:moveTo>
                <a:cubicBezTo>
                  <a:pt x="854" y="1244"/>
                  <a:pt x="853" y="1242"/>
                  <a:pt x="853" y="1240"/>
                </a:cubicBezTo>
                <a:cubicBezTo>
                  <a:pt x="850" y="1241"/>
                  <a:pt x="848" y="1242"/>
                  <a:pt x="846" y="1243"/>
                </a:cubicBezTo>
                <a:cubicBezTo>
                  <a:pt x="846" y="1243"/>
                  <a:pt x="846" y="1244"/>
                  <a:pt x="845" y="1245"/>
                </a:cubicBezTo>
                <a:cubicBezTo>
                  <a:pt x="843" y="1248"/>
                  <a:pt x="841" y="1244"/>
                  <a:pt x="838" y="1246"/>
                </a:cubicBezTo>
                <a:cubicBezTo>
                  <a:pt x="839" y="1248"/>
                  <a:pt x="840" y="1250"/>
                  <a:pt x="839" y="1252"/>
                </a:cubicBezTo>
                <a:cubicBezTo>
                  <a:pt x="845" y="1250"/>
                  <a:pt x="850" y="1248"/>
                  <a:pt x="855" y="1246"/>
                </a:cubicBezTo>
                <a:close/>
                <a:moveTo>
                  <a:pt x="379" y="145"/>
                </a:moveTo>
                <a:cubicBezTo>
                  <a:pt x="378" y="145"/>
                  <a:pt x="378" y="145"/>
                  <a:pt x="377" y="145"/>
                </a:cubicBezTo>
                <a:cubicBezTo>
                  <a:pt x="377" y="146"/>
                  <a:pt x="377" y="148"/>
                  <a:pt x="377" y="149"/>
                </a:cubicBezTo>
                <a:cubicBezTo>
                  <a:pt x="379" y="149"/>
                  <a:pt x="380" y="147"/>
                  <a:pt x="379" y="145"/>
                </a:cubicBezTo>
                <a:close/>
                <a:moveTo>
                  <a:pt x="114" y="248"/>
                </a:moveTo>
                <a:cubicBezTo>
                  <a:pt x="113" y="249"/>
                  <a:pt x="112" y="250"/>
                  <a:pt x="111" y="250"/>
                </a:cubicBezTo>
                <a:cubicBezTo>
                  <a:pt x="113" y="251"/>
                  <a:pt x="115" y="252"/>
                  <a:pt x="119" y="252"/>
                </a:cubicBezTo>
                <a:cubicBezTo>
                  <a:pt x="119" y="252"/>
                  <a:pt x="119" y="253"/>
                  <a:pt x="119" y="253"/>
                </a:cubicBezTo>
                <a:cubicBezTo>
                  <a:pt x="123" y="251"/>
                  <a:pt x="127" y="249"/>
                  <a:pt x="130" y="247"/>
                </a:cubicBezTo>
                <a:cubicBezTo>
                  <a:pt x="130" y="245"/>
                  <a:pt x="129" y="244"/>
                  <a:pt x="129" y="243"/>
                </a:cubicBezTo>
                <a:cubicBezTo>
                  <a:pt x="136" y="242"/>
                  <a:pt x="136" y="242"/>
                  <a:pt x="136" y="242"/>
                </a:cubicBezTo>
                <a:cubicBezTo>
                  <a:pt x="136" y="243"/>
                  <a:pt x="137" y="243"/>
                  <a:pt x="137" y="243"/>
                </a:cubicBezTo>
                <a:cubicBezTo>
                  <a:pt x="148" y="237"/>
                  <a:pt x="160" y="231"/>
                  <a:pt x="171" y="225"/>
                </a:cubicBezTo>
                <a:cubicBezTo>
                  <a:pt x="162" y="225"/>
                  <a:pt x="162" y="225"/>
                  <a:pt x="162" y="225"/>
                </a:cubicBezTo>
                <a:cubicBezTo>
                  <a:pt x="163" y="224"/>
                  <a:pt x="163" y="223"/>
                  <a:pt x="162" y="222"/>
                </a:cubicBezTo>
                <a:cubicBezTo>
                  <a:pt x="164" y="220"/>
                  <a:pt x="168" y="221"/>
                  <a:pt x="171" y="221"/>
                </a:cubicBezTo>
                <a:cubicBezTo>
                  <a:pt x="170" y="223"/>
                  <a:pt x="171" y="224"/>
                  <a:pt x="172" y="225"/>
                </a:cubicBezTo>
                <a:cubicBezTo>
                  <a:pt x="175" y="223"/>
                  <a:pt x="179" y="221"/>
                  <a:pt x="183" y="219"/>
                </a:cubicBezTo>
                <a:cubicBezTo>
                  <a:pt x="193" y="215"/>
                  <a:pt x="203" y="210"/>
                  <a:pt x="214" y="206"/>
                </a:cubicBezTo>
                <a:cubicBezTo>
                  <a:pt x="214" y="206"/>
                  <a:pt x="214" y="206"/>
                  <a:pt x="214" y="206"/>
                </a:cubicBezTo>
                <a:cubicBezTo>
                  <a:pt x="214" y="206"/>
                  <a:pt x="214" y="206"/>
                  <a:pt x="215" y="206"/>
                </a:cubicBezTo>
                <a:cubicBezTo>
                  <a:pt x="215" y="206"/>
                  <a:pt x="215" y="206"/>
                  <a:pt x="215" y="206"/>
                </a:cubicBezTo>
                <a:cubicBezTo>
                  <a:pt x="241" y="196"/>
                  <a:pt x="268" y="189"/>
                  <a:pt x="296" y="185"/>
                </a:cubicBezTo>
                <a:cubicBezTo>
                  <a:pt x="295" y="184"/>
                  <a:pt x="294" y="183"/>
                  <a:pt x="295" y="182"/>
                </a:cubicBezTo>
                <a:cubicBezTo>
                  <a:pt x="296" y="181"/>
                  <a:pt x="297" y="181"/>
                  <a:pt x="300" y="181"/>
                </a:cubicBezTo>
                <a:cubicBezTo>
                  <a:pt x="301" y="182"/>
                  <a:pt x="301" y="183"/>
                  <a:pt x="300" y="184"/>
                </a:cubicBezTo>
                <a:cubicBezTo>
                  <a:pt x="316" y="181"/>
                  <a:pt x="331" y="179"/>
                  <a:pt x="346" y="178"/>
                </a:cubicBezTo>
                <a:cubicBezTo>
                  <a:pt x="346" y="176"/>
                  <a:pt x="344" y="174"/>
                  <a:pt x="343" y="172"/>
                </a:cubicBezTo>
                <a:cubicBezTo>
                  <a:pt x="336" y="172"/>
                  <a:pt x="329" y="173"/>
                  <a:pt x="322" y="174"/>
                </a:cubicBezTo>
                <a:cubicBezTo>
                  <a:pt x="323" y="175"/>
                  <a:pt x="322" y="177"/>
                  <a:pt x="322" y="178"/>
                </a:cubicBezTo>
                <a:cubicBezTo>
                  <a:pt x="318" y="177"/>
                  <a:pt x="319" y="180"/>
                  <a:pt x="316" y="180"/>
                </a:cubicBezTo>
                <a:cubicBezTo>
                  <a:pt x="315" y="178"/>
                  <a:pt x="315" y="176"/>
                  <a:pt x="316" y="175"/>
                </a:cubicBezTo>
                <a:cubicBezTo>
                  <a:pt x="314" y="175"/>
                  <a:pt x="311" y="175"/>
                  <a:pt x="309" y="176"/>
                </a:cubicBezTo>
                <a:cubicBezTo>
                  <a:pt x="309" y="176"/>
                  <a:pt x="308" y="177"/>
                  <a:pt x="307" y="177"/>
                </a:cubicBezTo>
                <a:cubicBezTo>
                  <a:pt x="307" y="176"/>
                  <a:pt x="307" y="176"/>
                  <a:pt x="307" y="176"/>
                </a:cubicBezTo>
                <a:cubicBezTo>
                  <a:pt x="301" y="177"/>
                  <a:pt x="294" y="178"/>
                  <a:pt x="288" y="179"/>
                </a:cubicBezTo>
                <a:cubicBezTo>
                  <a:pt x="289" y="187"/>
                  <a:pt x="278" y="188"/>
                  <a:pt x="278" y="181"/>
                </a:cubicBezTo>
                <a:cubicBezTo>
                  <a:pt x="273" y="182"/>
                  <a:pt x="269" y="183"/>
                  <a:pt x="265" y="184"/>
                </a:cubicBezTo>
                <a:cubicBezTo>
                  <a:pt x="268" y="184"/>
                  <a:pt x="270" y="185"/>
                  <a:pt x="271" y="187"/>
                </a:cubicBezTo>
                <a:cubicBezTo>
                  <a:pt x="270" y="188"/>
                  <a:pt x="270" y="188"/>
                  <a:pt x="269" y="188"/>
                </a:cubicBezTo>
                <a:cubicBezTo>
                  <a:pt x="264" y="188"/>
                  <a:pt x="264" y="188"/>
                  <a:pt x="264" y="188"/>
                </a:cubicBezTo>
                <a:cubicBezTo>
                  <a:pt x="264" y="188"/>
                  <a:pt x="264" y="188"/>
                  <a:pt x="263" y="188"/>
                </a:cubicBezTo>
                <a:cubicBezTo>
                  <a:pt x="264" y="187"/>
                  <a:pt x="264" y="186"/>
                  <a:pt x="264" y="184"/>
                </a:cubicBezTo>
                <a:cubicBezTo>
                  <a:pt x="263" y="185"/>
                  <a:pt x="263" y="185"/>
                  <a:pt x="262" y="185"/>
                </a:cubicBezTo>
                <a:cubicBezTo>
                  <a:pt x="262" y="185"/>
                  <a:pt x="262" y="186"/>
                  <a:pt x="262" y="187"/>
                </a:cubicBezTo>
                <a:cubicBezTo>
                  <a:pt x="262" y="188"/>
                  <a:pt x="261" y="188"/>
                  <a:pt x="260" y="188"/>
                </a:cubicBezTo>
                <a:cubicBezTo>
                  <a:pt x="256" y="188"/>
                  <a:pt x="256" y="188"/>
                  <a:pt x="256" y="188"/>
                </a:cubicBezTo>
                <a:cubicBezTo>
                  <a:pt x="256" y="188"/>
                  <a:pt x="255" y="187"/>
                  <a:pt x="255" y="187"/>
                </a:cubicBezTo>
                <a:cubicBezTo>
                  <a:pt x="230" y="193"/>
                  <a:pt x="205" y="202"/>
                  <a:pt x="181" y="213"/>
                </a:cubicBezTo>
                <a:cubicBezTo>
                  <a:pt x="158" y="223"/>
                  <a:pt x="137" y="235"/>
                  <a:pt x="116" y="247"/>
                </a:cubicBezTo>
                <a:cubicBezTo>
                  <a:pt x="116" y="248"/>
                  <a:pt x="117" y="249"/>
                  <a:pt x="118" y="249"/>
                </a:cubicBezTo>
                <a:cubicBezTo>
                  <a:pt x="115" y="250"/>
                  <a:pt x="114" y="250"/>
                  <a:pt x="114" y="248"/>
                </a:cubicBezTo>
                <a:close/>
                <a:moveTo>
                  <a:pt x="427" y="1291"/>
                </a:moveTo>
                <a:cubicBezTo>
                  <a:pt x="430" y="1290"/>
                  <a:pt x="434" y="1290"/>
                  <a:pt x="438" y="1290"/>
                </a:cubicBezTo>
                <a:cubicBezTo>
                  <a:pt x="436" y="1288"/>
                  <a:pt x="435" y="1286"/>
                  <a:pt x="434" y="1284"/>
                </a:cubicBezTo>
                <a:cubicBezTo>
                  <a:pt x="426" y="1284"/>
                  <a:pt x="418" y="1284"/>
                  <a:pt x="410" y="1285"/>
                </a:cubicBezTo>
                <a:cubicBezTo>
                  <a:pt x="410" y="1285"/>
                  <a:pt x="410" y="1285"/>
                  <a:pt x="410" y="1285"/>
                </a:cubicBezTo>
                <a:cubicBezTo>
                  <a:pt x="404" y="1287"/>
                  <a:pt x="398" y="1288"/>
                  <a:pt x="390" y="1288"/>
                </a:cubicBezTo>
                <a:cubicBezTo>
                  <a:pt x="387" y="1288"/>
                  <a:pt x="384" y="1289"/>
                  <a:pt x="381" y="1289"/>
                </a:cubicBezTo>
                <a:cubicBezTo>
                  <a:pt x="382" y="1291"/>
                  <a:pt x="383" y="1292"/>
                  <a:pt x="384" y="1293"/>
                </a:cubicBezTo>
                <a:cubicBezTo>
                  <a:pt x="366" y="1293"/>
                  <a:pt x="366" y="1293"/>
                  <a:pt x="366" y="1293"/>
                </a:cubicBezTo>
                <a:cubicBezTo>
                  <a:pt x="366" y="1293"/>
                  <a:pt x="367" y="1292"/>
                  <a:pt x="367" y="1292"/>
                </a:cubicBezTo>
                <a:cubicBezTo>
                  <a:pt x="347" y="1297"/>
                  <a:pt x="327" y="1304"/>
                  <a:pt x="308" y="1312"/>
                </a:cubicBezTo>
                <a:cubicBezTo>
                  <a:pt x="309" y="1314"/>
                  <a:pt x="310" y="1316"/>
                  <a:pt x="312" y="1318"/>
                </a:cubicBezTo>
                <a:cubicBezTo>
                  <a:pt x="312" y="1318"/>
                  <a:pt x="312" y="1318"/>
                  <a:pt x="312" y="1318"/>
                </a:cubicBezTo>
                <a:cubicBezTo>
                  <a:pt x="348" y="1302"/>
                  <a:pt x="388" y="1293"/>
                  <a:pt x="427" y="1291"/>
                </a:cubicBezTo>
                <a:close/>
                <a:moveTo>
                  <a:pt x="625" y="1317"/>
                </a:moveTo>
                <a:cubicBezTo>
                  <a:pt x="624" y="1319"/>
                  <a:pt x="624" y="1321"/>
                  <a:pt x="625" y="1322"/>
                </a:cubicBezTo>
                <a:cubicBezTo>
                  <a:pt x="626" y="1322"/>
                  <a:pt x="627" y="1322"/>
                  <a:pt x="628" y="1322"/>
                </a:cubicBezTo>
                <a:cubicBezTo>
                  <a:pt x="631" y="1319"/>
                  <a:pt x="633" y="1317"/>
                  <a:pt x="636" y="1315"/>
                </a:cubicBezTo>
                <a:cubicBezTo>
                  <a:pt x="635" y="1315"/>
                  <a:pt x="634" y="1315"/>
                  <a:pt x="633" y="1315"/>
                </a:cubicBezTo>
                <a:cubicBezTo>
                  <a:pt x="631" y="1317"/>
                  <a:pt x="627" y="1315"/>
                  <a:pt x="625" y="1317"/>
                </a:cubicBezTo>
                <a:close/>
                <a:moveTo>
                  <a:pt x="529" y="1316"/>
                </a:moveTo>
                <a:cubicBezTo>
                  <a:pt x="529" y="1316"/>
                  <a:pt x="529" y="1316"/>
                  <a:pt x="529" y="1315"/>
                </a:cubicBezTo>
                <a:cubicBezTo>
                  <a:pt x="529" y="1315"/>
                  <a:pt x="529" y="1315"/>
                  <a:pt x="528" y="1315"/>
                </a:cubicBezTo>
                <a:cubicBezTo>
                  <a:pt x="528" y="1316"/>
                  <a:pt x="528" y="1316"/>
                  <a:pt x="529" y="1316"/>
                </a:cubicBezTo>
                <a:close/>
                <a:moveTo>
                  <a:pt x="281" y="1240"/>
                </a:moveTo>
                <a:cubicBezTo>
                  <a:pt x="286" y="1240"/>
                  <a:pt x="286" y="1240"/>
                  <a:pt x="286" y="1240"/>
                </a:cubicBezTo>
                <a:cubicBezTo>
                  <a:pt x="293" y="1230"/>
                  <a:pt x="297" y="1219"/>
                  <a:pt x="300" y="1208"/>
                </a:cubicBezTo>
                <a:cubicBezTo>
                  <a:pt x="299" y="1208"/>
                  <a:pt x="297" y="1209"/>
                  <a:pt x="296" y="1210"/>
                </a:cubicBezTo>
                <a:cubicBezTo>
                  <a:pt x="298" y="1210"/>
                  <a:pt x="298" y="1211"/>
                  <a:pt x="297" y="1213"/>
                </a:cubicBezTo>
                <a:cubicBezTo>
                  <a:pt x="295" y="1215"/>
                  <a:pt x="293" y="1214"/>
                  <a:pt x="292" y="1213"/>
                </a:cubicBezTo>
                <a:cubicBezTo>
                  <a:pt x="291" y="1214"/>
                  <a:pt x="291" y="1216"/>
                  <a:pt x="290" y="1217"/>
                </a:cubicBezTo>
                <a:cubicBezTo>
                  <a:pt x="284" y="1238"/>
                  <a:pt x="268" y="1254"/>
                  <a:pt x="252" y="1268"/>
                </a:cubicBezTo>
                <a:cubicBezTo>
                  <a:pt x="246" y="1273"/>
                  <a:pt x="240" y="1278"/>
                  <a:pt x="233" y="1282"/>
                </a:cubicBezTo>
                <a:cubicBezTo>
                  <a:pt x="234" y="1285"/>
                  <a:pt x="234" y="1287"/>
                  <a:pt x="234" y="1290"/>
                </a:cubicBezTo>
                <a:cubicBezTo>
                  <a:pt x="237" y="1288"/>
                  <a:pt x="239" y="1286"/>
                  <a:pt x="241" y="1285"/>
                </a:cubicBezTo>
                <a:cubicBezTo>
                  <a:pt x="242" y="1284"/>
                  <a:pt x="243" y="1283"/>
                  <a:pt x="243" y="1283"/>
                </a:cubicBezTo>
                <a:cubicBezTo>
                  <a:pt x="243" y="1283"/>
                  <a:pt x="244" y="1283"/>
                  <a:pt x="244" y="1283"/>
                </a:cubicBezTo>
                <a:cubicBezTo>
                  <a:pt x="246" y="1281"/>
                  <a:pt x="248" y="1279"/>
                  <a:pt x="250" y="1278"/>
                </a:cubicBezTo>
                <a:cubicBezTo>
                  <a:pt x="251" y="1277"/>
                  <a:pt x="252" y="1276"/>
                  <a:pt x="252" y="1276"/>
                </a:cubicBezTo>
                <a:cubicBezTo>
                  <a:pt x="264" y="1267"/>
                  <a:pt x="274" y="1257"/>
                  <a:pt x="283" y="1245"/>
                </a:cubicBezTo>
                <a:cubicBezTo>
                  <a:pt x="281" y="1244"/>
                  <a:pt x="281" y="1242"/>
                  <a:pt x="281" y="1240"/>
                </a:cubicBezTo>
                <a:close/>
                <a:moveTo>
                  <a:pt x="898" y="1253"/>
                </a:moveTo>
                <a:cubicBezTo>
                  <a:pt x="894" y="1253"/>
                  <a:pt x="894" y="1253"/>
                  <a:pt x="894" y="1253"/>
                </a:cubicBezTo>
                <a:cubicBezTo>
                  <a:pt x="892" y="1252"/>
                  <a:pt x="890" y="1250"/>
                  <a:pt x="888" y="1249"/>
                </a:cubicBezTo>
                <a:cubicBezTo>
                  <a:pt x="867" y="1257"/>
                  <a:pt x="846" y="1264"/>
                  <a:pt x="824" y="1271"/>
                </a:cubicBezTo>
                <a:cubicBezTo>
                  <a:pt x="827" y="1270"/>
                  <a:pt x="827" y="1270"/>
                  <a:pt x="827" y="1270"/>
                </a:cubicBezTo>
                <a:cubicBezTo>
                  <a:pt x="827" y="1271"/>
                  <a:pt x="827" y="1271"/>
                  <a:pt x="827" y="1272"/>
                </a:cubicBezTo>
                <a:cubicBezTo>
                  <a:pt x="831" y="1273"/>
                  <a:pt x="833" y="1271"/>
                  <a:pt x="836" y="1272"/>
                </a:cubicBezTo>
                <a:cubicBezTo>
                  <a:pt x="837" y="1272"/>
                  <a:pt x="837" y="1273"/>
                  <a:pt x="837" y="1274"/>
                </a:cubicBezTo>
                <a:cubicBezTo>
                  <a:pt x="839" y="1273"/>
                  <a:pt x="840" y="1273"/>
                  <a:pt x="841" y="1273"/>
                </a:cubicBezTo>
                <a:cubicBezTo>
                  <a:pt x="841" y="1272"/>
                  <a:pt x="840" y="1271"/>
                  <a:pt x="840" y="1270"/>
                </a:cubicBezTo>
                <a:cubicBezTo>
                  <a:pt x="848" y="1270"/>
                  <a:pt x="848" y="1270"/>
                  <a:pt x="848" y="1270"/>
                </a:cubicBezTo>
                <a:cubicBezTo>
                  <a:pt x="865" y="1265"/>
                  <a:pt x="882" y="1259"/>
                  <a:pt x="898" y="1253"/>
                </a:cubicBezTo>
                <a:close/>
                <a:moveTo>
                  <a:pt x="742" y="1275"/>
                </a:moveTo>
                <a:cubicBezTo>
                  <a:pt x="744" y="1275"/>
                  <a:pt x="745" y="1275"/>
                  <a:pt x="747" y="1275"/>
                </a:cubicBezTo>
                <a:cubicBezTo>
                  <a:pt x="747" y="1273"/>
                  <a:pt x="749" y="1273"/>
                  <a:pt x="750" y="1272"/>
                </a:cubicBezTo>
                <a:cubicBezTo>
                  <a:pt x="752" y="1272"/>
                  <a:pt x="753" y="1273"/>
                  <a:pt x="753" y="1274"/>
                </a:cubicBezTo>
                <a:cubicBezTo>
                  <a:pt x="755" y="1274"/>
                  <a:pt x="756" y="1273"/>
                  <a:pt x="757" y="1273"/>
                </a:cubicBezTo>
                <a:cubicBezTo>
                  <a:pt x="757" y="1272"/>
                  <a:pt x="758" y="1272"/>
                  <a:pt x="758" y="1271"/>
                </a:cubicBezTo>
                <a:cubicBezTo>
                  <a:pt x="769" y="1271"/>
                  <a:pt x="769" y="1271"/>
                  <a:pt x="769" y="1271"/>
                </a:cubicBezTo>
                <a:cubicBezTo>
                  <a:pt x="775" y="1270"/>
                  <a:pt x="782" y="1268"/>
                  <a:pt x="789" y="1267"/>
                </a:cubicBezTo>
                <a:cubicBezTo>
                  <a:pt x="804" y="1263"/>
                  <a:pt x="820" y="1258"/>
                  <a:pt x="835" y="1253"/>
                </a:cubicBezTo>
                <a:cubicBezTo>
                  <a:pt x="827" y="1253"/>
                  <a:pt x="827" y="1253"/>
                  <a:pt x="827" y="1253"/>
                </a:cubicBezTo>
                <a:cubicBezTo>
                  <a:pt x="825" y="1252"/>
                  <a:pt x="824" y="1251"/>
                  <a:pt x="821" y="1251"/>
                </a:cubicBezTo>
                <a:cubicBezTo>
                  <a:pt x="821" y="1252"/>
                  <a:pt x="821" y="1253"/>
                  <a:pt x="822" y="1253"/>
                </a:cubicBezTo>
                <a:cubicBezTo>
                  <a:pt x="813" y="1253"/>
                  <a:pt x="813" y="1253"/>
                  <a:pt x="813" y="1253"/>
                </a:cubicBezTo>
                <a:cubicBezTo>
                  <a:pt x="788" y="1261"/>
                  <a:pt x="762" y="1266"/>
                  <a:pt x="737" y="1270"/>
                </a:cubicBezTo>
                <a:cubicBezTo>
                  <a:pt x="732" y="1270"/>
                  <a:pt x="727" y="1271"/>
                  <a:pt x="722" y="1271"/>
                </a:cubicBezTo>
                <a:cubicBezTo>
                  <a:pt x="722" y="1271"/>
                  <a:pt x="722" y="1271"/>
                  <a:pt x="722" y="1271"/>
                </a:cubicBezTo>
                <a:cubicBezTo>
                  <a:pt x="720" y="1272"/>
                  <a:pt x="718" y="1273"/>
                  <a:pt x="716" y="1272"/>
                </a:cubicBezTo>
                <a:cubicBezTo>
                  <a:pt x="713" y="1272"/>
                  <a:pt x="710" y="1272"/>
                  <a:pt x="707" y="1273"/>
                </a:cubicBezTo>
                <a:cubicBezTo>
                  <a:pt x="706" y="1274"/>
                  <a:pt x="705" y="1275"/>
                  <a:pt x="704" y="1275"/>
                </a:cubicBezTo>
                <a:cubicBezTo>
                  <a:pt x="702" y="1275"/>
                  <a:pt x="700" y="1275"/>
                  <a:pt x="699" y="1274"/>
                </a:cubicBezTo>
                <a:cubicBezTo>
                  <a:pt x="699" y="1273"/>
                  <a:pt x="699" y="1273"/>
                  <a:pt x="699" y="1273"/>
                </a:cubicBezTo>
                <a:cubicBezTo>
                  <a:pt x="699" y="1273"/>
                  <a:pt x="698" y="1273"/>
                  <a:pt x="697" y="1273"/>
                </a:cubicBezTo>
                <a:cubicBezTo>
                  <a:pt x="696" y="1278"/>
                  <a:pt x="693" y="1281"/>
                  <a:pt x="687" y="1279"/>
                </a:cubicBezTo>
                <a:cubicBezTo>
                  <a:pt x="687" y="1277"/>
                  <a:pt x="686" y="1275"/>
                  <a:pt x="685" y="1274"/>
                </a:cubicBezTo>
                <a:cubicBezTo>
                  <a:pt x="683" y="1274"/>
                  <a:pt x="681" y="1274"/>
                  <a:pt x="680" y="1274"/>
                </a:cubicBezTo>
                <a:cubicBezTo>
                  <a:pt x="678" y="1276"/>
                  <a:pt x="674" y="1277"/>
                  <a:pt x="670" y="1277"/>
                </a:cubicBezTo>
                <a:cubicBezTo>
                  <a:pt x="672" y="1279"/>
                  <a:pt x="680" y="1278"/>
                  <a:pt x="683" y="1280"/>
                </a:cubicBezTo>
                <a:cubicBezTo>
                  <a:pt x="698" y="1280"/>
                  <a:pt x="712" y="1279"/>
                  <a:pt x="726" y="1277"/>
                </a:cubicBezTo>
                <a:cubicBezTo>
                  <a:pt x="726" y="1277"/>
                  <a:pt x="727" y="1277"/>
                  <a:pt x="727" y="1277"/>
                </a:cubicBezTo>
                <a:cubicBezTo>
                  <a:pt x="726" y="1275"/>
                  <a:pt x="726" y="1273"/>
                  <a:pt x="725" y="1271"/>
                </a:cubicBezTo>
                <a:cubicBezTo>
                  <a:pt x="741" y="1271"/>
                  <a:pt x="741" y="1271"/>
                  <a:pt x="741" y="1271"/>
                </a:cubicBezTo>
                <a:cubicBezTo>
                  <a:pt x="741" y="1271"/>
                  <a:pt x="741" y="1271"/>
                  <a:pt x="741" y="1271"/>
                </a:cubicBezTo>
                <a:cubicBezTo>
                  <a:pt x="745" y="1272"/>
                  <a:pt x="744" y="1274"/>
                  <a:pt x="742" y="1275"/>
                </a:cubicBezTo>
                <a:close/>
                <a:moveTo>
                  <a:pt x="207" y="1205"/>
                </a:moveTo>
                <a:cubicBezTo>
                  <a:pt x="208" y="1206"/>
                  <a:pt x="209" y="1207"/>
                  <a:pt x="210" y="1209"/>
                </a:cubicBezTo>
                <a:cubicBezTo>
                  <a:pt x="217" y="1201"/>
                  <a:pt x="223" y="1192"/>
                  <a:pt x="229" y="1183"/>
                </a:cubicBezTo>
                <a:cubicBezTo>
                  <a:pt x="229" y="1183"/>
                  <a:pt x="228" y="1183"/>
                  <a:pt x="227" y="1183"/>
                </a:cubicBezTo>
                <a:cubicBezTo>
                  <a:pt x="228" y="1180"/>
                  <a:pt x="228" y="1178"/>
                  <a:pt x="230" y="1177"/>
                </a:cubicBezTo>
                <a:cubicBezTo>
                  <a:pt x="231" y="1177"/>
                  <a:pt x="232" y="1178"/>
                  <a:pt x="232" y="1178"/>
                </a:cubicBezTo>
                <a:cubicBezTo>
                  <a:pt x="238" y="1170"/>
                  <a:pt x="242" y="1161"/>
                  <a:pt x="246" y="1151"/>
                </a:cubicBezTo>
                <a:cubicBezTo>
                  <a:pt x="241" y="1151"/>
                  <a:pt x="241" y="1151"/>
                  <a:pt x="241" y="1151"/>
                </a:cubicBezTo>
                <a:cubicBezTo>
                  <a:pt x="241" y="1151"/>
                  <a:pt x="240" y="1150"/>
                  <a:pt x="240" y="1149"/>
                </a:cubicBezTo>
                <a:cubicBezTo>
                  <a:pt x="235" y="1160"/>
                  <a:pt x="229" y="1171"/>
                  <a:pt x="223" y="1181"/>
                </a:cubicBezTo>
                <a:cubicBezTo>
                  <a:pt x="224" y="1181"/>
                  <a:pt x="224" y="1181"/>
                  <a:pt x="225" y="1181"/>
                </a:cubicBezTo>
                <a:cubicBezTo>
                  <a:pt x="225" y="1183"/>
                  <a:pt x="225" y="1185"/>
                  <a:pt x="226" y="1187"/>
                </a:cubicBezTo>
                <a:cubicBezTo>
                  <a:pt x="218" y="1187"/>
                  <a:pt x="218" y="1187"/>
                  <a:pt x="218" y="1187"/>
                </a:cubicBezTo>
                <a:cubicBezTo>
                  <a:pt x="214" y="1193"/>
                  <a:pt x="209" y="1199"/>
                  <a:pt x="205" y="1205"/>
                </a:cubicBezTo>
                <a:lnTo>
                  <a:pt x="207" y="1205"/>
                </a:lnTo>
                <a:close/>
                <a:moveTo>
                  <a:pt x="497" y="184"/>
                </a:moveTo>
                <a:cubicBezTo>
                  <a:pt x="497" y="185"/>
                  <a:pt x="497" y="185"/>
                  <a:pt x="496" y="185"/>
                </a:cubicBezTo>
                <a:cubicBezTo>
                  <a:pt x="520" y="189"/>
                  <a:pt x="544" y="193"/>
                  <a:pt x="569" y="197"/>
                </a:cubicBezTo>
                <a:cubicBezTo>
                  <a:pt x="582" y="199"/>
                  <a:pt x="596" y="202"/>
                  <a:pt x="610" y="203"/>
                </a:cubicBezTo>
                <a:cubicBezTo>
                  <a:pt x="610" y="203"/>
                  <a:pt x="610" y="203"/>
                  <a:pt x="611" y="203"/>
                </a:cubicBezTo>
                <a:cubicBezTo>
                  <a:pt x="616" y="203"/>
                  <a:pt x="616" y="203"/>
                  <a:pt x="616" y="203"/>
                </a:cubicBezTo>
                <a:cubicBezTo>
                  <a:pt x="617" y="203"/>
                  <a:pt x="617" y="204"/>
                  <a:pt x="617" y="205"/>
                </a:cubicBezTo>
                <a:cubicBezTo>
                  <a:pt x="618" y="205"/>
                  <a:pt x="618" y="205"/>
                  <a:pt x="619" y="205"/>
                </a:cubicBezTo>
                <a:cubicBezTo>
                  <a:pt x="619" y="204"/>
                  <a:pt x="620" y="203"/>
                  <a:pt x="620" y="203"/>
                </a:cubicBezTo>
                <a:cubicBezTo>
                  <a:pt x="641" y="202"/>
                  <a:pt x="641" y="202"/>
                  <a:pt x="641" y="202"/>
                </a:cubicBezTo>
                <a:cubicBezTo>
                  <a:pt x="641" y="204"/>
                  <a:pt x="641" y="205"/>
                  <a:pt x="641" y="206"/>
                </a:cubicBezTo>
                <a:cubicBezTo>
                  <a:pt x="643" y="206"/>
                  <a:pt x="642" y="204"/>
                  <a:pt x="645" y="204"/>
                </a:cubicBezTo>
                <a:cubicBezTo>
                  <a:pt x="645" y="203"/>
                  <a:pt x="645" y="203"/>
                  <a:pt x="644" y="202"/>
                </a:cubicBezTo>
                <a:cubicBezTo>
                  <a:pt x="652" y="202"/>
                  <a:pt x="652" y="202"/>
                  <a:pt x="652" y="202"/>
                </a:cubicBezTo>
                <a:cubicBezTo>
                  <a:pt x="622" y="199"/>
                  <a:pt x="592" y="194"/>
                  <a:pt x="563" y="189"/>
                </a:cubicBezTo>
                <a:cubicBezTo>
                  <a:pt x="556" y="188"/>
                  <a:pt x="549" y="187"/>
                  <a:pt x="542" y="186"/>
                </a:cubicBezTo>
                <a:cubicBezTo>
                  <a:pt x="516" y="186"/>
                  <a:pt x="516" y="186"/>
                  <a:pt x="516" y="186"/>
                </a:cubicBezTo>
                <a:cubicBezTo>
                  <a:pt x="519" y="186"/>
                  <a:pt x="522" y="186"/>
                  <a:pt x="524" y="186"/>
                </a:cubicBezTo>
                <a:cubicBezTo>
                  <a:pt x="527" y="184"/>
                  <a:pt x="517" y="186"/>
                  <a:pt x="516" y="184"/>
                </a:cubicBezTo>
                <a:cubicBezTo>
                  <a:pt x="517" y="183"/>
                  <a:pt x="517" y="183"/>
                  <a:pt x="517" y="182"/>
                </a:cubicBezTo>
                <a:cubicBezTo>
                  <a:pt x="516" y="182"/>
                  <a:pt x="515" y="182"/>
                  <a:pt x="514" y="181"/>
                </a:cubicBezTo>
                <a:cubicBezTo>
                  <a:pt x="514" y="182"/>
                  <a:pt x="513" y="184"/>
                  <a:pt x="513" y="185"/>
                </a:cubicBezTo>
                <a:cubicBezTo>
                  <a:pt x="508" y="185"/>
                  <a:pt x="506" y="183"/>
                  <a:pt x="505" y="180"/>
                </a:cubicBezTo>
                <a:cubicBezTo>
                  <a:pt x="505" y="180"/>
                  <a:pt x="504" y="180"/>
                  <a:pt x="503" y="180"/>
                </a:cubicBezTo>
                <a:cubicBezTo>
                  <a:pt x="503" y="181"/>
                  <a:pt x="502" y="182"/>
                  <a:pt x="500" y="181"/>
                </a:cubicBezTo>
                <a:cubicBezTo>
                  <a:pt x="500" y="181"/>
                  <a:pt x="500" y="180"/>
                  <a:pt x="500" y="179"/>
                </a:cubicBezTo>
                <a:cubicBezTo>
                  <a:pt x="497" y="179"/>
                  <a:pt x="494" y="178"/>
                  <a:pt x="491" y="178"/>
                </a:cubicBezTo>
                <a:cubicBezTo>
                  <a:pt x="489" y="178"/>
                  <a:pt x="487" y="179"/>
                  <a:pt x="485" y="178"/>
                </a:cubicBezTo>
                <a:cubicBezTo>
                  <a:pt x="487" y="178"/>
                  <a:pt x="494" y="182"/>
                  <a:pt x="497" y="184"/>
                </a:cubicBezTo>
                <a:close/>
                <a:moveTo>
                  <a:pt x="1146" y="1148"/>
                </a:moveTo>
                <a:cubicBezTo>
                  <a:pt x="1142" y="1153"/>
                  <a:pt x="1136" y="1157"/>
                  <a:pt x="1131" y="1161"/>
                </a:cubicBezTo>
                <a:cubicBezTo>
                  <a:pt x="1133" y="1161"/>
                  <a:pt x="1133" y="1161"/>
                  <a:pt x="1133" y="1161"/>
                </a:cubicBezTo>
                <a:cubicBezTo>
                  <a:pt x="1132" y="1162"/>
                  <a:pt x="1130" y="1164"/>
                  <a:pt x="1129" y="1167"/>
                </a:cubicBezTo>
                <a:cubicBezTo>
                  <a:pt x="1126" y="1169"/>
                  <a:pt x="1124" y="1164"/>
                  <a:pt x="1123" y="1167"/>
                </a:cubicBezTo>
                <a:cubicBezTo>
                  <a:pt x="1125" y="1168"/>
                  <a:pt x="1127" y="1168"/>
                  <a:pt x="1126" y="1171"/>
                </a:cubicBezTo>
                <a:cubicBezTo>
                  <a:pt x="1123" y="1172"/>
                  <a:pt x="1122" y="1170"/>
                  <a:pt x="1120" y="1169"/>
                </a:cubicBezTo>
                <a:cubicBezTo>
                  <a:pt x="1119" y="1169"/>
                  <a:pt x="1119" y="1169"/>
                  <a:pt x="1119" y="1169"/>
                </a:cubicBezTo>
                <a:cubicBezTo>
                  <a:pt x="1118" y="1173"/>
                  <a:pt x="1120" y="1174"/>
                  <a:pt x="1122" y="1176"/>
                </a:cubicBezTo>
                <a:cubicBezTo>
                  <a:pt x="1132" y="1169"/>
                  <a:pt x="1142" y="1162"/>
                  <a:pt x="1150" y="1153"/>
                </a:cubicBezTo>
                <a:cubicBezTo>
                  <a:pt x="1154" y="1151"/>
                  <a:pt x="1150" y="1145"/>
                  <a:pt x="1146" y="1148"/>
                </a:cubicBezTo>
                <a:close/>
                <a:moveTo>
                  <a:pt x="477" y="147"/>
                </a:moveTo>
                <a:cubicBezTo>
                  <a:pt x="482" y="146"/>
                  <a:pt x="479" y="150"/>
                  <a:pt x="483" y="149"/>
                </a:cubicBezTo>
                <a:cubicBezTo>
                  <a:pt x="484" y="146"/>
                  <a:pt x="481" y="145"/>
                  <a:pt x="480" y="144"/>
                </a:cubicBezTo>
                <a:cubicBezTo>
                  <a:pt x="479" y="144"/>
                  <a:pt x="478" y="143"/>
                  <a:pt x="477" y="143"/>
                </a:cubicBezTo>
                <a:cubicBezTo>
                  <a:pt x="476" y="145"/>
                  <a:pt x="476" y="148"/>
                  <a:pt x="476" y="150"/>
                </a:cubicBezTo>
                <a:cubicBezTo>
                  <a:pt x="478" y="150"/>
                  <a:pt x="477" y="148"/>
                  <a:pt x="477" y="147"/>
                </a:cubicBezTo>
                <a:close/>
                <a:moveTo>
                  <a:pt x="1131" y="1198"/>
                </a:moveTo>
                <a:cubicBezTo>
                  <a:pt x="1131" y="1198"/>
                  <a:pt x="1131" y="1197"/>
                  <a:pt x="1131" y="1197"/>
                </a:cubicBezTo>
                <a:cubicBezTo>
                  <a:pt x="1131" y="1198"/>
                  <a:pt x="1131" y="1198"/>
                  <a:pt x="1130" y="1198"/>
                </a:cubicBezTo>
                <a:cubicBezTo>
                  <a:pt x="1131" y="1198"/>
                  <a:pt x="1131" y="1198"/>
                  <a:pt x="1131" y="1198"/>
                </a:cubicBezTo>
                <a:close/>
                <a:moveTo>
                  <a:pt x="959" y="1216"/>
                </a:moveTo>
                <a:cubicBezTo>
                  <a:pt x="947" y="1223"/>
                  <a:pt x="935" y="1228"/>
                  <a:pt x="923" y="1234"/>
                </a:cubicBezTo>
                <a:cubicBezTo>
                  <a:pt x="929" y="1234"/>
                  <a:pt x="929" y="1234"/>
                  <a:pt x="929" y="1234"/>
                </a:cubicBezTo>
                <a:cubicBezTo>
                  <a:pt x="928" y="1235"/>
                  <a:pt x="927" y="1235"/>
                  <a:pt x="926" y="1236"/>
                </a:cubicBezTo>
                <a:cubicBezTo>
                  <a:pt x="928" y="1237"/>
                  <a:pt x="928" y="1238"/>
                  <a:pt x="929" y="1239"/>
                </a:cubicBezTo>
                <a:cubicBezTo>
                  <a:pt x="931" y="1238"/>
                  <a:pt x="933" y="1237"/>
                  <a:pt x="936" y="1236"/>
                </a:cubicBezTo>
                <a:cubicBezTo>
                  <a:pt x="935" y="1236"/>
                  <a:pt x="934" y="1235"/>
                  <a:pt x="934" y="1234"/>
                </a:cubicBezTo>
                <a:cubicBezTo>
                  <a:pt x="941" y="1234"/>
                  <a:pt x="941" y="1234"/>
                  <a:pt x="941" y="1234"/>
                </a:cubicBezTo>
                <a:cubicBezTo>
                  <a:pt x="953" y="1228"/>
                  <a:pt x="964" y="1222"/>
                  <a:pt x="976" y="1216"/>
                </a:cubicBezTo>
                <a:lnTo>
                  <a:pt x="959" y="1216"/>
                </a:lnTo>
                <a:close/>
                <a:moveTo>
                  <a:pt x="1049" y="1142"/>
                </a:moveTo>
                <a:cubicBezTo>
                  <a:pt x="1050" y="1141"/>
                  <a:pt x="1051" y="1143"/>
                  <a:pt x="1052" y="1143"/>
                </a:cubicBezTo>
                <a:cubicBezTo>
                  <a:pt x="1052" y="1143"/>
                  <a:pt x="1052" y="1143"/>
                  <a:pt x="1053" y="1143"/>
                </a:cubicBezTo>
                <a:cubicBezTo>
                  <a:pt x="1053" y="1143"/>
                  <a:pt x="1053" y="1142"/>
                  <a:pt x="1053" y="1142"/>
                </a:cubicBezTo>
                <a:cubicBezTo>
                  <a:pt x="1051" y="1140"/>
                  <a:pt x="1049" y="1140"/>
                  <a:pt x="1047" y="1139"/>
                </a:cubicBezTo>
                <a:cubicBezTo>
                  <a:pt x="1045" y="1140"/>
                  <a:pt x="1043" y="1142"/>
                  <a:pt x="1041" y="1143"/>
                </a:cubicBezTo>
                <a:cubicBezTo>
                  <a:pt x="1042" y="1143"/>
                  <a:pt x="1043" y="1144"/>
                  <a:pt x="1044" y="1144"/>
                </a:cubicBezTo>
                <a:cubicBezTo>
                  <a:pt x="1039" y="1144"/>
                  <a:pt x="1039" y="1144"/>
                  <a:pt x="1039" y="1144"/>
                </a:cubicBezTo>
                <a:cubicBezTo>
                  <a:pt x="1029" y="1150"/>
                  <a:pt x="1020" y="1156"/>
                  <a:pt x="1011" y="1162"/>
                </a:cubicBezTo>
                <a:cubicBezTo>
                  <a:pt x="1020" y="1162"/>
                  <a:pt x="1020" y="1162"/>
                  <a:pt x="1020" y="1162"/>
                </a:cubicBezTo>
                <a:cubicBezTo>
                  <a:pt x="1020" y="1162"/>
                  <a:pt x="1020" y="1163"/>
                  <a:pt x="1020" y="1164"/>
                </a:cubicBezTo>
                <a:cubicBezTo>
                  <a:pt x="1022" y="1163"/>
                  <a:pt x="1025" y="1161"/>
                  <a:pt x="1027" y="1160"/>
                </a:cubicBezTo>
                <a:cubicBezTo>
                  <a:pt x="1035" y="1154"/>
                  <a:pt x="1043" y="1149"/>
                  <a:pt x="1052" y="1143"/>
                </a:cubicBezTo>
                <a:cubicBezTo>
                  <a:pt x="1050" y="1143"/>
                  <a:pt x="1049" y="1143"/>
                  <a:pt x="1047" y="1143"/>
                </a:cubicBezTo>
                <a:cubicBezTo>
                  <a:pt x="1047" y="1143"/>
                  <a:pt x="1048" y="1142"/>
                  <a:pt x="1049" y="1142"/>
                </a:cubicBezTo>
                <a:close/>
                <a:moveTo>
                  <a:pt x="721" y="215"/>
                </a:moveTo>
                <a:cubicBezTo>
                  <a:pt x="723" y="215"/>
                  <a:pt x="725" y="215"/>
                  <a:pt x="727" y="216"/>
                </a:cubicBezTo>
                <a:cubicBezTo>
                  <a:pt x="725" y="215"/>
                  <a:pt x="723" y="214"/>
                  <a:pt x="721" y="213"/>
                </a:cubicBezTo>
                <a:cubicBezTo>
                  <a:pt x="720" y="214"/>
                  <a:pt x="721" y="215"/>
                  <a:pt x="721" y="215"/>
                </a:cubicBezTo>
                <a:close/>
                <a:moveTo>
                  <a:pt x="1094" y="1105"/>
                </a:moveTo>
                <a:cubicBezTo>
                  <a:pt x="1094" y="1105"/>
                  <a:pt x="1094" y="1105"/>
                  <a:pt x="1093" y="1105"/>
                </a:cubicBezTo>
                <a:cubicBezTo>
                  <a:pt x="1084" y="1112"/>
                  <a:pt x="1075" y="1119"/>
                  <a:pt x="1066" y="1126"/>
                </a:cubicBezTo>
                <a:cubicBezTo>
                  <a:pt x="1069" y="1126"/>
                  <a:pt x="1069" y="1126"/>
                  <a:pt x="1069" y="1126"/>
                </a:cubicBezTo>
                <a:cubicBezTo>
                  <a:pt x="1069" y="1127"/>
                  <a:pt x="1069" y="1128"/>
                  <a:pt x="1069" y="1129"/>
                </a:cubicBezTo>
                <a:cubicBezTo>
                  <a:pt x="1069" y="1129"/>
                  <a:pt x="1070" y="1130"/>
                  <a:pt x="1071" y="1130"/>
                </a:cubicBezTo>
                <a:cubicBezTo>
                  <a:pt x="1072" y="1129"/>
                  <a:pt x="1073" y="1128"/>
                  <a:pt x="1074" y="1127"/>
                </a:cubicBezTo>
                <a:cubicBezTo>
                  <a:pt x="1073" y="1127"/>
                  <a:pt x="1072" y="1127"/>
                  <a:pt x="1072" y="1126"/>
                </a:cubicBezTo>
                <a:cubicBezTo>
                  <a:pt x="1077" y="1126"/>
                  <a:pt x="1077" y="1126"/>
                  <a:pt x="1077" y="1126"/>
                </a:cubicBezTo>
                <a:cubicBezTo>
                  <a:pt x="1085" y="1120"/>
                  <a:pt x="1092" y="1114"/>
                  <a:pt x="1100" y="1108"/>
                </a:cubicBezTo>
                <a:cubicBezTo>
                  <a:pt x="1093" y="1108"/>
                  <a:pt x="1093" y="1108"/>
                  <a:pt x="1093" y="1108"/>
                </a:cubicBezTo>
                <a:cubicBezTo>
                  <a:pt x="1094" y="1107"/>
                  <a:pt x="1094" y="1106"/>
                  <a:pt x="1095" y="1106"/>
                </a:cubicBezTo>
                <a:cubicBezTo>
                  <a:pt x="1095" y="1106"/>
                  <a:pt x="1095" y="1105"/>
                  <a:pt x="1094" y="1105"/>
                </a:cubicBezTo>
                <a:close/>
                <a:moveTo>
                  <a:pt x="958" y="1181"/>
                </a:moveTo>
                <a:cubicBezTo>
                  <a:pt x="949" y="1181"/>
                  <a:pt x="949" y="1181"/>
                  <a:pt x="949" y="1181"/>
                </a:cubicBezTo>
                <a:cubicBezTo>
                  <a:pt x="949" y="1180"/>
                  <a:pt x="949" y="1179"/>
                  <a:pt x="949" y="1178"/>
                </a:cubicBezTo>
                <a:cubicBezTo>
                  <a:pt x="933" y="1186"/>
                  <a:pt x="916" y="1193"/>
                  <a:pt x="900" y="1200"/>
                </a:cubicBezTo>
                <a:cubicBezTo>
                  <a:pt x="900" y="1202"/>
                  <a:pt x="901" y="1204"/>
                  <a:pt x="903" y="1206"/>
                </a:cubicBezTo>
                <a:cubicBezTo>
                  <a:pt x="916" y="1200"/>
                  <a:pt x="928" y="1195"/>
                  <a:pt x="940" y="1189"/>
                </a:cubicBezTo>
                <a:cubicBezTo>
                  <a:pt x="946" y="1186"/>
                  <a:pt x="952" y="1184"/>
                  <a:pt x="958" y="1181"/>
                </a:cubicBezTo>
                <a:close/>
                <a:moveTo>
                  <a:pt x="1132" y="1099"/>
                </a:moveTo>
                <a:cubicBezTo>
                  <a:pt x="1133" y="1100"/>
                  <a:pt x="1134" y="1100"/>
                  <a:pt x="1136" y="1101"/>
                </a:cubicBezTo>
                <a:cubicBezTo>
                  <a:pt x="1136" y="1101"/>
                  <a:pt x="1136" y="1102"/>
                  <a:pt x="1136" y="1103"/>
                </a:cubicBezTo>
                <a:cubicBezTo>
                  <a:pt x="1136" y="1103"/>
                  <a:pt x="1137" y="1103"/>
                  <a:pt x="1137" y="1103"/>
                </a:cubicBezTo>
                <a:cubicBezTo>
                  <a:pt x="1138" y="1103"/>
                  <a:pt x="1138" y="1102"/>
                  <a:pt x="1139" y="1102"/>
                </a:cubicBezTo>
                <a:cubicBezTo>
                  <a:pt x="1138" y="1101"/>
                  <a:pt x="1138" y="1101"/>
                  <a:pt x="1137" y="1101"/>
                </a:cubicBezTo>
                <a:cubicBezTo>
                  <a:pt x="1137" y="1099"/>
                  <a:pt x="1138" y="1098"/>
                  <a:pt x="1139" y="1097"/>
                </a:cubicBezTo>
                <a:cubicBezTo>
                  <a:pt x="1139" y="1097"/>
                  <a:pt x="1138" y="1096"/>
                  <a:pt x="1137" y="1096"/>
                </a:cubicBezTo>
                <a:cubicBezTo>
                  <a:pt x="1137" y="1094"/>
                  <a:pt x="1137" y="1094"/>
                  <a:pt x="1137" y="1094"/>
                </a:cubicBezTo>
                <a:cubicBezTo>
                  <a:pt x="1136" y="1096"/>
                  <a:pt x="1134" y="1097"/>
                  <a:pt x="1132" y="1099"/>
                </a:cubicBezTo>
                <a:close/>
                <a:moveTo>
                  <a:pt x="1125" y="1108"/>
                </a:moveTo>
                <a:cubicBezTo>
                  <a:pt x="1126" y="1108"/>
                  <a:pt x="1126" y="1108"/>
                  <a:pt x="1126" y="1108"/>
                </a:cubicBezTo>
                <a:cubicBezTo>
                  <a:pt x="1126" y="1107"/>
                  <a:pt x="1125" y="1106"/>
                  <a:pt x="1125" y="1105"/>
                </a:cubicBezTo>
                <a:cubicBezTo>
                  <a:pt x="1125" y="1106"/>
                  <a:pt x="1125" y="1107"/>
                  <a:pt x="1125" y="1108"/>
                </a:cubicBezTo>
                <a:close/>
                <a:moveTo>
                  <a:pt x="751" y="210"/>
                </a:moveTo>
                <a:cubicBezTo>
                  <a:pt x="750" y="210"/>
                  <a:pt x="750" y="210"/>
                  <a:pt x="749" y="210"/>
                </a:cubicBezTo>
                <a:cubicBezTo>
                  <a:pt x="749" y="210"/>
                  <a:pt x="749" y="210"/>
                  <a:pt x="749" y="211"/>
                </a:cubicBezTo>
                <a:cubicBezTo>
                  <a:pt x="749" y="211"/>
                  <a:pt x="749" y="211"/>
                  <a:pt x="749" y="211"/>
                </a:cubicBezTo>
                <a:cubicBezTo>
                  <a:pt x="751" y="213"/>
                  <a:pt x="753" y="215"/>
                  <a:pt x="755" y="216"/>
                </a:cubicBezTo>
                <a:cubicBezTo>
                  <a:pt x="756" y="216"/>
                  <a:pt x="756" y="216"/>
                  <a:pt x="756" y="216"/>
                </a:cubicBezTo>
                <a:cubicBezTo>
                  <a:pt x="756" y="213"/>
                  <a:pt x="758" y="211"/>
                  <a:pt x="760" y="210"/>
                </a:cubicBezTo>
                <a:cubicBezTo>
                  <a:pt x="758" y="210"/>
                  <a:pt x="756" y="210"/>
                  <a:pt x="754" y="210"/>
                </a:cubicBezTo>
                <a:cubicBezTo>
                  <a:pt x="754" y="211"/>
                  <a:pt x="754" y="212"/>
                  <a:pt x="752" y="213"/>
                </a:cubicBezTo>
                <a:cubicBezTo>
                  <a:pt x="751" y="212"/>
                  <a:pt x="751" y="211"/>
                  <a:pt x="751" y="210"/>
                </a:cubicBezTo>
                <a:close/>
                <a:moveTo>
                  <a:pt x="601" y="1238"/>
                </a:moveTo>
                <a:cubicBezTo>
                  <a:pt x="601" y="1237"/>
                  <a:pt x="601" y="1237"/>
                  <a:pt x="601" y="1237"/>
                </a:cubicBezTo>
                <a:cubicBezTo>
                  <a:pt x="610" y="1237"/>
                  <a:pt x="610" y="1237"/>
                  <a:pt x="610" y="1237"/>
                </a:cubicBezTo>
                <a:cubicBezTo>
                  <a:pt x="610" y="1238"/>
                  <a:pt x="610" y="1239"/>
                  <a:pt x="610" y="1240"/>
                </a:cubicBezTo>
                <a:cubicBezTo>
                  <a:pt x="614" y="1240"/>
                  <a:pt x="617" y="1240"/>
                  <a:pt x="620" y="1241"/>
                </a:cubicBezTo>
                <a:cubicBezTo>
                  <a:pt x="626" y="1241"/>
                  <a:pt x="631" y="1241"/>
                  <a:pt x="637" y="1242"/>
                </a:cubicBezTo>
                <a:cubicBezTo>
                  <a:pt x="636" y="1241"/>
                  <a:pt x="636" y="1241"/>
                  <a:pt x="635" y="1240"/>
                </a:cubicBezTo>
                <a:cubicBezTo>
                  <a:pt x="636" y="1239"/>
                  <a:pt x="637" y="1237"/>
                  <a:pt x="639" y="1236"/>
                </a:cubicBezTo>
                <a:cubicBezTo>
                  <a:pt x="642" y="1236"/>
                  <a:pt x="642" y="1236"/>
                  <a:pt x="642" y="1236"/>
                </a:cubicBezTo>
                <a:cubicBezTo>
                  <a:pt x="642" y="1238"/>
                  <a:pt x="643" y="1240"/>
                  <a:pt x="642" y="1242"/>
                </a:cubicBezTo>
                <a:cubicBezTo>
                  <a:pt x="644" y="1242"/>
                  <a:pt x="647" y="1242"/>
                  <a:pt x="650" y="1242"/>
                </a:cubicBezTo>
                <a:cubicBezTo>
                  <a:pt x="650" y="1242"/>
                  <a:pt x="650" y="1242"/>
                  <a:pt x="650" y="1242"/>
                </a:cubicBezTo>
                <a:cubicBezTo>
                  <a:pt x="652" y="1241"/>
                  <a:pt x="654" y="1240"/>
                  <a:pt x="657" y="1241"/>
                </a:cubicBezTo>
                <a:cubicBezTo>
                  <a:pt x="657" y="1241"/>
                  <a:pt x="657" y="1242"/>
                  <a:pt x="657" y="1242"/>
                </a:cubicBezTo>
                <a:cubicBezTo>
                  <a:pt x="674" y="1242"/>
                  <a:pt x="691" y="1241"/>
                  <a:pt x="708" y="1240"/>
                </a:cubicBezTo>
                <a:cubicBezTo>
                  <a:pt x="708" y="1238"/>
                  <a:pt x="709" y="1236"/>
                  <a:pt x="711" y="1236"/>
                </a:cubicBezTo>
                <a:cubicBezTo>
                  <a:pt x="713" y="1236"/>
                  <a:pt x="713" y="1236"/>
                  <a:pt x="713" y="1236"/>
                </a:cubicBezTo>
                <a:cubicBezTo>
                  <a:pt x="713" y="1237"/>
                  <a:pt x="715" y="1238"/>
                  <a:pt x="716" y="1239"/>
                </a:cubicBezTo>
                <a:cubicBezTo>
                  <a:pt x="721" y="1238"/>
                  <a:pt x="727" y="1237"/>
                  <a:pt x="732" y="1237"/>
                </a:cubicBezTo>
                <a:cubicBezTo>
                  <a:pt x="732" y="1236"/>
                  <a:pt x="732" y="1236"/>
                  <a:pt x="732" y="1236"/>
                </a:cubicBezTo>
                <a:cubicBezTo>
                  <a:pt x="737" y="1236"/>
                  <a:pt x="737" y="1236"/>
                  <a:pt x="737" y="1236"/>
                </a:cubicBezTo>
                <a:cubicBezTo>
                  <a:pt x="737" y="1236"/>
                  <a:pt x="738" y="1236"/>
                  <a:pt x="738" y="1236"/>
                </a:cubicBezTo>
                <a:cubicBezTo>
                  <a:pt x="767" y="1231"/>
                  <a:pt x="796" y="1224"/>
                  <a:pt x="825" y="1216"/>
                </a:cubicBezTo>
                <a:cubicBezTo>
                  <a:pt x="825" y="1215"/>
                  <a:pt x="826" y="1214"/>
                  <a:pt x="826" y="1213"/>
                </a:cubicBezTo>
                <a:cubicBezTo>
                  <a:pt x="834" y="1215"/>
                  <a:pt x="835" y="1208"/>
                  <a:pt x="839" y="1204"/>
                </a:cubicBezTo>
                <a:cubicBezTo>
                  <a:pt x="842" y="1204"/>
                  <a:pt x="840" y="1206"/>
                  <a:pt x="843" y="1206"/>
                </a:cubicBezTo>
                <a:cubicBezTo>
                  <a:pt x="846" y="1204"/>
                  <a:pt x="847" y="1202"/>
                  <a:pt x="847" y="1199"/>
                </a:cubicBezTo>
                <a:cubicBezTo>
                  <a:pt x="860" y="1199"/>
                  <a:pt x="860" y="1199"/>
                  <a:pt x="860" y="1199"/>
                </a:cubicBezTo>
                <a:cubicBezTo>
                  <a:pt x="858" y="1201"/>
                  <a:pt x="856" y="1203"/>
                  <a:pt x="852" y="1202"/>
                </a:cubicBezTo>
                <a:cubicBezTo>
                  <a:pt x="852" y="1204"/>
                  <a:pt x="851" y="1206"/>
                  <a:pt x="852" y="1207"/>
                </a:cubicBezTo>
                <a:cubicBezTo>
                  <a:pt x="857" y="1205"/>
                  <a:pt x="863" y="1203"/>
                  <a:pt x="868" y="1201"/>
                </a:cubicBezTo>
                <a:cubicBezTo>
                  <a:pt x="866" y="1201"/>
                  <a:pt x="864" y="1200"/>
                  <a:pt x="863" y="1199"/>
                </a:cubicBezTo>
                <a:cubicBezTo>
                  <a:pt x="873" y="1199"/>
                  <a:pt x="873" y="1199"/>
                  <a:pt x="873" y="1199"/>
                </a:cubicBezTo>
                <a:cubicBezTo>
                  <a:pt x="872" y="1199"/>
                  <a:pt x="872" y="1199"/>
                  <a:pt x="872" y="1199"/>
                </a:cubicBezTo>
                <a:cubicBezTo>
                  <a:pt x="880" y="1196"/>
                  <a:pt x="888" y="1193"/>
                  <a:pt x="896" y="1190"/>
                </a:cubicBezTo>
                <a:cubicBezTo>
                  <a:pt x="903" y="1187"/>
                  <a:pt x="910" y="1184"/>
                  <a:pt x="917" y="1182"/>
                </a:cubicBezTo>
                <a:cubicBezTo>
                  <a:pt x="918" y="1181"/>
                  <a:pt x="919" y="1180"/>
                  <a:pt x="919" y="1180"/>
                </a:cubicBezTo>
                <a:cubicBezTo>
                  <a:pt x="920" y="1179"/>
                  <a:pt x="922" y="1178"/>
                  <a:pt x="923" y="1177"/>
                </a:cubicBezTo>
                <a:cubicBezTo>
                  <a:pt x="923" y="1177"/>
                  <a:pt x="924" y="1177"/>
                  <a:pt x="924" y="1176"/>
                </a:cubicBezTo>
                <a:cubicBezTo>
                  <a:pt x="924" y="1176"/>
                  <a:pt x="925" y="1176"/>
                  <a:pt x="925" y="1176"/>
                </a:cubicBezTo>
                <a:cubicBezTo>
                  <a:pt x="927" y="1176"/>
                  <a:pt x="928" y="1175"/>
                  <a:pt x="930" y="1174"/>
                </a:cubicBezTo>
                <a:cubicBezTo>
                  <a:pt x="928" y="1173"/>
                  <a:pt x="925" y="1172"/>
                  <a:pt x="922" y="1171"/>
                </a:cubicBezTo>
                <a:cubicBezTo>
                  <a:pt x="922" y="1171"/>
                  <a:pt x="922" y="1171"/>
                  <a:pt x="922" y="1170"/>
                </a:cubicBezTo>
                <a:cubicBezTo>
                  <a:pt x="913" y="1175"/>
                  <a:pt x="903" y="1179"/>
                  <a:pt x="893" y="1184"/>
                </a:cubicBezTo>
                <a:cubicBezTo>
                  <a:pt x="873" y="1191"/>
                  <a:pt x="852" y="1197"/>
                  <a:pt x="831" y="1201"/>
                </a:cubicBezTo>
                <a:cubicBezTo>
                  <a:pt x="833" y="1202"/>
                  <a:pt x="834" y="1204"/>
                  <a:pt x="834" y="1206"/>
                </a:cubicBezTo>
                <a:cubicBezTo>
                  <a:pt x="832" y="1208"/>
                  <a:pt x="829" y="1211"/>
                  <a:pt x="825" y="1212"/>
                </a:cubicBezTo>
                <a:cubicBezTo>
                  <a:pt x="823" y="1212"/>
                  <a:pt x="822" y="1211"/>
                  <a:pt x="821" y="1210"/>
                </a:cubicBezTo>
                <a:cubicBezTo>
                  <a:pt x="819" y="1211"/>
                  <a:pt x="816" y="1211"/>
                  <a:pt x="814" y="1212"/>
                </a:cubicBezTo>
                <a:cubicBezTo>
                  <a:pt x="814" y="1214"/>
                  <a:pt x="813" y="1216"/>
                  <a:pt x="813" y="1218"/>
                </a:cubicBezTo>
                <a:cubicBezTo>
                  <a:pt x="800" y="1218"/>
                  <a:pt x="800" y="1218"/>
                  <a:pt x="800" y="1218"/>
                </a:cubicBezTo>
                <a:cubicBezTo>
                  <a:pt x="799" y="1217"/>
                  <a:pt x="799" y="1217"/>
                  <a:pt x="799" y="1216"/>
                </a:cubicBezTo>
                <a:cubicBezTo>
                  <a:pt x="799" y="1216"/>
                  <a:pt x="798" y="1216"/>
                  <a:pt x="798" y="1216"/>
                </a:cubicBezTo>
                <a:cubicBezTo>
                  <a:pt x="750" y="1229"/>
                  <a:pt x="700" y="1235"/>
                  <a:pt x="650" y="1235"/>
                </a:cubicBezTo>
                <a:cubicBezTo>
                  <a:pt x="650" y="1234"/>
                  <a:pt x="649" y="1233"/>
                  <a:pt x="648" y="1233"/>
                </a:cubicBezTo>
                <a:cubicBezTo>
                  <a:pt x="630" y="1230"/>
                  <a:pt x="613" y="1226"/>
                  <a:pt x="595" y="1219"/>
                </a:cubicBezTo>
                <a:cubicBezTo>
                  <a:pt x="587" y="1220"/>
                  <a:pt x="587" y="1220"/>
                  <a:pt x="587" y="1220"/>
                </a:cubicBezTo>
                <a:cubicBezTo>
                  <a:pt x="585" y="1218"/>
                  <a:pt x="584" y="1217"/>
                  <a:pt x="583" y="1215"/>
                </a:cubicBezTo>
                <a:cubicBezTo>
                  <a:pt x="582" y="1215"/>
                  <a:pt x="582" y="1214"/>
                  <a:pt x="581" y="1214"/>
                </a:cubicBezTo>
                <a:cubicBezTo>
                  <a:pt x="580" y="1215"/>
                  <a:pt x="580" y="1217"/>
                  <a:pt x="580" y="1218"/>
                </a:cubicBezTo>
                <a:cubicBezTo>
                  <a:pt x="579" y="1219"/>
                  <a:pt x="577" y="1219"/>
                  <a:pt x="575" y="1219"/>
                </a:cubicBezTo>
                <a:cubicBezTo>
                  <a:pt x="575" y="1219"/>
                  <a:pt x="575" y="1219"/>
                  <a:pt x="575" y="1219"/>
                </a:cubicBezTo>
                <a:cubicBezTo>
                  <a:pt x="588" y="1224"/>
                  <a:pt x="602" y="1229"/>
                  <a:pt x="616" y="1233"/>
                </a:cubicBezTo>
                <a:cubicBezTo>
                  <a:pt x="593" y="1231"/>
                  <a:pt x="571" y="1228"/>
                  <a:pt x="548" y="1223"/>
                </a:cubicBezTo>
                <a:cubicBezTo>
                  <a:pt x="548" y="1223"/>
                  <a:pt x="548" y="1223"/>
                  <a:pt x="547" y="1223"/>
                </a:cubicBezTo>
                <a:cubicBezTo>
                  <a:pt x="544" y="1222"/>
                  <a:pt x="541" y="1221"/>
                  <a:pt x="538" y="1220"/>
                </a:cubicBezTo>
                <a:cubicBezTo>
                  <a:pt x="522" y="1220"/>
                  <a:pt x="522" y="1220"/>
                  <a:pt x="522" y="1220"/>
                </a:cubicBezTo>
                <a:cubicBezTo>
                  <a:pt x="522" y="1219"/>
                  <a:pt x="522" y="1217"/>
                  <a:pt x="524" y="1215"/>
                </a:cubicBezTo>
                <a:cubicBezTo>
                  <a:pt x="517" y="1213"/>
                  <a:pt x="511" y="1210"/>
                  <a:pt x="504" y="1207"/>
                </a:cubicBezTo>
                <a:cubicBezTo>
                  <a:pt x="502" y="1208"/>
                  <a:pt x="499" y="1209"/>
                  <a:pt x="496" y="1208"/>
                </a:cubicBezTo>
                <a:cubicBezTo>
                  <a:pt x="496" y="1208"/>
                  <a:pt x="496" y="1209"/>
                  <a:pt x="496" y="1209"/>
                </a:cubicBezTo>
                <a:cubicBezTo>
                  <a:pt x="496" y="1209"/>
                  <a:pt x="497" y="1209"/>
                  <a:pt x="497" y="1209"/>
                </a:cubicBezTo>
                <a:cubicBezTo>
                  <a:pt x="497" y="1209"/>
                  <a:pt x="496" y="1209"/>
                  <a:pt x="496" y="1209"/>
                </a:cubicBezTo>
                <a:cubicBezTo>
                  <a:pt x="497" y="1212"/>
                  <a:pt x="498" y="1214"/>
                  <a:pt x="498" y="1217"/>
                </a:cubicBezTo>
                <a:cubicBezTo>
                  <a:pt x="531" y="1227"/>
                  <a:pt x="564" y="1234"/>
                  <a:pt x="598" y="1238"/>
                </a:cubicBezTo>
                <a:cubicBezTo>
                  <a:pt x="599" y="1238"/>
                  <a:pt x="600" y="1238"/>
                  <a:pt x="601" y="1238"/>
                </a:cubicBezTo>
                <a:close/>
                <a:moveTo>
                  <a:pt x="720" y="1236"/>
                </a:moveTo>
                <a:cubicBezTo>
                  <a:pt x="728" y="1236"/>
                  <a:pt x="728" y="1236"/>
                  <a:pt x="728" y="1236"/>
                </a:cubicBezTo>
                <a:cubicBezTo>
                  <a:pt x="726" y="1236"/>
                  <a:pt x="723" y="1237"/>
                  <a:pt x="720" y="1237"/>
                </a:cubicBezTo>
                <a:cubicBezTo>
                  <a:pt x="720" y="1236"/>
                  <a:pt x="720" y="1236"/>
                  <a:pt x="720" y="1236"/>
                </a:cubicBezTo>
                <a:close/>
                <a:moveTo>
                  <a:pt x="674" y="1236"/>
                </a:moveTo>
                <a:cubicBezTo>
                  <a:pt x="679" y="1236"/>
                  <a:pt x="679" y="1236"/>
                  <a:pt x="679" y="1236"/>
                </a:cubicBezTo>
                <a:cubicBezTo>
                  <a:pt x="680" y="1237"/>
                  <a:pt x="680" y="1237"/>
                  <a:pt x="679" y="1239"/>
                </a:cubicBezTo>
                <a:cubicBezTo>
                  <a:pt x="677" y="1239"/>
                  <a:pt x="675" y="1240"/>
                  <a:pt x="673" y="1238"/>
                </a:cubicBezTo>
                <a:cubicBezTo>
                  <a:pt x="673" y="1237"/>
                  <a:pt x="674" y="1237"/>
                  <a:pt x="674" y="1236"/>
                </a:cubicBezTo>
                <a:close/>
                <a:moveTo>
                  <a:pt x="972" y="1210"/>
                </a:moveTo>
                <a:cubicBezTo>
                  <a:pt x="975" y="1212"/>
                  <a:pt x="978" y="1213"/>
                  <a:pt x="981" y="1213"/>
                </a:cubicBezTo>
                <a:cubicBezTo>
                  <a:pt x="984" y="1212"/>
                  <a:pt x="987" y="1210"/>
                  <a:pt x="990" y="1208"/>
                </a:cubicBezTo>
                <a:cubicBezTo>
                  <a:pt x="985" y="1207"/>
                  <a:pt x="979" y="1213"/>
                  <a:pt x="976" y="1208"/>
                </a:cubicBezTo>
                <a:cubicBezTo>
                  <a:pt x="974" y="1208"/>
                  <a:pt x="973" y="1209"/>
                  <a:pt x="972" y="1210"/>
                </a:cubicBezTo>
                <a:close/>
                <a:moveTo>
                  <a:pt x="481" y="1211"/>
                </a:moveTo>
                <a:cubicBezTo>
                  <a:pt x="484" y="1210"/>
                  <a:pt x="488" y="1210"/>
                  <a:pt x="492" y="1209"/>
                </a:cubicBezTo>
                <a:cubicBezTo>
                  <a:pt x="497" y="1209"/>
                  <a:pt x="490" y="1207"/>
                  <a:pt x="488" y="1207"/>
                </a:cubicBezTo>
                <a:cubicBezTo>
                  <a:pt x="487" y="1207"/>
                  <a:pt x="487" y="1206"/>
                  <a:pt x="486" y="1205"/>
                </a:cubicBezTo>
                <a:cubicBezTo>
                  <a:pt x="485" y="1205"/>
                  <a:pt x="484" y="1204"/>
                  <a:pt x="482" y="1204"/>
                </a:cubicBezTo>
                <a:cubicBezTo>
                  <a:pt x="482" y="1207"/>
                  <a:pt x="480" y="1208"/>
                  <a:pt x="477" y="1208"/>
                </a:cubicBezTo>
                <a:cubicBezTo>
                  <a:pt x="476" y="1206"/>
                  <a:pt x="475" y="1204"/>
                  <a:pt x="476" y="1202"/>
                </a:cubicBezTo>
                <a:cubicBezTo>
                  <a:pt x="478" y="1202"/>
                  <a:pt x="478" y="1202"/>
                  <a:pt x="478" y="1202"/>
                </a:cubicBezTo>
                <a:cubicBezTo>
                  <a:pt x="472" y="1200"/>
                  <a:pt x="466" y="1198"/>
                  <a:pt x="460" y="1195"/>
                </a:cubicBezTo>
                <a:cubicBezTo>
                  <a:pt x="453" y="1192"/>
                  <a:pt x="445" y="1189"/>
                  <a:pt x="438" y="1185"/>
                </a:cubicBezTo>
                <a:cubicBezTo>
                  <a:pt x="425" y="1185"/>
                  <a:pt x="425" y="1185"/>
                  <a:pt x="425" y="1185"/>
                </a:cubicBezTo>
                <a:cubicBezTo>
                  <a:pt x="434" y="1191"/>
                  <a:pt x="444" y="1196"/>
                  <a:pt x="455" y="1200"/>
                </a:cubicBezTo>
                <a:cubicBezTo>
                  <a:pt x="456" y="1201"/>
                  <a:pt x="458" y="1202"/>
                  <a:pt x="460" y="1202"/>
                </a:cubicBezTo>
                <a:cubicBezTo>
                  <a:pt x="469" y="1202"/>
                  <a:pt x="469" y="1202"/>
                  <a:pt x="469" y="1202"/>
                </a:cubicBezTo>
                <a:cubicBezTo>
                  <a:pt x="468" y="1203"/>
                  <a:pt x="467" y="1204"/>
                  <a:pt x="465" y="1205"/>
                </a:cubicBezTo>
                <a:cubicBezTo>
                  <a:pt x="470" y="1207"/>
                  <a:pt x="476" y="1209"/>
                  <a:pt x="481" y="1211"/>
                </a:cubicBezTo>
                <a:close/>
                <a:moveTo>
                  <a:pt x="397" y="1185"/>
                </a:moveTo>
                <a:cubicBezTo>
                  <a:pt x="398" y="1183"/>
                  <a:pt x="400" y="1182"/>
                  <a:pt x="402" y="1181"/>
                </a:cubicBezTo>
                <a:cubicBezTo>
                  <a:pt x="400" y="1179"/>
                  <a:pt x="398" y="1177"/>
                  <a:pt x="395" y="1175"/>
                </a:cubicBezTo>
                <a:cubicBezTo>
                  <a:pt x="394" y="1176"/>
                  <a:pt x="394" y="1177"/>
                  <a:pt x="393" y="1179"/>
                </a:cubicBezTo>
                <a:cubicBezTo>
                  <a:pt x="396" y="1179"/>
                  <a:pt x="395" y="1181"/>
                  <a:pt x="395" y="1183"/>
                </a:cubicBezTo>
                <a:cubicBezTo>
                  <a:pt x="395" y="1184"/>
                  <a:pt x="396" y="1184"/>
                  <a:pt x="397" y="1185"/>
                </a:cubicBezTo>
                <a:close/>
                <a:moveTo>
                  <a:pt x="203" y="1169"/>
                </a:moveTo>
                <a:cubicBezTo>
                  <a:pt x="208" y="1169"/>
                  <a:pt x="208" y="1169"/>
                  <a:pt x="208" y="1169"/>
                </a:cubicBezTo>
                <a:cubicBezTo>
                  <a:pt x="209" y="1170"/>
                  <a:pt x="210" y="1170"/>
                  <a:pt x="210" y="1171"/>
                </a:cubicBezTo>
                <a:cubicBezTo>
                  <a:pt x="223" y="1150"/>
                  <a:pt x="233" y="1125"/>
                  <a:pt x="239" y="1100"/>
                </a:cubicBezTo>
                <a:cubicBezTo>
                  <a:pt x="238" y="1099"/>
                  <a:pt x="238" y="1098"/>
                  <a:pt x="238" y="1098"/>
                </a:cubicBezTo>
                <a:cubicBezTo>
                  <a:pt x="237" y="1098"/>
                  <a:pt x="236" y="1098"/>
                  <a:pt x="236" y="1097"/>
                </a:cubicBezTo>
                <a:cubicBezTo>
                  <a:pt x="239" y="1097"/>
                  <a:pt x="239" y="1097"/>
                  <a:pt x="239" y="1097"/>
                </a:cubicBezTo>
                <a:cubicBezTo>
                  <a:pt x="240" y="1092"/>
                  <a:pt x="241" y="1086"/>
                  <a:pt x="242" y="1080"/>
                </a:cubicBezTo>
                <a:cubicBezTo>
                  <a:pt x="236" y="1080"/>
                  <a:pt x="236" y="1080"/>
                  <a:pt x="236" y="1080"/>
                </a:cubicBezTo>
                <a:cubicBezTo>
                  <a:pt x="236" y="1080"/>
                  <a:pt x="236" y="1080"/>
                  <a:pt x="236" y="1080"/>
                </a:cubicBezTo>
                <a:cubicBezTo>
                  <a:pt x="237" y="1078"/>
                  <a:pt x="238" y="1077"/>
                  <a:pt x="240" y="1077"/>
                </a:cubicBezTo>
                <a:cubicBezTo>
                  <a:pt x="240" y="1076"/>
                  <a:pt x="240" y="1074"/>
                  <a:pt x="242" y="1074"/>
                </a:cubicBezTo>
                <a:cubicBezTo>
                  <a:pt x="242" y="1074"/>
                  <a:pt x="242" y="1075"/>
                  <a:pt x="243" y="1075"/>
                </a:cubicBezTo>
                <a:cubicBezTo>
                  <a:pt x="243" y="1071"/>
                  <a:pt x="244" y="1067"/>
                  <a:pt x="244" y="1063"/>
                </a:cubicBezTo>
                <a:cubicBezTo>
                  <a:pt x="244" y="1063"/>
                  <a:pt x="243" y="1063"/>
                  <a:pt x="243" y="1063"/>
                </a:cubicBezTo>
                <a:cubicBezTo>
                  <a:pt x="243" y="1062"/>
                  <a:pt x="243" y="1062"/>
                  <a:pt x="243" y="1062"/>
                </a:cubicBezTo>
                <a:cubicBezTo>
                  <a:pt x="244" y="1062"/>
                  <a:pt x="244" y="1062"/>
                  <a:pt x="244" y="1062"/>
                </a:cubicBezTo>
                <a:cubicBezTo>
                  <a:pt x="245" y="1054"/>
                  <a:pt x="245" y="1047"/>
                  <a:pt x="245" y="1040"/>
                </a:cubicBezTo>
                <a:cubicBezTo>
                  <a:pt x="242" y="1041"/>
                  <a:pt x="237" y="1038"/>
                  <a:pt x="240" y="1034"/>
                </a:cubicBezTo>
                <a:cubicBezTo>
                  <a:pt x="242" y="1034"/>
                  <a:pt x="243" y="1035"/>
                  <a:pt x="245" y="1036"/>
                </a:cubicBezTo>
                <a:cubicBezTo>
                  <a:pt x="244" y="1031"/>
                  <a:pt x="244" y="1027"/>
                  <a:pt x="244" y="1023"/>
                </a:cubicBezTo>
                <a:cubicBezTo>
                  <a:pt x="243" y="1018"/>
                  <a:pt x="237" y="1019"/>
                  <a:pt x="237" y="1023"/>
                </a:cubicBezTo>
                <a:cubicBezTo>
                  <a:pt x="238" y="1029"/>
                  <a:pt x="238" y="1036"/>
                  <a:pt x="238" y="1042"/>
                </a:cubicBezTo>
                <a:cubicBezTo>
                  <a:pt x="239" y="1042"/>
                  <a:pt x="240" y="1041"/>
                  <a:pt x="241" y="1041"/>
                </a:cubicBezTo>
                <a:cubicBezTo>
                  <a:pt x="242" y="1042"/>
                  <a:pt x="242" y="1043"/>
                  <a:pt x="242" y="1044"/>
                </a:cubicBezTo>
                <a:cubicBezTo>
                  <a:pt x="238" y="1044"/>
                  <a:pt x="238" y="1044"/>
                  <a:pt x="238" y="1044"/>
                </a:cubicBezTo>
                <a:cubicBezTo>
                  <a:pt x="238" y="1062"/>
                  <a:pt x="236" y="1080"/>
                  <a:pt x="232" y="1097"/>
                </a:cubicBezTo>
                <a:cubicBezTo>
                  <a:pt x="234" y="1097"/>
                  <a:pt x="234" y="1097"/>
                  <a:pt x="234" y="1097"/>
                </a:cubicBezTo>
                <a:cubicBezTo>
                  <a:pt x="234" y="1098"/>
                  <a:pt x="234" y="1100"/>
                  <a:pt x="233" y="1100"/>
                </a:cubicBezTo>
                <a:cubicBezTo>
                  <a:pt x="233" y="1100"/>
                  <a:pt x="233" y="1100"/>
                  <a:pt x="233" y="1100"/>
                </a:cubicBezTo>
                <a:cubicBezTo>
                  <a:pt x="234" y="1103"/>
                  <a:pt x="234" y="1105"/>
                  <a:pt x="230" y="1105"/>
                </a:cubicBezTo>
                <a:cubicBezTo>
                  <a:pt x="230" y="1107"/>
                  <a:pt x="229" y="1109"/>
                  <a:pt x="229" y="1111"/>
                </a:cubicBezTo>
                <a:cubicBezTo>
                  <a:pt x="230" y="1111"/>
                  <a:pt x="230" y="1111"/>
                  <a:pt x="231" y="1111"/>
                </a:cubicBezTo>
                <a:cubicBezTo>
                  <a:pt x="231" y="1112"/>
                  <a:pt x="231" y="1114"/>
                  <a:pt x="231" y="1116"/>
                </a:cubicBezTo>
                <a:cubicBezTo>
                  <a:pt x="227" y="1116"/>
                  <a:pt x="227" y="1116"/>
                  <a:pt x="227" y="1116"/>
                </a:cubicBezTo>
                <a:cubicBezTo>
                  <a:pt x="222" y="1135"/>
                  <a:pt x="214" y="1153"/>
                  <a:pt x="203" y="1169"/>
                </a:cubicBezTo>
                <a:close/>
                <a:moveTo>
                  <a:pt x="742" y="1252"/>
                </a:moveTo>
                <a:cubicBezTo>
                  <a:pt x="749" y="1251"/>
                  <a:pt x="756" y="1250"/>
                  <a:pt x="763" y="1249"/>
                </a:cubicBezTo>
                <a:cubicBezTo>
                  <a:pt x="760" y="1248"/>
                  <a:pt x="758" y="1246"/>
                  <a:pt x="758" y="1244"/>
                </a:cubicBezTo>
                <a:cubicBezTo>
                  <a:pt x="762" y="1242"/>
                  <a:pt x="766" y="1245"/>
                  <a:pt x="766" y="1248"/>
                </a:cubicBezTo>
                <a:cubicBezTo>
                  <a:pt x="771" y="1247"/>
                  <a:pt x="777" y="1246"/>
                  <a:pt x="782" y="1245"/>
                </a:cubicBezTo>
                <a:cubicBezTo>
                  <a:pt x="785" y="1243"/>
                  <a:pt x="789" y="1241"/>
                  <a:pt x="793" y="1242"/>
                </a:cubicBezTo>
                <a:cubicBezTo>
                  <a:pt x="794" y="1239"/>
                  <a:pt x="793" y="1237"/>
                  <a:pt x="791" y="1235"/>
                </a:cubicBezTo>
                <a:cubicBezTo>
                  <a:pt x="786" y="1236"/>
                  <a:pt x="782" y="1238"/>
                  <a:pt x="777" y="1239"/>
                </a:cubicBezTo>
                <a:cubicBezTo>
                  <a:pt x="769" y="1241"/>
                  <a:pt x="760" y="1242"/>
                  <a:pt x="751" y="1244"/>
                </a:cubicBezTo>
                <a:cubicBezTo>
                  <a:pt x="751" y="1244"/>
                  <a:pt x="751" y="1244"/>
                  <a:pt x="751" y="1244"/>
                </a:cubicBezTo>
                <a:cubicBezTo>
                  <a:pt x="750" y="1245"/>
                  <a:pt x="749" y="1245"/>
                  <a:pt x="748" y="1245"/>
                </a:cubicBezTo>
                <a:cubicBezTo>
                  <a:pt x="746" y="1245"/>
                  <a:pt x="745" y="1245"/>
                  <a:pt x="744" y="1245"/>
                </a:cubicBezTo>
                <a:cubicBezTo>
                  <a:pt x="744" y="1247"/>
                  <a:pt x="746" y="1247"/>
                  <a:pt x="745" y="1250"/>
                </a:cubicBezTo>
                <a:cubicBezTo>
                  <a:pt x="744" y="1250"/>
                  <a:pt x="743" y="1251"/>
                  <a:pt x="742" y="1252"/>
                </a:cubicBezTo>
                <a:close/>
                <a:moveTo>
                  <a:pt x="436" y="1203"/>
                </a:moveTo>
                <a:cubicBezTo>
                  <a:pt x="438" y="1203"/>
                  <a:pt x="439" y="1204"/>
                  <a:pt x="440" y="1204"/>
                </a:cubicBezTo>
                <a:cubicBezTo>
                  <a:pt x="430" y="1198"/>
                  <a:pt x="419" y="1192"/>
                  <a:pt x="409" y="1185"/>
                </a:cubicBezTo>
                <a:cubicBezTo>
                  <a:pt x="397" y="1186"/>
                  <a:pt x="397" y="1186"/>
                  <a:pt x="397" y="1186"/>
                </a:cubicBezTo>
                <a:cubicBezTo>
                  <a:pt x="406" y="1192"/>
                  <a:pt x="414" y="1197"/>
                  <a:pt x="423" y="1203"/>
                </a:cubicBezTo>
                <a:cubicBezTo>
                  <a:pt x="433" y="1203"/>
                  <a:pt x="433" y="1203"/>
                  <a:pt x="433" y="1203"/>
                </a:cubicBezTo>
                <a:cubicBezTo>
                  <a:pt x="433" y="1204"/>
                  <a:pt x="432" y="1206"/>
                  <a:pt x="432" y="1208"/>
                </a:cubicBezTo>
                <a:cubicBezTo>
                  <a:pt x="433" y="1208"/>
                  <a:pt x="434" y="1209"/>
                  <a:pt x="435" y="1209"/>
                </a:cubicBezTo>
                <a:cubicBezTo>
                  <a:pt x="435" y="1209"/>
                  <a:pt x="434" y="1208"/>
                  <a:pt x="434" y="1208"/>
                </a:cubicBezTo>
                <a:cubicBezTo>
                  <a:pt x="434" y="1205"/>
                  <a:pt x="436" y="1206"/>
                  <a:pt x="436" y="1203"/>
                </a:cubicBezTo>
                <a:close/>
                <a:moveTo>
                  <a:pt x="420" y="1235"/>
                </a:moveTo>
                <a:cubicBezTo>
                  <a:pt x="401" y="1232"/>
                  <a:pt x="382" y="1226"/>
                  <a:pt x="367" y="1215"/>
                </a:cubicBezTo>
                <a:cubicBezTo>
                  <a:pt x="363" y="1213"/>
                  <a:pt x="359" y="1218"/>
                  <a:pt x="362" y="1220"/>
                </a:cubicBezTo>
                <a:cubicBezTo>
                  <a:pt x="375" y="1229"/>
                  <a:pt x="389" y="1235"/>
                  <a:pt x="404" y="1238"/>
                </a:cubicBezTo>
                <a:cubicBezTo>
                  <a:pt x="404" y="1238"/>
                  <a:pt x="404" y="1238"/>
                  <a:pt x="404" y="1238"/>
                </a:cubicBezTo>
                <a:cubicBezTo>
                  <a:pt x="404" y="1239"/>
                  <a:pt x="404" y="1239"/>
                  <a:pt x="404" y="1239"/>
                </a:cubicBezTo>
                <a:cubicBezTo>
                  <a:pt x="405" y="1239"/>
                  <a:pt x="406" y="1239"/>
                  <a:pt x="407" y="1239"/>
                </a:cubicBezTo>
                <a:cubicBezTo>
                  <a:pt x="408" y="1239"/>
                  <a:pt x="408" y="1239"/>
                  <a:pt x="409" y="1239"/>
                </a:cubicBezTo>
                <a:cubicBezTo>
                  <a:pt x="409" y="1239"/>
                  <a:pt x="409" y="1239"/>
                  <a:pt x="409" y="1238"/>
                </a:cubicBezTo>
                <a:cubicBezTo>
                  <a:pt x="423" y="1238"/>
                  <a:pt x="423" y="1238"/>
                  <a:pt x="423" y="1238"/>
                </a:cubicBezTo>
                <a:cubicBezTo>
                  <a:pt x="423" y="1237"/>
                  <a:pt x="422" y="1235"/>
                  <a:pt x="420" y="1235"/>
                </a:cubicBezTo>
                <a:close/>
                <a:moveTo>
                  <a:pt x="409" y="1210"/>
                </a:moveTo>
                <a:cubicBezTo>
                  <a:pt x="408" y="1210"/>
                  <a:pt x="407" y="1209"/>
                  <a:pt x="405" y="1208"/>
                </a:cubicBezTo>
                <a:cubicBezTo>
                  <a:pt x="405" y="1210"/>
                  <a:pt x="404" y="1212"/>
                  <a:pt x="402" y="1214"/>
                </a:cubicBezTo>
                <a:cubicBezTo>
                  <a:pt x="403" y="1215"/>
                  <a:pt x="404" y="1216"/>
                  <a:pt x="406" y="1216"/>
                </a:cubicBezTo>
                <a:cubicBezTo>
                  <a:pt x="407" y="1214"/>
                  <a:pt x="408" y="1212"/>
                  <a:pt x="409" y="1210"/>
                </a:cubicBezTo>
                <a:close/>
                <a:moveTo>
                  <a:pt x="306" y="1064"/>
                </a:moveTo>
                <a:cubicBezTo>
                  <a:pt x="306" y="1066"/>
                  <a:pt x="307" y="1068"/>
                  <a:pt x="307" y="1070"/>
                </a:cubicBezTo>
                <a:cubicBezTo>
                  <a:pt x="307" y="1069"/>
                  <a:pt x="308" y="1068"/>
                  <a:pt x="308" y="1068"/>
                </a:cubicBezTo>
                <a:cubicBezTo>
                  <a:pt x="311" y="1068"/>
                  <a:pt x="313" y="1068"/>
                  <a:pt x="315" y="1068"/>
                </a:cubicBezTo>
                <a:cubicBezTo>
                  <a:pt x="313" y="1064"/>
                  <a:pt x="311" y="1059"/>
                  <a:pt x="310" y="1054"/>
                </a:cubicBezTo>
                <a:cubicBezTo>
                  <a:pt x="310" y="1053"/>
                  <a:pt x="309" y="1051"/>
                  <a:pt x="309" y="1050"/>
                </a:cubicBezTo>
                <a:cubicBezTo>
                  <a:pt x="308" y="1046"/>
                  <a:pt x="302" y="1048"/>
                  <a:pt x="302" y="1052"/>
                </a:cubicBezTo>
                <a:cubicBezTo>
                  <a:pt x="303" y="1052"/>
                  <a:pt x="303" y="1052"/>
                  <a:pt x="303" y="1052"/>
                </a:cubicBezTo>
                <a:cubicBezTo>
                  <a:pt x="303" y="1053"/>
                  <a:pt x="303" y="1053"/>
                  <a:pt x="303" y="1053"/>
                </a:cubicBezTo>
                <a:cubicBezTo>
                  <a:pt x="303" y="1055"/>
                  <a:pt x="304" y="1058"/>
                  <a:pt x="305" y="1061"/>
                </a:cubicBezTo>
                <a:cubicBezTo>
                  <a:pt x="308" y="1061"/>
                  <a:pt x="308" y="1061"/>
                  <a:pt x="308" y="1061"/>
                </a:cubicBezTo>
                <a:cubicBezTo>
                  <a:pt x="308" y="1062"/>
                  <a:pt x="308" y="1063"/>
                  <a:pt x="308" y="1064"/>
                </a:cubicBezTo>
                <a:cubicBezTo>
                  <a:pt x="307" y="1064"/>
                  <a:pt x="306" y="1064"/>
                  <a:pt x="306" y="1064"/>
                </a:cubicBezTo>
                <a:close/>
                <a:moveTo>
                  <a:pt x="293" y="1284"/>
                </a:moveTo>
                <a:cubicBezTo>
                  <a:pt x="294" y="1285"/>
                  <a:pt x="295" y="1286"/>
                  <a:pt x="296" y="1287"/>
                </a:cubicBezTo>
                <a:cubicBezTo>
                  <a:pt x="301" y="1284"/>
                  <a:pt x="305" y="1281"/>
                  <a:pt x="309" y="1278"/>
                </a:cubicBezTo>
                <a:cubicBezTo>
                  <a:pt x="309" y="1277"/>
                  <a:pt x="308" y="1277"/>
                  <a:pt x="308" y="1277"/>
                </a:cubicBezTo>
                <a:cubicBezTo>
                  <a:pt x="305" y="1282"/>
                  <a:pt x="297" y="1281"/>
                  <a:pt x="293" y="1284"/>
                </a:cubicBezTo>
                <a:close/>
                <a:moveTo>
                  <a:pt x="269" y="1141"/>
                </a:moveTo>
                <a:cubicBezTo>
                  <a:pt x="269" y="1140"/>
                  <a:pt x="268" y="1140"/>
                  <a:pt x="268" y="1139"/>
                </a:cubicBezTo>
                <a:cubicBezTo>
                  <a:pt x="268" y="1141"/>
                  <a:pt x="268" y="1142"/>
                  <a:pt x="268" y="1143"/>
                </a:cubicBezTo>
                <a:cubicBezTo>
                  <a:pt x="269" y="1143"/>
                  <a:pt x="269" y="1142"/>
                  <a:pt x="269" y="1141"/>
                </a:cubicBezTo>
                <a:close/>
                <a:moveTo>
                  <a:pt x="332" y="1286"/>
                </a:moveTo>
                <a:cubicBezTo>
                  <a:pt x="330" y="1285"/>
                  <a:pt x="329" y="1286"/>
                  <a:pt x="328" y="1288"/>
                </a:cubicBezTo>
                <a:cubicBezTo>
                  <a:pt x="329" y="1287"/>
                  <a:pt x="330" y="1286"/>
                  <a:pt x="332" y="1286"/>
                </a:cubicBezTo>
                <a:close/>
                <a:moveTo>
                  <a:pt x="257" y="1115"/>
                </a:moveTo>
                <a:cubicBezTo>
                  <a:pt x="253" y="1115"/>
                  <a:pt x="253" y="1115"/>
                  <a:pt x="253" y="1115"/>
                </a:cubicBezTo>
                <a:cubicBezTo>
                  <a:pt x="253" y="1114"/>
                  <a:pt x="252" y="1112"/>
                  <a:pt x="251" y="1111"/>
                </a:cubicBezTo>
                <a:cubicBezTo>
                  <a:pt x="250" y="1112"/>
                  <a:pt x="250" y="1112"/>
                  <a:pt x="249" y="1113"/>
                </a:cubicBezTo>
                <a:cubicBezTo>
                  <a:pt x="248" y="1122"/>
                  <a:pt x="246" y="1132"/>
                  <a:pt x="243" y="1142"/>
                </a:cubicBezTo>
                <a:cubicBezTo>
                  <a:pt x="244" y="1145"/>
                  <a:pt x="246" y="1148"/>
                  <a:pt x="246" y="1151"/>
                </a:cubicBezTo>
                <a:cubicBezTo>
                  <a:pt x="248" y="1146"/>
                  <a:pt x="250" y="1142"/>
                  <a:pt x="251" y="1138"/>
                </a:cubicBezTo>
                <a:cubicBezTo>
                  <a:pt x="251" y="1152"/>
                  <a:pt x="248" y="1166"/>
                  <a:pt x="244" y="1179"/>
                </a:cubicBezTo>
                <a:cubicBezTo>
                  <a:pt x="245" y="1179"/>
                  <a:pt x="245" y="1179"/>
                  <a:pt x="246" y="1179"/>
                </a:cubicBezTo>
                <a:cubicBezTo>
                  <a:pt x="246" y="1181"/>
                  <a:pt x="247" y="1182"/>
                  <a:pt x="246" y="1185"/>
                </a:cubicBezTo>
                <a:cubicBezTo>
                  <a:pt x="245" y="1185"/>
                  <a:pt x="244" y="1184"/>
                  <a:pt x="243" y="1185"/>
                </a:cubicBezTo>
                <a:cubicBezTo>
                  <a:pt x="243" y="1185"/>
                  <a:pt x="242" y="1185"/>
                  <a:pt x="242" y="1185"/>
                </a:cubicBezTo>
                <a:cubicBezTo>
                  <a:pt x="240" y="1191"/>
                  <a:pt x="237" y="1198"/>
                  <a:pt x="233" y="1204"/>
                </a:cubicBezTo>
                <a:cubicBezTo>
                  <a:pt x="238" y="1204"/>
                  <a:pt x="238" y="1204"/>
                  <a:pt x="238" y="1204"/>
                </a:cubicBezTo>
                <a:cubicBezTo>
                  <a:pt x="237" y="1205"/>
                  <a:pt x="235" y="1205"/>
                  <a:pt x="234" y="1205"/>
                </a:cubicBezTo>
                <a:cubicBezTo>
                  <a:pt x="233" y="1210"/>
                  <a:pt x="233" y="1213"/>
                  <a:pt x="234" y="1216"/>
                </a:cubicBezTo>
                <a:cubicBezTo>
                  <a:pt x="242" y="1204"/>
                  <a:pt x="248" y="1189"/>
                  <a:pt x="252" y="1175"/>
                </a:cubicBezTo>
                <a:cubicBezTo>
                  <a:pt x="251" y="1173"/>
                  <a:pt x="251" y="1171"/>
                  <a:pt x="250" y="1169"/>
                </a:cubicBezTo>
                <a:cubicBezTo>
                  <a:pt x="254" y="1168"/>
                  <a:pt x="254" y="1168"/>
                  <a:pt x="254" y="1168"/>
                </a:cubicBezTo>
                <a:cubicBezTo>
                  <a:pt x="258" y="1151"/>
                  <a:pt x="259" y="1133"/>
                  <a:pt x="257" y="1115"/>
                </a:cubicBezTo>
                <a:close/>
                <a:moveTo>
                  <a:pt x="734" y="1254"/>
                </a:moveTo>
                <a:cubicBezTo>
                  <a:pt x="734" y="1251"/>
                  <a:pt x="736" y="1248"/>
                  <a:pt x="737" y="1246"/>
                </a:cubicBezTo>
                <a:cubicBezTo>
                  <a:pt x="735" y="1247"/>
                  <a:pt x="733" y="1247"/>
                  <a:pt x="731" y="1247"/>
                </a:cubicBezTo>
                <a:cubicBezTo>
                  <a:pt x="731" y="1247"/>
                  <a:pt x="731" y="1247"/>
                  <a:pt x="731" y="1247"/>
                </a:cubicBezTo>
                <a:cubicBezTo>
                  <a:pt x="730" y="1248"/>
                  <a:pt x="728" y="1248"/>
                  <a:pt x="727" y="1248"/>
                </a:cubicBezTo>
                <a:cubicBezTo>
                  <a:pt x="726" y="1248"/>
                  <a:pt x="724" y="1248"/>
                  <a:pt x="722" y="1248"/>
                </a:cubicBezTo>
                <a:cubicBezTo>
                  <a:pt x="724" y="1249"/>
                  <a:pt x="725" y="1250"/>
                  <a:pt x="727" y="1250"/>
                </a:cubicBezTo>
                <a:cubicBezTo>
                  <a:pt x="726" y="1252"/>
                  <a:pt x="726" y="1253"/>
                  <a:pt x="726" y="1254"/>
                </a:cubicBezTo>
                <a:cubicBezTo>
                  <a:pt x="712" y="1254"/>
                  <a:pt x="712" y="1254"/>
                  <a:pt x="712" y="1254"/>
                </a:cubicBezTo>
                <a:cubicBezTo>
                  <a:pt x="711" y="1253"/>
                  <a:pt x="711" y="1251"/>
                  <a:pt x="712" y="1249"/>
                </a:cubicBezTo>
                <a:cubicBezTo>
                  <a:pt x="704" y="1250"/>
                  <a:pt x="695" y="1251"/>
                  <a:pt x="687" y="1251"/>
                </a:cubicBezTo>
                <a:cubicBezTo>
                  <a:pt x="686" y="1253"/>
                  <a:pt x="682" y="1253"/>
                  <a:pt x="679" y="1254"/>
                </a:cubicBezTo>
                <a:cubicBezTo>
                  <a:pt x="679" y="1254"/>
                  <a:pt x="679" y="1254"/>
                  <a:pt x="679" y="1254"/>
                </a:cubicBezTo>
                <a:cubicBezTo>
                  <a:pt x="679" y="1252"/>
                  <a:pt x="680" y="1252"/>
                  <a:pt x="680" y="1251"/>
                </a:cubicBezTo>
                <a:cubicBezTo>
                  <a:pt x="666" y="1252"/>
                  <a:pt x="652" y="1252"/>
                  <a:pt x="638" y="1251"/>
                </a:cubicBezTo>
                <a:cubicBezTo>
                  <a:pt x="638" y="1251"/>
                  <a:pt x="638" y="1252"/>
                  <a:pt x="638" y="1253"/>
                </a:cubicBezTo>
                <a:cubicBezTo>
                  <a:pt x="635" y="1254"/>
                  <a:pt x="630" y="1253"/>
                  <a:pt x="631" y="1251"/>
                </a:cubicBezTo>
                <a:cubicBezTo>
                  <a:pt x="630" y="1250"/>
                  <a:pt x="629" y="1250"/>
                  <a:pt x="629" y="1250"/>
                </a:cubicBezTo>
                <a:cubicBezTo>
                  <a:pt x="629" y="1252"/>
                  <a:pt x="629" y="1253"/>
                  <a:pt x="628" y="1255"/>
                </a:cubicBezTo>
                <a:cubicBezTo>
                  <a:pt x="619" y="1255"/>
                  <a:pt x="619" y="1255"/>
                  <a:pt x="619" y="1255"/>
                </a:cubicBezTo>
                <a:cubicBezTo>
                  <a:pt x="619" y="1253"/>
                  <a:pt x="620" y="1251"/>
                  <a:pt x="622" y="1250"/>
                </a:cubicBezTo>
                <a:cubicBezTo>
                  <a:pt x="620" y="1250"/>
                  <a:pt x="618" y="1250"/>
                  <a:pt x="616" y="1249"/>
                </a:cubicBezTo>
                <a:cubicBezTo>
                  <a:pt x="617" y="1252"/>
                  <a:pt x="618" y="1253"/>
                  <a:pt x="618" y="1255"/>
                </a:cubicBezTo>
                <a:cubicBezTo>
                  <a:pt x="603" y="1255"/>
                  <a:pt x="603" y="1255"/>
                  <a:pt x="603" y="1255"/>
                </a:cubicBezTo>
                <a:cubicBezTo>
                  <a:pt x="603" y="1255"/>
                  <a:pt x="603" y="1255"/>
                  <a:pt x="603" y="1255"/>
                </a:cubicBezTo>
                <a:cubicBezTo>
                  <a:pt x="603" y="1252"/>
                  <a:pt x="607" y="1254"/>
                  <a:pt x="607" y="1251"/>
                </a:cubicBezTo>
                <a:cubicBezTo>
                  <a:pt x="607" y="1250"/>
                  <a:pt x="606" y="1249"/>
                  <a:pt x="606" y="1248"/>
                </a:cubicBezTo>
                <a:cubicBezTo>
                  <a:pt x="604" y="1248"/>
                  <a:pt x="603" y="1248"/>
                  <a:pt x="601" y="1248"/>
                </a:cubicBezTo>
                <a:cubicBezTo>
                  <a:pt x="599" y="1250"/>
                  <a:pt x="597" y="1253"/>
                  <a:pt x="594" y="1255"/>
                </a:cubicBezTo>
                <a:cubicBezTo>
                  <a:pt x="637" y="1260"/>
                  <a:pt x="680" y="1260"/>
                  <a:pt x="723" y="1255"/>
                </a:cubicBezTo>
                <a:cubicBezTo>
                  <a:pt x="726" y="1255"/>
                  <a:pt x="730" y="1254"/>
                  <a:pt x="734" y="1254"/>
                </a:cubicBezTo>
                <a:close/>
                <a:moveTo>
                  <a:pt x="653" y="1255"/>
                </a:moveTo>
                <a:cubicBezTo>
                  <a:pt x="654" y="1253"/>
                  <a:pt x="654" y="1252"/>
                  <a:pt x="656" y="1252"/>
                </a:cubicBezTo>
                <a:cubicBezTo>
                  <a:pt x="656" y="1254"/>
                  <a:pt x="658" y="1254"/>
                  <a:pt x="659" y="1255"/>
                </a:cubicBezTo>
                <a:lnTo>
                  <a:pt x="653" y="1255"/>
                </a:lnTo>
                <a:close/>
                <a:moveTo>
                  <a:pt x="705" y="1254"/>
                </a:moveTo>
                <a:cubicBezTo>
                  <a:pt x="698" y="1254"/>
                  <a:pt x="698" y="1254"/>
                  <a:pt x="698" y="1254"/>
                </a:cubicBezTo>
                <a:cubicBezTo>
                  <a:pt x="699" y="1251"/>
                  <a:pt x="701" y="1250"/>
                  <a:pt x="704" y="1252"/>
                </a:cubicBezTo>
                <a:cubicBezTo>
                  <a:pt x="705" y="1253"/>
                  <a:pt x="705" y="1253"/>
                  <a:pt x="705" y="1254"/>
                </a:cubicBezTo>
                <a:close/>
                <a:moveTo>
                  <a:pt x="669" y="1274"/>
                </a:moveTo>
                <a:cubicBezTo>
                  <a:pt x="669" y="1274"/>
                  <a:pt x="668" y="1274"/>
                  <a:pt x="668" y="1274"/>
                </a:cubicBezTo>
                <a:cubicBezTo>
                  <a:pt x="668" y="1274"/>
                  <a:pt x="668" y="1274"/>
                  <a:pt x="668" y="1274"/>
                </a:cubicBezTo>
                <a:cubicBezTo>
                  <a:pt x="669" y="1274"/>
                  <a:pt x="669" y="1274"/>
                  <a:pt x="669" y="1274"/>
                </a:cubicBezTo>
                <a:close/>
                <a:moveTo>
                  <a:pt x="406" y="1244"/>
                </a:moveTo>
                <a:cubicBezTo>
                  <a:pt x="406" y="1244"/>
                  <a:pt x="405" y="1243"/>
                  <a:pt x="405" y="1243"/>
                </a:cubicBezTo>
                <a:cubicBezTo>
                  <a:pt x="402" y="1243"/>
                  <a:pt x="399" y="1243"/>
                  <a:pt x="396" y="1243"/>
                </a:cubicBezTo>
                <a:cubicBezTo>
                  <a:pt x="394" y="1245"/>
                  <a:pt x="389" y="1242"/>
                  <a:pt x="387" y="1244"/>
                </a:cubicBezTo>
                <a:cubicBezTo>
                  <a:pt x="386" y="1246"/>
                  <a:pt x="387" y="1248"/>
                  <a:pt x="388" y="1250"/>
                </a:cubicBezTo>
                <a:cubicBezTo>
                  <a:pt x="389" y="1250"/>
                  <a:pt x="390" y="1250"/>
                  <a:pt x="392" y="1250"/>
                </a:cubicBezTo>
                <a:cubicBezTo>
                  <a:pt x="399" y="1249"/>
                  <a:pt x="406" y="1250"/>
                  <a:pt x="413" y="1250"/>
                </a:cubicBezTo>
                <a:cubicBezTo>
                  <a:pt x="412" y="1248"/>
                  <a:pt x="412" y="1247"/>
                  <a:pt x="415" y="1245"/>
                </a:cubicBezTo>
                <a:cubicBezTo>
                  <a:pt x="413" y="1245"/>
                  <a:pt x="412" y="1244"/>
                  <a:pt x="412" y="1244"/>
                </a:cubicBezTo>
                <a:cubicBezTo>
                  <a:pt x="411" y="1244"/>
                  <a:pt x="409" y="1243"/>
                  <a:pt x="408" y="1243"/>
                </a:cubicBezTo>
                <a:cubicBezTo>
                  <a:pt x="408" y="1245"/>
                  <a:pt x="408" y="1246"/>
                  <a:pt x="408" y="1248"/>
                </a:cubicBezTo>
                <a:cubicBezTo>
                  <a:pt x="407" y="1249"/>
                  <a:pt x="406" y="1249"/>
                  <a:pt x="406" y="1249"/>
                </a:cubicBezTo>
                <a:cubicBezTo>
                  <a:pt x="403" y="1249"/>
                  <a:pt x="404" y="1247"/>
                  <a:pt x="401" y="1247"/>
                </a:cubicBezTo>
                <a:cubicBezTo>
                  <a:pt x="401" y="1244"/>
                  <a:pt x="404" y="1245"/>
                  <a:pt x="406" y="1244"/>
                </a:cubicBezTo>
                <a:close/>
                <a:moveTo>
                  <a:pt x="150" y="287"/>
                </a:moveTo>
                <a:cubicBezTo>
                  <a:pt x="150" y="288"/>
                  <a:pt x="150" y="290"/>
                  <a:pt x="150" y="291"/>
                </a:cubicBezTo>
                <a:cubicBezTo>
                  <a:pt x="151" y="290"/>
                  <a:pt x="153" y="289"/>
                  <a:pt x="154" y="288"/>
                </a:cubicBezTo>
                <a:cubicBezTo>
                  <a:pt x="154" y="286"/>
                  <a:pt x="155" y="283"/>
                  <a:pt x="158" y="284"/>
                </a:cubicBezTo>
                <a:cubicBezTo>
                  <a:pt x="158" y="284"/>
                  <a:pt x="159" y="285"/>
                  <a:pt x="159" y="285"/>
                </a:cubicBezTo>
                <a:cubicBezTo>
                  <a:pt x="161" y="284"/>
                  <a:pt x="164" y="283"/>
                  <a:pt x="166" y="281"/>
                </a:cubicBezTo>
                <a:cubicBezTo>
                  <a:pt x="165" y="280"/>
                  <a:pt x="163" y="279"/>
                  <a:pt x="162" y="278"/>
                </a:cubicBezTo>
                <a:cubicBezTo>
                  <a:pt x="171" y="278"/>
                  <a:pt x="171" y="278"/>
                  <a:pt x="171" y="278"/>
                </a:cubicBezTo>
                <a:cubicBezTo>
                  <a:pt x="171" y="278"/>
                  <a:pt x="171" y="278"/>
                  <a:pt x="171" y="278"/>
                </a:cubicBezTo>
                <a:cubicBezTo>
                  <a:pt x="209" y="257"/>
                  <a:pt x="249" y="241"/>
                  <a:pt x="292" y="233"/>
                </a:cubicBezTo>
                <a:cubicBezTo>
                  <a:pt x="361" y="220"/>
                  <a:pt x="433" y="224"/>
                  <a:pt x="502" y="239"/>
                </a:cubicBezTo>
                <a:cubicBezTo>
                  <a:pt x="513" y="239"/>
                  <a:pt x="513" y="239"/>
                  <a:pt x="513" y="239"/>
                </a:cubicBezTo>
                <a:cubicBezTo>
                  <a:pt x="513" y="240"/>
                  <a:pt x="513" y="241"/>
                  <a:pt x="513" y="242"/>
                </a:cubicBezTo>
                <a:cubicBezTo>
                  <a:pt x="515" y="242"/>
                  <a:pt x="517" y="243"/>
                  <a:pt x="520" y="243"/>
                </a:cubicBezTo>
                <a:cubicBezTo>
                  <a:pt x="523" y="244"/>
                  <a:pt x="526" y="245"/>
                  <a:pt x="530" y="246"/>
                </a:cubicBezTo>
                <a:cubicBezTo>
                  <a:pt x="530" y="246"/>
                  <a:pt x="530" y="246"/>
                  <a:pt x="531" y="246"/>
                </a:cubicBezTo>
                <a:cubicBezTo>
                  <a:pt x="532" y="243"/>
                  <a:pt x="528" y="244"/>
                  <a:pt x="529" y="241"/>
                </a:cubicBezTo>
                <a:cubicBezTo>
                  <a:pt x="527" y="243"/>
                  <a:pt x="524" y="242"/>
                  <a:pt x="522" y="241"/>
                </a:cubicBezTo>
                <a:cubicBezTo>
                  <a:pt x="523" y="240"/>
                  <a:pt x="524" y="240"/>
                  <a:pt x="524" y="239"/>
                </a:cubicBezTo>
                <a:cubicBezTo>
                  <a:pt x="529" y="239"/>
                  <a:pt x="529" y="239"/>
                  <a:pt x="529" y="239"/>
                </a:cubicBezTo>
                <a:cubicBezTo>
                  <a:pt x="499" y="233"/>
                  <a:pt x="469" y="226"/>
                  <a:pt x="438" y="223"/>
                </a:cubicBezTo>
                <a:cubicBezTo>
                  <a:pt x="384" y="223"/>
                  <a:pt x="384" y="223"/>
                  <a:pt x="384" y="223"/>
                </a:cubicBezTo>
                <a:cubicBezTo>
                  <a:pt x="384" y="223"/>
                  <a:pt x="384" y="223"/>
                  <a:pt x="384" y="223"/>
                </a:cubicBezTo>
                <a:cubicBezTo>
                  <a:pt x="381" y="222"/>
                  <a:pt x="380" y="219"/>
                  <a:pt x="375" y="220"/>
                </a:cubicBezTo>
                <a:cubicBezTo>
                  <a:pt x="375" y="220"/>
                  <a:pt x="375" y="219"/>
                  <a:pt x="375" y="219"/>
                </a:cubicBezTo>
                <a:cubicBezTo>
                  <a:pt x="371" y="219"/>
                  <a:pt x="368" y="219"/>
                  <a:pt x="365" y="219"/>
                </a:cubicBezTo>
                <a:cubicBezTo>
                  <a:pt x="365" y="220"/>
                  <a:pt x="365" y="222"/>
                  <a:pt x="365" y="223"/>
                </a:cubicBezTo>
                <a:cubicBezTo>
                  <a:pt x="356" y="223"/>
                  <a:pt x="356" y="223"/>
                  <a:pt x="356" y="223"/>
                </a:cubicBezTo>
                <a:cubicBezTo>
                  <a:pt x="356" y="222"/>
                  <a:pt x="356" y="221"/>
                  <a:pt x="356" y="219"/>
                </a:cubicBezTo>
                <a:cubicBezTo>
                  <a:pt x="355" y="219"/>
                  <a:pt x="355" y="219"/>
                  <a:pt x="354" y="219"/>
                </a:cubicBezTo>
                <a:cubicBezTo>
                  <a:pt x="353" y="221"/>
                  <a:pt x="352" y="222"/>
                  <a:pt x="350" y="223"/>
                </a:cubicBezTo>
                <a:cubicBezTo>
                  <a:pt x="348" y="223"/>
                  <a:pt x="348" y="223"/>
                  <a:pt x="348" y="223"/>
                </a:cubicBezTo>
                <a:cubicBezTo>
                  <a:pt x="348" y="222"/>
                  <a:pt x="348" y="221"/>
                  <a:pt x="347" y="220"/>
                </a:cubicBezTo>
                <a:cubicBezTo>
                  <a:pt x="346" y="220"/>
                  <a:pt x="345" y="220"/>
                  <a:pt x="344" y="220"/>
                </a:cubicBezTo>
                <a:cubicBezTo>
                  <a:pt x="344" y="221"/>
                  <a:pt x="343" y="222"/>
                  <a:pt x="343" y="223"/>
                </a:cubicBezTo>
                <a:cubicBezTo>
                  <a:pt x="340" y="223"/>
                  <a:pt x="338" y="222"/>
                  <a:pt x="337" y="220"/>
                </a:cubicBezTo>
                <a:cubicBezTo>
                  <a:pt x="333" y="221"/>
                  <a:pt x="329" y="221"/>
                  <a:pt x="325" y="222"/>
                </a:cubicBezTo>
                <a:cubicBezTo>
                  <a:pt x="327" y="222"/>
                  <a:pt x="328" y="223"/>
                  <a:pt x="330" y="223"/>
                </a:cubicBezTo>
                <a:cubicBezTo>
                  <a:pt x="321" y="224"/>
                  <a:pt x="321" y="224"/>
                  <a:pt x="321" y="224"/>
                </a:cubicBezTo>
                <a:cubicBezTo>
                  <a:pt x="321" y="223"/>
                  <a:pt x="321" y="222"/>
                  <a:pt x="321" y="222"/>
                </a:cubicBezTo>
                <a:cubicBezTo>
                  <a:pt x="284" y="226"/>
                  <a:pt x="248" y="235"/>
                  <a:pt x="214" y="249"/>
                </a:cubicBezTo>
                <a:cubicBezTo>
                  <a:pt x="214" y="250"/>
                  <a:pt x="213" y="251"/>
                  <a:pt x="212" y="252"/>
                </a:cubicBezTo>
                <a:cubicBezTo>
                  <a:pt x="210" y="252"/>
                  <a:pt x="208" y="252"/>
                  <a:pt x="206" y="252"/>
                </a:cubicBezTo>
                <a:cubicBezTo>
                  <a:pt x="204" y="253"/>
                  <a:pt x="203" y="254"/>
                  <a:pt x="201" y="255"/>
                </a:cubicBezTo>
                <a:cubicBezTo>
                  <a:pt x="201" y="256"/>
                  <a:pt x="202" y="257"/>
                  <a:pt x="203" y="258"/>
                </a:cubicBezTo>
                <a:cubicBezTo>
                  <a:pt x="202" y="258"/>
                  <a:pt x="200" y="259"/>
                  <a:pt x="198" y="258"/>
                </a:cubicBezTo>
                <a:cubicBezTo>
                  <a:pt x="197" y="258"/>
                  <a:pt x="197" y="257"/>
                  <a:pt x="197" y="256"/>
                </a:cubicBezTo>
                <a:cubicBezTo>
                  <a:pt x="195" y="258"/>
                  <a:pt x="192" y="259"/>
                  <a:pt x="190" y="260"/>
                </a:cubicBezTo>
                <a:cubicBezTo>
                  <a:pt x="190" y="260"/>
                  <a:pt x="190" y="260"/>
                  <a:pt x="189" y="260"/>
                </a:cubicBezTo>
                <a:cubicBezTo>
                  <a:pt x="189" y="260"/>
                  <a:pt x="189" y="260"/>
                  <a:pt x="189" y="260"/>
                </a:cubicBezTo>
                <a:cubicBezTo>
                  <a:pt x="189" y="260"/>
                  <a:pt x="189" y="260"/>
                  <a:pt x="189" y="260"/>
                </a:cubicBezTo>
                <a:cubicBezTo>
                  <a:pt x="174" y="268"/>
                  <a:pt x="160" y="276"/>
                  <a:pt x="146" y="285"/>
                </a:cubicBezTo>
                <a:cubicBezTo>
                  <a:pt x="148" y="286"/>
                  <a:pt x="150" y="286"/>
                  <a:pt x="150" y="287"/>
                </a:cubicBezTo>
                <a:close/>
                <a:moveTo>
                  <a:pt x="229" y="1223"/>
                </a:moveTo>
                <a:cubicBezTo>
                  <a:pt x="226" y="1223"/>
                  <a:pt x="226" y="1223"/>
                  <a:pt x="226" y="1223"/>
                </a:cubicBezTo>
                <a:cubicBezTo>
                  <a:pt x="227" y="1222"/>
                  <a:pt x="228" y="1221"/>
                  <a:pt x="229" y="1219"/>
                </a:cubicBezTo>
                <a:cubicBezTo>
                  <a:pt x="228" y="1218"/>
                  <a:pt x="228" y="1215"/>
                  <a:pt x="228" y="1213"/>
                </a:cubicBezTo>
                <a:cubicBezTo>
                  <a:pt x="221" y="1223"/>
                  <a:pt x="213" y="1232"/>
                  <a:pt x="203" y="1240"/>
                </a:cubicBezTo>
                <a:cubicBezTo>
                  <a:pt x="203" y="1240"/>
                  <a:pt x="203" y="1240"/>
                  <a:pt x="202" y="1240"/>
                </a:cubicBezTo>
                <a:cubicBezTo>
                  <a:pt x="213" y="1240"/>
                  <a:pt x="213" y="1240"/>
                  <a:pt x="213" y="1240"/>
                </a:cubicBezTo>
                <a:cubicBezTo>
                  <a:pt x="219" y="1235"/>
                  <a:pt x="224" y="1229"/>
                  <a:pt x="229" y="1223"/>
                </a:cubicBezTo>
                <a:close/>
                <a:moveTo>
                  <a:pt x="526" y="214"/>
                </a:moveTo>
                <a:cubicBezTo>
                  <a:pt x="526" y="214"/>
                  <a:pt x="526" y="214"/>
                  <a:pt x="526" y="214"/>
                </a:cubicBezTo>
                <a:cubicBezTo>
                  <a:pt x="526" y="216"/>
                  <a:pt x="522" y="214"/>
                  <a:pt x="520" y="215"/>
                </a:cubicBezTo>
                <a:cubicBezTo>
                  <a:pt x="520" y="218"/>
                  <a:pt x="521" y="217"/>
                  <a:pt x="520" y="219"/>
                </a:cubicBezTo>
                <a:cubicBezTo>
                  <a:pt x="523" y="220"/>
                  <a:pt x="526" y="220"/>
                  <a:pt x="529" y="221"/>
                </a:cubicBezTo>
                <a:cubicBezTo>
                  <a:pt x="528" y="219"/>
                  <a:pt x="526" y="217"/>
                  <a:pt x="526" y="214"/>
                </a:cubicBezTo>
                <a:cubicBezTo>
                  <a:pt x="526" y="214"/>
                  <a:pt x="526" y="214"/>
                  <a:pt x="526" y="214"/>
                </a:cubicBezTo>
                <a:close/>
                <a:moveTo>
                  <a:pt x="613" y="256"/>
                </a:moveTo>
                <a:cubicBezTo>
                  <a:pt x="613" y="256"/>
                  <a:pt x="613" y="256"/>
                  <a:pt x="612" y="257"/>
                </a:cubicBezTo>
                <a:cubicBezTo>
                  <a:pt x="605" y="257"/>
                  <a:pt x="605" y="257"/>
                  <a:pt x="605" y="257"/>
                </a:cubicBezTo>
                <a:cubicBezTo>
                  <a:pt x="605" y="256"/>
                  <a:pt x="605" y="256"/>
                  <a:pt x="605" y="256"/>
                </a:cubicBezTo>
                <a:cubicBezTo>
                  <a:pt x="606" y="255"/>
                  <a:pt x="610" y="257"/>
                  <a:pt x="611" y="255"/>
                </a:cubicBezTo>
                <a:cubicBezTo>
                  <a:pt x="611" y="255"/>
                  <a:pt x="611" y="255"/>
                  <a:pt x="611" y="255"/>
                </a:cubicBezTo>
                <a:cubicBezTo>
                  <a:pt x="610" y="255"/>
                  <a:pt x="609" y="255"/>
                  <a:pt x="609" y="255"/>
                </a:cubicBezTo>
                <a:cubicBezTo>
                  <a:pt x="607" y="255"/>
                  <a:pt x="605" y="255"/>
                  <a:pt x="604" y="254"/>
                </a:cubicBezTo>
                <a:cubicBezTo>
                  <a:pt x="604" y="254"/>
                  <a:pt x="604" y="254"/>
                  <a:pt x="604" y="254"/>
                </a:cubicBezTo>
                <a:cubicBezTo>
                  <a:pt x="604" y="255"/>
                  <a:pt x="603" y="256"/>
                  <a:pt x="603" y="257"/>
                </a:cubicBezTo>
                <a:cubicBezTo>
                  <a:pt x="599" y="257"/>
                  <a:pt x="599" y="257"/>
                  <a:pt x="599" y="257"/>
                </a:cubicBezTo>
                <a:cubicBezTo>
                  <a:pt x="598" y="256"/>
                  <a:pt x="598" y="255"/>
                  <a:pt x="596" y="255"/>
                </a:cubicBezTo>
                <a:cubicBezTo>
                  <a:pt x="596" y="256"/>
                  <a:pt x="595" y="256"/>
                  <a:pt x="595" y="257"/>
                </a:cubicBezTo>
                <a:cubicBezTo>
                  <a:pt x="587" y="257"/>
                  <a:pt x="587" y="257"/>
                  <a:pt x="587" y="257"/>
                </a:cubicBezTo>
                <a:cubicBezTo>
                  <a:pt x="588" y="255"/>
                  <a:pt x="594" y="256"/>
                  <a:pt x="594" y="253"/>
                </a:cubicBezTo>
                <a:cubicBezTo>
                  <a:pt x="587" y="251"/>
                  <a:pt x="580" y="250"/>
                  <a:pt x="574" y="249"/>
                </a:cubicBezTo>
                <a:cubicBezTo>
                  <a:pt x="574" y="251"/>
                  <a:pt x="574" y="254"/>
                  <a:pt x="572" y="255"/>
                </a:cubicBezTo>
                <a:cubicBezTo>
                  <a:pt x="622" y="265"/>
                  <a:pt x="673" y="271"/>
                  <a:pt x="724" y="274"/>
                </a:cubicBezTo>
                <a:cubicBezTo>
                  <a:pt x="724" y="273"/>
                  <a:pt x="724" y="273"/>
                  <a:pt x="724" y="273"/>
                </a:cubicBezTo>
                <a:cubicBezTo>
                  <a:pt x="729" y="273"/>
                  <a:pt x="729" y="273"/>
                  <a:pt x="729" y="273"/>
                </a:cubicBezTo>
                <a:cubicBezTo>
                  <a:pt x="729" y="273"/>
                  <a:pt x="729" y="273"/>
                  <a:pt x="729" y="274"/>
                </a:cubicBezTo>
                <a:cubicBezTo>
                  <a:pt x="730" y="274"/>
                  <a:pt x="730" y="274"/>
                  <a:pt x="731" y="274"/>
                </a:cubicBezTo>
                <a:cubicBezTo>
                  <a:pt x="731" y="274"/>
                  <a:pt x="730" y="273"/>
                  <a:pt x="730" y="273"/>
                </a:cubicBezTo>
                <a:cubicBezTo>
                  <a:pt x="785" y="272"/>
                  <a:pt x="785" y="272"/>
                  <a:pt x="785" y="272"/>
                </a:cubicBezTo>
                <a:cubicBezTo>
                  <a:pt x="793" y="272"/>
                  <a:pt x="800" y="270"/>
                  <a:pt x="807" y="268"/>
                </a:cubicBezTo>
                <a:cubicBezTo>
                  <a:pt x="811" y="267"/>
                  <a:pt x="809" y="261"/>
                  <a:pt x="805" y="262"/>
                </a:cubicBezTo>
                <a:cubicBezTo>
                  <a:pt x="777" y="269"/>
                  <a:pt x="747" y="268"/>
                  <a:pt x="719" y="267"/>
                </a:cubicBezTo>
                <a:cubicBezTo>
                  <a:pt x="683" y="265"/>
                  <a:pt x="648" y="261"/>
                  <a:pt x="613" y="256"/>
                </a:cubicBezTo>
                <a:close/>
                <a:moveTo>
                  <a:pt x="500" y="216"/>
                </a:moveTo>
                <a:cubicBezTo>
                  <a:pt x="500" y="215"/>
                  <a:pt x="500" y="212"/>
                  <a:pt x="500" y="210"/>
                </a:cubicBezTo>
                <a:cubicBezTo>
                  <a:pt x="499" y="209"/>
                  <a:pt x="499" y="209"/>
                  <a:pt x="498" y="209"/>
                </a:cubicBezTo>
                <a:cubicBezTo>
                  <a:pt x="499" y="211"/>
                  <a:pt x="500" y="213"/>
                  <a:pt x="499" y="216"/>
                </a:cubicBezTo>
                <a:cubicBezTo>
                  <a:pt x="499" y="216"/>
                  <a:pt x="500" y="216"/>
                  <a:pt x="500" y="216"/>
                </a:cubicBezTo>
                <a:close/>
                <a:moveTo>
                  <a:pt x="31" y="316"/>
                </a:moveTo>
                <a:cubicBezTo>
                  <a:pt x="39" y="310"/>
                  <a:pt x="47" y="303"/>
                  <a:pt x="55" y="297"/>
                </a:cubicBezTo>
                <a:cubicBezTo>
                  <a:pt x="54" y="297"/>
                  <a:pt x="54" y="297"/>
                  <a:pt x="54" y="297"/>
                </a:cubicBezTo>
                <a:cubicBezTo>
                  <a:pt x="53" y="296"/>
                  <a:pt x="54" y="295"/>
                  <a:pt x="55" y="293"/>
                </a:cubicBezTo>
                <a:cubicBezTo>
                  <a:pt x="54" y="292"/>
                  <a:pt x="53" y="292"/>
                  <a:pt x="52" y="291"/>
                </a:cubicBezTo>
                <a:cubicBezTo>
                  <a:pt x="51" y="291"/>
                  <a:pt x="50" y="292"/>
                  <a:pt x="49" y="293"/>
                </a:cubicBezTo>
                <a:cubicBezTo>
                  <a:pt x="50" y="294"/>
                  <a:pt x="50" y="296"/>
                  <a:pt x="50" y="297"/>
                </a:cubicBezTo>
                <a:cubicBezTo>
                  <a:pt x="44" y="297"/>
                  <a:pt x="44" y="297"/>
                  <a:pt x="44" y="297"/>
                </a:cubicBezTo>
                <a:cubicBezTo>
                  <a:pt x="38" y="302"/>
                  <a:pt x="32" y="306"/>
                  <a:pt x="27" y="311"/>
                </a:cubicBezTo>
                <a:cubicBezTo>
                  <a:pt x="23" y="314"/>
                  <a:pt x="27" y="319"/>
                  <a:pt x="31" y="316"/>
                </a:cubicBezTo>
                <a:close/>
                <a:moveTo>
                  <a:pt x="107" y="281"/>
                </a:moveTo>
                <a:cubicBezTo>
                  <a:pt x="108" y="283"/>
                  <a:pt x="109" y="284"/>
                  <a:pt x="110" y="286"/>
                </a:cubicBezTo>
                <a:cubicBezTo>
                  <a:pt x="111" y="285"/>
                  <a:pt x="111" y="285"/>
                  <a:pt x="112" y="284"/>
                </a:cubicBezTo>
                <a:cubicBezTo>
                  <a:pt x="111" y="284"/>
                  <a:pt x="110" y="282"/>
                  <a:pt x="110" y="280"/>
                </a:cubicBezTo>
                <a:cubicBezTo>
                  <a:pt x="109" y="280"/>
                  <a:pt x="109" y="280"/>
                  <a:pt x="109" y="281"/>
                </a:cubicBezTo>
                <a:cubicBezTo>
                  <a:pt x="108" y="281"/>
                  <a:pt x="108" y="281"/>
                  <a:pt x="107" y="281"/>
                </a:cubicBezTo>
                <a:close/>
                <a:moveTo>
                  <a:pt x="680" y="238"/>
                </a:moveTo>
                <a:cubicBezTo>
                  <a:pt x="679" y="240"/>
                  <a:pt x="678" y="241"/>
                  <a:pt x="674" y="240"/>
                </a:cubicBezTo>
                <a:cubicBezTo>
                  <a:pt x="675" y="242"/>
                  <a:pt x="674" y="243"/>
                  <a:pt x="673" y="243"/>
                </a:cubicBezTo>
                <a:cubicBezTo>
                  <a:pt x="675" y="243"/>
                  <a:pt x="677" y="244"/>
                  <a:pt x="678" y="244"/>
                </a:cubicBezTo>
                <a:cubicBezTo>
                  <a:pt x="678" y="244"/>
                  <a:pt x="678" y="244"/>
                  <a:pt x="678" y="244"/>
                </a:cubicBezTo>
                <a:cubicBezTo>
                  <a:pt x="682" y="244"/>
                  <a:pt x="682" y="243"/>
                  <a:pt x="685" y="243"/>
                </a:cubicBezTo>
                <a:cubicBezTo>
                  <a:pt x="685" y="243"/>
                  <a:pt x="685" y="244"/>
                  <a:pt x="686" y="245"/>
                </a:cubicBezTo>
                <a:cubicBezTo>
                  <a:pt x="687" y="245"/>
                  <a:pt x="688" y="245"/>
                  <a:pt x="690" y="245"/>
                </a:cubicBezTo>
                <a:cubicBezTo>
                  <a:pt x="690" y="245"/>
                  <a:pt x="690" y="245"/>
                  <a:pt x="690" y="245"/>
                </a:cubicBezTo>
                <a:cubicBezTo>
                  <a:pt x="690" y="245"/>
                  <a:pt x="690" y="245"/>
                  <a:pt x="690" y="245"/>
                </a:cubicBezTo>
                <a:cubicBezTo>
                  <a:pt x="691" y="245"/>
                  <a:pt x="691" y="245"/>
                  <a:pt x="692" y="245"/>
                </a:cubicBezTo>
                <a:cubicBezTo>
                  <a:pt x="689" y="243"/>
                  <a:pt x="689" y="242"/>
                  <a:pt x="690" y="239"/>
                </a:cubicBezTo>
                <a:cubicBezTo>
                  <a:pt x="686" y="239"/>
                  <a:pt x="683" y="239"/>
                  <a:pt x="680" y="238"/>
                </a:cubicBezTo>
                <a:close/>
                <a:moveTo>
                  <a:pt x="929" y="1252"/>
                </a:moveTo>
                <a:cubicBezTo>
                  <a:pt x="928" y="1251"/>
                  <a:pt x="926" y="1250"/>
                  <a:pt x="925" y="1249"/>
                </a:cubicBezTo>
                <a:cubicBezTo>
                  <a:pt x="923" y="1250"/>
                  <a:pt x="921" y="1251"/>
                  <a:pt x="920" y="1252"/>
                </a:cubicBezTo>
                <a:cubicBezTo>
                  <a:pt x="920" y="1252"/>
                  <a:pt x="920" y="1252"/>
                  <a:pt x="920" y="1252"/>
                </a:cubicBezTo>
                <a:cubicBezTo>
                  <a:pt x="918" y="1252"/>
                  <a:pt x="918" y="1252"/>
                  <a:pt x="918" y="1252"/>
                </a:cubicBezTo>
                <a:cubicBezTo>
                  <a:pt x="916" y="1253"/>
                  <a:pt x="914" y="1254"/>
                  <a:pt x="913" y="1255"/>
                </a:cubicBezTo>
                <a:cubicBezTo>
                  <a:pt x="901" y="1260"/>
                  <a:pt x="888" y="1266"/>
                  <a:pt x="876" y="1271"/>
                </a:cubicBezTo>
                <a:cubicBezTo>
                  <a:pt x="874" y="1274"/>
                  <a:pt x="873" y="1276"/>
                  <a:pt x="874" y="1279"/>
                </a:cubicBezTo>
                <a:cubicBezTo>
                  <a:pt x="874" y="1279"/>
                  <a:pt x="875" y="1279"/>
                  <a:pt x="875" y="1279"/>
                </a:cubicBezTo>
                <a:cubicBezTo>
                  <a:pt x="876" y="1277"/>
                  <a:pt x="877" y="1274"/>
                  <a:pt x="879" y="1273"/>
                </a:cubicBezTo>
                <a:cubicBezTo>
                  <a:pt x="881" y="1273"/>
                  <a:pt x="882" y="1273"/>
                  <a:pt x="884" y="1274"/>
                </a:cubicBezTo>
                <a:cubicBezTo>
                  <a:pt x="885" y="1274"/>
                  <a:pt x="885" y="1274"/>
                  <a:pt x="885" y="1275"/>
                </a:cubicBezTo>
                <a:cubicBezTo>
                  <a:pt x="903" y="1268"/>
                  <a:pt x="920" y="1260"/>
                  <a:pt x="937" y="1252"/>
                </a:cubicBezTo>
                <a:lnTo>
                  <a:pt x="929" y="1252"/>
                </a:lnTo>
                <a:close/>
                <a:moveTo>
                  <a:pt x="888" y="1273"/>
                </a:moveTo>
                <a:cubicBezTo>
                  <a:pt x="884" y="1273"/>
                  <a:pt x="881" y="1272"/>
                  <a:pt x="880" y="1270"/>
                </a:cubicBezTo>
                <a:cubicBezTo>
                  <a:pt x="891" y="1270"/>
                  <a:pt x="891" y="1270"/>
                  <a:pt x="891" y="1270"/>
                </a:cubicBezTo>
                <a:cubicBezTo>
                  <a:pt x="890" y="1271"/>
                  <a:pt x="889" y="1272"/>
                  <a:pt x="888" y="1273"/>
                </a:cubicBezTo>
                <a:close/>
                <a:moveTo>
                  <a:pt x="549" y="1386"/>
                </a:moveTo>
                <a:cubicBezTo>
                  <a:pt x="549" y="1386"/>
                  <a:pt x="549" y="1386"/>
                  <a:pt x="549" y="1386"/>
                </a:cubicBezTo>
                <a:cubicBezTo>
                  <a:pt x="548" y="1386"/>
                  <a:pt x="548" y="1387"/>
                  <a:pt x="547" y="1387"/>
                </a:cubicBezTo>
                <a:cubicBezTo>
                  <a:pt x="545" y="1388"/>
                  <a:pt x="544" y="1387"/>
                  <a:pt x="543" y="1387"/>
                </a:cubicBezTo>
                <a:cubicBezTo>
                  <a:pt x="542" y="1387"/>
                  <a:pt x="541" y="1387"/>
                  <a:pt x="539" y="1387"/>
                </a:cubicBezTo>
                <a:cubicBezTo>
                  <a:pt x="540" y="1390"/>
                  <a:pt x="541" y="1392"/>
                  <a:pt x="542" y="1394"/>
                </a:cubicBezTo>
                <a:cubicBezTo>
                  <a:pt x="547" y="1393"/>
                  <a:pt x="553" y="1392"/>
                  <a:pt x="558" y="1391"/>
                </a:cubicBezTo>
                <a:cubicBezTo>
                  <a:pt x="559" y="1390"/>
                  <a:pt x="559" y="1388"/>
                  <a:pt x="560" y="1388"/>
                </a:cubicBezTo>
                <a:cubicBezTo>
                  <a:pt x="564" y="1388"/>
                  <a:pt x="565" y="1389"/>
                  <a:pt x="567" y="1390"/>
                </a:cubicBezTo>
                <a:cubicBezTo>
                  <a:pt x="568" y="1390"/>
                  <a:pt x="570" y="1390"/>
                  <a:pt x="572" y="1389"/>
                </a:cubicBezTo>
                <a:cubicBezTo>
                  <a:pt x="575" y="1386"/>
                  <a:pt x="583" y="1385"/>
                  <a:pt x="586" y="1388"/>
                </a:cubicBezTo>
                <a:cubicBezTo>
                  <a:pt x="587" y="1388"/>
                  <a:pt x="588" y="1388"/>
                  <a:pt x="589" y="1387"/>
                </a:cubicBezTo>
                <a:cubicBezTo>
                  <a:pt x="591" y="1385"/>
                  <a:pt x="595" y="1384"/>
                  <a:pt x="599" y="1384"/>
                </a:cubicBezTo>
                <a:cubicBezTo>
                  <a:pt x="600" y="1382"/>
                  <a:pt x="600" y="1381"/>
                  <a:pt x="600" y="1379"/>
                </a:cubicBezTo>
                <a:cubicBezTo>
                  <a:pt x="655" y="1379"/>
                  <a:pt x="655" y="1379"/>
                  <a:pt x="655" y="1379"/>
                </a:cubicBezTo>
                <a:cubicBezTo>
                  <a:pt x="654" y="1380"/>
                  <a:pt x="653" y="1381"/>
                  <a:pt x="651" y="1381"/>
                </a:cubicBezTo>
                <a:cubicBezTo>
                  <a:pt x="654" y="1381"/>
                  <a:pt x="658" y="1381"/>
                  <a:pt x="661" y="1380"/>
                </a:cubicBezTo>
                <a:cubicBezTo>
                  <a:pt x="691" y="1376"/>
                  <a:pt x="720" y="1370"/>
                  <a:pt x="750" y="1363"/>
                </a:cubicBezTo>
                <a:cubicBezTo>
                  <a:pt x="753" y="1363"/>
                  <a:pt x="757" y="1362"/>
                  <a:pt x="761" y="1361"/>
                </a:cubicBezTo>
                <a:cubicBezTo>
                  <a:pt x="760" y="1361"/>
                  <a:pt x="760" y="1361"/>
                  <a:pt x="760" y="1361"/>
                </a:cubicBezTo>
                <a:cubicBezTo>
                  <a:pt x="764" y="1360"/>
                  <a:pt x="768" y="1360"/>
                  <a:pt x="770" y="1356"/>
                </a:cubicBezTo>
                <a:cubicBezTo>
                  <a:pt x="768" y="1354"/>
                  <a:pt x="767" y="1354"/>
                  <a:pt x="764" y="1355"/>
                </a:cubicBezTo>
                <a:cubicBezTo>
                  <a:pt x="763" y="1354"/>
                  <a:pt x="763" y="1354"/>
                  <a:pt x="763" y="1353"/>
                </a:cubicBezTo>
                <a:cubicBezTo>
                  <a:pt x="761" y="1354"/>
                  <a:pt x="759" y="1354"/>
                  <a:pt x="758" y="1355"/>
                </a:cubicBezTo>
                <a:cubicBezTo>
                  <a:pt x="758" y="1355"/>
                  <a:pt x="758" y="1355"/>
                  <a:pt x="759" y="1355"/>
                </a:cubicBezTo>
                <a:cubicBezTo>
                  <a:pt x="760" y="1357"/>
                  <a:pt x="759" y="1360"/>
                  <a:pt x="754" y="1359"/>
                </a:cubicBezTo>
                <a:cubicBezTo>
                  <a:pt x="753" y="1358"/>
                  <a:pt x="753" y="1356"/>
                  <a:pt x="754" y="1355"/>
                </a:cubicBezTo>
                <a:cubicBezTo>
                  <a:pt x="748" y="1357"/>
                  <a:pt x="742" y="1358"/>
                  <a:pt x="736" y="1360"/>
                </a:cubicBezTo>
                <a:cubicBezTo>
                  <a:pt x="688" y="1371"/>
                  <a:pt x="639" y="1375"/>
                  <a:pt x="590" y="1380"/>
                </a:cubicBezTo>
                <a:cubicBezTo>
                  <a:pt x="589" y="1382"/>
                  <a:pt x="588" y="1383"/>
                  <a:pt x="587" y="1384"/>
                </a:cubicBezTo>
                <a:cubicBezTo>
                  <a:pt x="585" y="1383"/>
                  <a:pt x="583" y="1382"/>
                  <a:pt x="582" y="1381"/>
                </a:cubicBezTo>
                <a:cubicBezTo>
                  <a:pt x="579" y="1382"/>
                  <a:pt x="577" y="1382"/>
                  <a:pt x="574" y="1382"/>
                </a:cubicBezTo>
                <a:cubicBezTo>
                  <a:pt x="574" y="1383"/>
                  <a:pt x="573" y="1385"/>
                  <a:pt x="572" y="1384"/>
                </a:cubicBezTo>
                <a:cubicBezTo>
                  <a:pt x="571" y="1384"/>
                  <a:pt x="571" y="1383"/>
                  <a:pt x="572" y="1383"/>
                </a:cubicBezTo>
                <a:cubicBezTo>
                  <a:pt x="564" y="1384"/>
                  <a:pt x="557" y="1385"/>
                  <a:pt x="549" y="1386"/>
                </a:cubicBezTo>
                <a:close/>
                <a:moveTo>
                  <a:pt x="743" y="1359"/>
                </a:moveTo>
                <a:cubicBezTo>
                  <a:pt x="745" y="1360"/>
                  <a:pt x="746" y="1359"/>
                  <a:pt x="747" y="1359"/>
                </a:cubicBezTo>
                <a:cubicBezTo>
                  <a:pt x="748" y="1360"/>
                  <a:pt x="748" y="1360"/>
                  <a:pt x="749" y="1361"/>
                </a:cubicBezTo>
                <a:cubicBezTo>
                  <a:pt x="742" y="1361"/>
                  <a:pt x="742" y="1361"/>
                  <a:pt x="742" y="1361"/>
                </a:cubicBezTo>
                <a:cubicBezTo>
                  <a:pt x="742" y="1361"/>
                  <a:pt x="743" y="1360"/>
                  <a:pt x="743" y="1359"/>
                </a:cubicBezTo>
                <a:close/>
                <a:moveTo>
                  <a:pt x="780" y="1379"/>
                </a:moveTo>
                <a:cubicBezTo>
                  <a:pt x="779" y="1380"/>
                  <a:pt x="778" y="1381"/>
                  <a:pt x="778" y="1384"/>
                </a:cubicBezTo>
                <a:cubicBezTo>
                  <a:pt x="780" y="1385"/>
                  <a:pt x="783" y="1386"/>
                  <a:pt x="782" y="1389"/>
                </a:cubicBezTo>
                <a:cubicBezTo>
                  <a:pt x="785" y="1388"/>
                  <a:pt x="785" y="1385"/>
                  <a:pt x="788" y="1386"/>
                </a:cubicBezTo>
                <a:cubicBezTo>
                  <a:pt x="790" y="1387"/>
                  <a:pt x="788" y="1389"/>
                  <a:pt x="789" y="1390"/>
                </a:cubicBezTo>
                <a:cubicBezTo>
                  <a:pt x="789" y="1390"/>
                  <a:pt x="789" y="1390"/>
                  <a:pt x="789" y="1390"/>
                </a:cubicBezTo>
                <a:cubicBezTo>
                  <a:pt x="791" y="1386"/>
                  <a:pt x="796" y="1389"/>
                  <a:pt x="797" y="1384"/>
                </a:cubicBezTo>
                <a:cubicBezTo>
                  <a:pt x="792" y="1382"/>
                  <a:pt x="784" y="1383"/>
                  <a:pt x="784" y="1378"/>
                </a:cubicBezTo>
                <a:cubicBezTo>
                  <a:pt x="783" y="1378"/>
                  <a:pt x="781" y="1379"/>
                  <a:pt x="780" y="1379"/>
                </a:cubicBezTo>
                <a:close/>
                <a:moveTo>
                  <a:pt x="129" y="108"/>
                </a:moveTo>
                <a:cubicBezTo>
                  <a:pt x="127" y="109"/>
                  <a:pt x="125" y="109"/>
                  <a:pt x="123" y="110"/>
                </a:cubicBezTo>
                <a:cubicBezTo>
                  <a:pt x="126" y="110"/>
                  <a:pt x="128" y="110"/>
                  <a:pt x="131" y="109"/>
                </a:cubicBezTo>
                <a:cubicBezTo>
                  <a:pt x="131" y="109"/>
                  <a:pt x="130" y="109"/>
                  <a:pt x="129" y="108"/>
                </a:cubicBezTo>
                <a:close/>
                <a:moveTo>
                  <a:pt x="122" y="117"/>
                </a:moveTo>
                <a:cubicBezTo>
                  <a:pt x="126" y="116"/>
                  <a:pt x="130" y="115"/>
                  <a:pt x="134" y="114"/>
                </a:cubicBezTo>
                <a:cubicBezTo>
                  <a:pt x="128" y="114"/>
                  <a:pt x="123" y="114"/>
                  <a:pt x="117" y="114"/>
                </a:cubicBezTo>
                <a:cubicBezTo>
                  <a:pt x="118" y="116"/>
                  <a:pt x="119" y="117"/>
                  <a:pt x="122" y="117"/>
                </a:cubicBezTo>
                <a:close/>
                <a:moveTo>
                  <a:pt x="402" y="1381"/>
                </a:moveTo>
                <a:cubicBezTo>
                  <a:pt x="402" y="1381"/>
                  <a:pt x="402" y="1381"/>
                  <a:pt x="401" y="1381"/>
                </a:cubicBezTo>
                <a:cubicBezTo>
                  <a:pt x="403" y="1381"/>
                  <a:pt x="403" y="1381"/>
                  <a:pt x="403" y="1381"/>
                </a:cubicBezTo>
                <a:cubicBezTo>
                  <a:pt x="436" y="1372"/>
                  <a:pt x="469" y="1366"/>
                  <a:pt x="502" y="1364"/>
                </a:cubicBezTo>
                <a:cubicBezTo>
                  <a:pt x="526" y="1363"/>
                  <a:pt x="551" y="1365"/>
                  <a:pt x="575" y="1364"/>
                </a:cubicBezTo>
                <a:cubicBezTo>
                  <a:pt x="596" y="1364"/>
                  <a:pt x="618" y="1363"/>
                  <a:pt x="639" y="1361"/>
                </a:cubicBezTo>
                <a:cubicBezTo>
                  <a:pt x="639" y="1360"/>
                  <a:pt x="640" y="1360"/>
                  <a:pt x="640" y="1360"/>
                </a:cubicBezTo>
                <a:cubicBezTo>
                  <a:pt x="638" y="1358"/>
                  <a:pt x="634" y="1357"/>
                  <a:pt x="631" y="1355"/>
                </a:cubicBezTo>
                <a:cubicBezTo>
                  <a:pt x="628" y="1355"/>
                  <a:pt x="624" y="1355"/>
                  <a:pt x="620" y="1356"/>
                </a:cubicBezTo>
                <a:cubicBezTo>
                  <a:pt x="620" y="1357"/>
                  <a:pt x="622" y="1358"/>
                  <a:pt x="623" y="1359"/>
                </a:cubicBezTo>
                <a:cubicBezTo>
                  <a:pt x="623" y="1360"/>
                  <a:pt x="622" y="1361"/>
                  <a:pt x="622" y="1362"/>
                </a:cubicBezTo>
                <a:cubicBezTo>
                  <a:pt x="617" y="1362"/>
                  <a:pt x="617" y="1362"/>
                  <a:pt x="617" y="1362"/>
                </a:cubicBezTo>
                <a:cubicBezTo>
                  <a:pt x="617" y="1361"/>
                  <a:pt x="617" y="1359"/>
                  <a:pt x="618" y="1358"/>
                </a:cubicBezTo>
                <a:cubicBezTo>
                  <a:pt x="615" y="1358"/>
                  <a:pt x="613" y="1358"/>
                  <a:pt x="611" y="1357"/>
                </a:cubicBezTo>
                <a:cubicBezTo>
                  <a:pt x="613" y="1360"/>
                  <a:pt x="610" y="1363"/>
                  <a:pt x="606" y="1361"/>
                </a:cubicBezTo>
                <a:cubicBezTo>
                  <a:pt x="604" y="1358"/>
                  <a:pt x="609" y="1358"/>
                  <a:pt x="611" y="1356"/>
                </a:cubicBezTo>
                <a:cubicBezTo>
                  <a:pt x="602" y="1357"/>
                  <a:pt x="593" y="1357"/>
                  <a:pt x="584" y="1357"/>
                </a:cubicBezTo>
                <a:cubicBezTo>
                  <a:pt x="586" y="1359"/>
                  <a:pt x="589" y="1360"/>
                  <a:pt x="590" y="1362"/>
                </a:cubicBezTo>
                <a:cubicBezTo>
                  <a:pt x="576" y="1362"/>
                  <a:pt x="576" y="1362"/>
                  <a:pt x="576" y="1362"/>
                </a:cubicBezTo>
                <a:cubicBezTo>
                  <a:pt x="577" y="1361"/>
                  <a:pt x="578" y="1359"/>
                  <a:pt x="579" y="1357"/>
                </a:cubicBezTo>
                <a:cubicBezTo>
                  <a:pt x="571" y="1358"/>
                  <a:pt x="564" y="1358"/>
                  <a:pt x="556" y="1358"/>
                </a:cubicBezTo>
                <a:cubicBezTo>
                  <a:pt x="556" y="1358"/>
                  <a:pt x="555" y="1359"/>
                  <a:pt x="555" y="1359"/>
                </a:cubicBezTo>
                <a:cubicBezTo>
                  <a:pt x="554" y="1359"/>
                  <a:pt x="554" y="1358"/>
                  <a:pt x="553" y="1358"/>
                </a:cubicBezTo>
                <a:cubicBezTo>
                  <a:pt x="545" y="1358"/>
                  <a:pt x="538" y="1358"/>
                  <a:pt x="530" y="1358"/>
                </a:cubicBezTo>
                <a:cubicBezTo>
                  <a:pt x="524" y="1357"/>
                  <a:pt x="517" y="1358"/>
                  <a:pt x="511" y="1358"/>
                </a:cubicBezTo>
                <a:cubicBezTo>
                  <a:pt x="511" y="1358"/>
                  <a:pt x="511" y="1359"/>
                  <a:pt x="511" y="1359"/>
                </a:cubicBezTo>
                <a:cubicBezTo>
                  <a:pt x="514" y="1361"/>
                  <a:pt x="519" y="1356"/>
                  <a:pt x="525" y="1359"/>
                </a:cubicBezTo>
                <a:cubicBezTo>
                  <a:pt x="527" y="1360"/>
                  <a:pt x="526" y="1361"/>
                  <a:pt x="525" y="1363"/>
                </a:cubicBezTo>
                <a:cubicBezTo>
                  <a:pt x="492" y="1363"/>
                  <a:pt x="492" y="1363"/>
                  <a:pt x="492" y="1363"/>
                </a:cubicBezTo>
                <a:cubicBezTo>
                  <a:pt x="489" y="1362"/>
                  <a:pt x="487" y="1360"/>
                  <a:pt x="484" y="1359"/>
                </a:cubicBezTo>
                <a:cubicBezTo>
                  <a:pt x="438" y="1364"/>
                  <a:pt x="392" y="1375"/>
                  <a:pt x="349" y="1393"/>
                </a:cubicBezTo>
                <a:cubicBezTo>
                  <a:pt x="349" y="1395"/>
                  <a:pt x="348" y="1396"/>
                  <a:pt x="346" y="1397"/>
                </a:cubicBezTo>
                <a:cubicBezTo>
                  <a:pt x="347" y="1396"/>
                  <a:pt x="347" y="1395"/>
                  <a:pt x="346" y="1394"/>
                </a:cubicBezTo>
                <a:cubicBezTo>
                  <a:pt x="343" y="1395"/>
                  <a:pt x="340" y="1397"/>
                  <a:pt x="336" y="1398"/>
                </a:cubicBezTo>
                <a:cubicBezTo>
                  <a:pt x="332" y="1400"/>
                  <a:pt x="335" y="1406"/>
                  <a:pt x="339" y="1404"/>
                </a:cubicBezTo>
                <a:cubicBezTo>
                  <a:pt x="359" y="1395"/>
                  <a:pt x="381" y="1388"/>
                  <a:pt x="402" y="1381"/>
                </a:cubicBezTo>
                <a:cubicBezTo>
                  <a:pt x="402" y="1381"/>
                  <a:pt x="402" y="1381"/>
                  <a:pt x="402" y="1381"/>
                </a:cubicBezTo>
                <a:close/>
                <a:moveTo>
                  <a:pt x="600" y="1359"/>
                </a:moveTo>
                <a:cubicBezTo>
                  <a:pt x="600" y="1361"/>
                  <a:pt x="603" y="1361"/>
                  <a:pt x="604" y="1362"/>
                </a:cubicBezTo>
                <a:cubicBezTo>
                  <a:pt x="596" y="1362"/>
                  <a:pt x="596" y="1362"/>
                  <a:pt x="596" y="1362"/>
                </a:cubicBezTo>
                <a:cubicBezTo>
                  <a:pt x="597" y="1361"/>
                  <a:pt x="599" y="1361"/>
                  <a:pt x="600" y="1359"/>
                </a:cubicBezTo>
                <a:close/>
                <a:moveTo>
                  <a:pt x="706" y="1388"/>
                </a:moveTo>
                <a:cubicBezTo>
                  <a:pt x="704" y="1387"/>
                  <a:pt x="703" y="1385"/>
                  <a:pt x="700" y="1385"/>
                </a:cubicBezTo>
                <a:cubicBezTo>
                  <a:pt x="700" y="1384"/>
                  <a:pt x="701" y="1383"/>
                  <a:pt x="701" y="1382"/>
                </a:cubicBezTo>
                <a:cubicBezTo>
                  <a:pt x="701" y="1382"/>
                  <a:pt x="700" y="1382"/>
                  <a:pt x="700" y="1383"/>
                </a:cubicBezTo>
                <a:cubicBezTo>
                  <a:pt x="700" y="1383"/>
                  <a:pt x="700" y="1384"/>
                  <a:pt x="699" y="1385"/>
                </a:cubicBezTo>
                <a:cubicBezTo>
                  <a:pt x="696" y="1385"/>
                  <a:pt x="695" y="1386"/>
                  <a:pt x="692" y="1386"/>
                </a:cubicBezTo>
                <a:cubicBezTo>
                  <a:pt x="691" y="1386"/>
                  <a:pt x="691" y="1385"/>
                  <a:pt x="691" y="1384"/>
                </a:cubicBezTo>
                <a:cubicBezTo>
                  <a:pt x="682" y="1386"/>
                  <a:pt x="673" y="1387"/>
                  <a:pt x="664" y="1388"/>
                </a:cubicBezTo>
                <a:cubicBezTo>
                  <a:pt x="662" y="1392"/>
                  <a:pt x="665" y="1391"/>
                  <a:pt x="667" y="1393"/>
                </a:cubicBezTo>
                <a:cubicBezTo>
                  <a:pt x="667" y="1393"/>
                  <a:pt x="667" y="1394"/>
                  <a:pt x="667" y="1394"/>
                </a:cubicBezTo>
                <a:cubicBezTo>
                  <a:pt x="680" y="1393"/>
                  <a:pt x="693" y="1391"/>
                  <a:pt x="706" y="1388"/>
                </a:cubicBezTo>
                <a:close/>
                <a:moveTo>
                  <a:pt x="819" y="1360"/>
                </a:moveTo>
                <a:cubicBezTo>
                  <a:pt x="818" y="1359"/>
                  <a:pt x="818" y="1357"/>
                  <a:pt x="820" y="1356"/>
                </a:cubicBezTo>
                <a:cubicBezTo>
                  <a:pt x="817" y="1358"/>
                  <a:pt x="814" y="1359"/>
                  <a:pt x="810" y="1360"/>
                </a:cubicBezTo>
                <a:cubicBezTo>
                  <a:pt x="797" y="1360"/>
                  <a:pt x="797" y="1360"/>
                  <a:pt x="797" y="1360"/>
                </a:cubicBezTo>
                <a:cubicBezTo>
                  <a:pt x="772" y="1367"/>
                  <a:pt x="747" y="1373"/>
                  <a:pt x="721" y="1378"/>
                </a:cubicBezTo>
                <a:cubicBezTo>
                  <a:pt x="737" y="1378"/>
                  <a:pt x="737" y="1378"/>
                  <a:pt x="737" y="1378"/>
                </a:cubicBezTo>
                <a:cubicBezTo>
                  <a:pt x="738" y="1379"/>
                  <a:pt x="739" y="1380"/>
                  <a:pt x="739" y="1381"/>
                </a:cubicBezTo>
                <a:cubicBezTo>
                  <a:pt x="741" y="1381"/>
                  <a:pt x="743" y="1381"/>
                  <a:pt x="745" y="1380"/>
                </a:cubicBezTo>
                <a:cubicBezTo>
                  <a:pt x="745" y="1380"/>
                  <a:pt x="745" y="1379"/>
                  <a:pt x="745" y="1379"/>
                </a:cubicBezTo>
                <a:cubicBezTo>
                  <a:pt x="745" y="1378"/>
                  <a:pt x="744" y="1378"/>
                  <a:pt x="744" y="1378"/>
                </a:cubicBezTo>
                <a:cubicBezTo>
                  <a:pt x="749" y="1378"/>
                  <a:pt x="749" y="1378"/>
                  <a:pt x="749" y="1378"/>
                </a:cubicBezTo>
                <a:cubicBezTo>
                  <a:pt x="749" y="1378"/>
                  <a:pt x="749" y="1379"/>
                  <a:pt x="750" y="1379"/>
                </a:cubicBezTo>
                <a:cubicBezTo>
                  <a:pt x="774" y="1374"/>
                  <a:pt x="799" y="1367"/>
                  <a:pt x="823" y="1360"/>
                </a:cubicBezTo>
                <a:lnTo>
                  <a:pt x="819" y="1360"/>
                </a:lnTo>
                <a:close/>
                <a:moveTo>
                  <a:pt x="720" y="1386"/>
                </a:moveTo>
                <a:cubicBezTo>
                  <a:pt x="723" y="1385"/>
                  <a:pt x="727" y="1384"/>
                  <a:pt x="731" y="1383"/>
                </a:cubicBezTo>
                <a:cubicBezTo>
                  <a:pt x="731" y="1381"/>
                  <a:pt x="734" y="1379"/>
                  <a:pt x="732" y="1379"/>
                </a:cubicBezTo>
                <a:cubicBezTo>
                  <a:pt x="728" y="1382"/>
                  <a:pt x="723" y="1381"/>
                  <a:pt x="720" y="1385"/>
                </a:cubicBezTo>
                <a:cubicBezTo>
                  <a:pt x="717" y="1385"/>
                  <a:pt x="719" y="1383"/>
                  <a:pt x="716" y="1383"/>
                </a:cubicBezTo>
                <a:cubicBezTo>
                  <a:pt x="716" y="1385"/>
                  <a:pt x="715" y="1386"/>
                  <a:pt x="714" y="1387"/>
                </a:cubicBezTo>
                <a:cubicBezTo>
                  <a:pt x="716" y="1386"/>
                  <a:pt x="718" y="1386"/>
                  <a:pt x="720" y="1386"/>
                </a:cubicBezTo>
                <a:close/>
                <a:moveTo>
                  <a:pt x="490" y="73"/>
                </a:moveTo>
                <a:cubicBezTo>
                  <a:pt x="485" y="72"/>
                  <a:pt x="484" y="73"/>
                  <a:pt x="478" y="73"/>
                </a:cubicBezTo>
                <a:cubicBezTo>
                  <a:pt x="477" y="71"/>
                  <a:pt x="476" y="69"/>
                  <a:pt x="475" y="67"/>
                </a:cubicBezTo>
                <a:cubicBezTo>
                  <a:pt x="474" y="67"/>
                  <a:pt x="472" y="67"/>
                  <a:pt x="471" y="67"/>
                </a:cubicBezTo>
                <a:cubicBezTo>
                  <a:pt x="472" y="69"/>
                  <a:pt x="474" y="70"/>
                  <a:pt x="474" y="73"/>
                </a:cubicBezTo>
                <a:cubicBezTo>
                  <a:pt x="481" y="74"/>
                  <a:pt x="488" y="74"/>
                  <a:pt x="494" y="74"/>
                </a:cubicBezTo>
                <a:cubicBezTo>
                  <a:pt x="494" y="73"/>
                  <a:pt x="493" y="72"/>
                  <a:pt x="493" y="70"/>
                </a:cubicBezTo>
                <a:cubicBezTo>
                  <a:pt x="497" y="70"/>
                  <a:pt x="500" y="68"/>
                  <a:pt x="503" y="67"/>
                </a:cubicBezTo>
                <a:cubicBezTo>
                  <a:pt x="498" y="67"/>
                  <a:pt x="493" y="67"/>
                  <a:pt x="488" y="67"/>
                </a:cubicBezTo>
                <a:cubicBezTo>
                  <a:pt x="488" y="67"/>
                  <a:pt x="488" y="68"/>
                  <a:pt x="488" y="68"/>
                </a:cubicBezTo>
                <a:cubicBezTo>
                  <a:pt x="491" y="69"/>
                  <a:pt x="490" y="67"/>
                  <a:pt x="493" y="68"/>
                </a:cubicBezTo>
                <a:cubicBezTo>
                  <a:pt x="495" y="72"/>
                  <a:pt x="489" y="70"/>
                  <a:pt x="490" y="73"/>
                </a:cubicBezTo>
                <a:close/>
                <a:moveTo>
                  <a:pt x="848" y="1360"/>
                </a:moveTo>
                <a:cubicBezTo>
                  <a:pt x="848" y="1360"/>
                  <a:pt x="848" y="1360"/>
                  <a:pt x="848" y="1360"/>
                </a:cubicBezTo>
                <a:cubicBezTo>
                  <a:pt x="827" y="1366"/>
                  <a:pt x="806" y="1372"/>
                  <a:pt x="785" y="1378"/>
                </a:cubicBezTo>
                <a:cubicBezTo>
                  <a:pt x="813" y="1378"/>
                  <a:pt x="813" y="1378"/>
                  <a:pt x="813" y="1378"/>
                </a:cubicBezTo>
                <a:cubicBezTo>
                  <a:pt x="813" y="1378"/>
                  <a:pt x="813" y="1378"/>
                  <a:pt x="813" y="1378"/>
                </a:cubicBezTo>
                <a:cubicBezTo>
                  <a:pt x="813" y="1378"/>
                  <a:pt x="813" y="1378"/>
                  <a:pt x="813" y="1378"/>
                </a:cubicBezTo>
                <a:cubicBezTo>
                  <a:pt x="827" y="1377"/>
                  <a:pt x="827" y="1377"/>
                  <a:pt x="827" y="1377"/>
                </a:cubicBezTo>
                <a:cubicBezTo>
                  <a:pt x="837" y="1374"/>
                  <a:pt x="848" y="1371"/>
                  <a:pt x="858" y="1368"/>
                </a:cubicBezTo>
                <a:cubicBezTo>
                  <a:pt x="849" y="1371"/>
                  <a:pt x="841" y="1374"/>
                  <a:pt x="833" y="1377"/>
                </a:cubicBezTo>
                <a:cubicBezTo>
                  <a:pt x="852" y="1377"/>
                  <a:pt x="852" y="1377"/>
                  <a:pt x="852" y="1377"/>
                </a:cubicBezTo>
                <a:cubicBezTo>
                  <a:pt x="868" y="1371"/>
                  <a:pt x="883" y="1365"/>
                  <a:pt x="899" y="1359"/>
                </a:cubicBezTo>
                <a:lnTo>
                  <a:pt x="848" y="1360"/>
                </a:lnTo>
                <a:close/>
                <a:moveTo>
                  <a:pt x="779" y="1349"/>
                </a:moveTo>
                <a:cubicBezTo>
                  <a:pt x="782" y="1351"/>
                  <a:pt x="784" y="1352"/>
                  <a:pt x="785" y="1355"/>
                </a:cubicBezTo>
                <a:cubicBezTo>
                  <a:pt x="786" y="1354"/>
                  <a:pt x="787" y="1354"/>
                  <a:pt x="787" y="1354"/>
                </a:cubicBezTo>
                <a:cubicBezTo>
                  <a:pt x="786" y="1352"/>
                  <a:pt x="784" y="1350"/>
                  <a:pt x="784" y="1348"/>
                </a:cubicBezTo>
                <a:cubicBezTo>
                  <a:pt x="782" y="1348"/>
                  <a:pt x="781" y="1349"/>
                  <a:pt x="779" y="1349"/>
                </a:cubicBezTo>
                <a:close/>
                <a:moveTo>
                  <a:pt x="829" y="1386"/>
                </a:moveTo>
                <a:cubicBezTo>
                  <a:pt x="830" y="1386"/>
                  <a:pt x="831" y="1385"/>
                  <a:pt x="832" y="1385"/>
                </a:cubicBezTo>
                <a:cubicBezTo>
                  <a:pt x="832" y="1385"/>
                  <a:pt x="831" y="1384"/>
                  <a:pt x="831" y="1384"/>
                </a:cubicBezTo>
                <a:cubicBezTo>
                  <a:pt x="830" y="1385"/>
                  <a:pt x="829" y="1385"/>
                  <a:pt x="829" y="1386"/>
                </a:cubicBezTo>
                <a:close/>
                <a:moveTo>
                  <a:pt x="550" y="35"/>
                </a:moveTo>
                <a:cubicBezTo>
                  <a:pt x="556" y="36"/>
                  <a:pt x="562" y="37"/>
                  <a:pt x="568" y="37"/>
                </a:cubicBezTo>
                <a:cubicBezTo>
                  <a:pt x="570" y="38"/>
                  <a:pt x="571" y="37"/>
                  <a:pt x="571" y="36"/>
                </a:cubicBezTo>
                <a:cubicBezTo>
                  <a:pt x="571" y="36"/>
                  <a:pt x="570" y="36"/>
                  <a:pt x="569" y="36"/>
                </a:cubicBezTo>
                <a:cubicBezTo>
                  <a:pt x="569" y="34"/>
                  <a:pt x="569" y="32"/>
                  <a:pt x="569" y="31"/>
                </a:cubicBezTo>
                <a:cubicBezTo>
                  <a:pt x="569" y="31"/>
                  <a:pt x="569" y="31"/>
                  <a:pt x="569" y="31"/>
                </a:cubicBezTo>
                <a:cubicBezTo>
                  <a:pt x="566" y="30"/>
                  <a:pt x="563" y="30"/>
                  <a:pt x="560" y="30"/>
                </a:cubicBezTo>
                <a:cubicBezTo>
                  <a:pt x="560" y="31"/>
                  <a:pt x="559" y="32"/>
                  <a:pt x="559" y="33"/>
                </a:cubicBezTo>
                <a:cubicBezTo>
                  <a:pt x="554" y="32"/>
                  <a:pt x="551" y="32"/>
                  <a:pt x="550" y="35"/>
                </a:cubicBezTo>
                <a:close/>
                <a:moveTo>
                  <a:pt x="803" y="1325"/>
                </a:moveTo>
                <a:cubicBezTo>
                  <a:pt x="803" y="1323"/>
                  <a:pt x="803" y="1322"/>
                  <a:pt x="803" y="1322"/>
                </a:cubicBezTo>
                <a:cubicBezTo>
                  <a:pt x="806" y="1322"/>
                  <a:pt x="807" y="1321"/>
                  <a:pt x="809" y="1317"/>
                </a:cubicBezTo>
                <a:cubicBezTo>
                  <a:pt x="777" y="1328"/>
                  <a:pt x="745" y="1336"/>
                  <a:pt x="712" y="1343"/>
                </a:cubicBezTo>
                <a:cubicBezTo>
                  <a:pt x="713" y="1345"/>
                  <a:pt x="715" y="1347"/>
                  <a:pt x="716" y="1349"/>
                </a:cubicBezTo>
                <a:cubicBezTo>
                  <a:pt x="718" y="1349"/>
                  <a:pt x="720" y="1348"/>
                  <a:pt x="721" y="1348"/>
                </a:cubicBezTo>
                <a:cubicBezTo>
                  <a:pt x="721" y="1346"/>
                  <a:pt x="721" y="1344"/>
                  <a:pt x="723" y="1343"/>
                </a:cubicBezTo>
                <a:cubicBezTo>
                  <a:pt x="731" y="1343"/>
                  <a:pt x="731" y="1343"/>
                  <a:pt x="731" y="1343"/>
                </a:cubicBezTo>
                <a:cubicBezTo>
                  <a:pt x="731" y="1344"/>
                  <a:pt x="731" y="1345"/>
                  <a:pt x="730" y="1346"/>
                </a:cubicBezTo>
                <a:cubicBezTo>
                  <a:pt x="735" y="1345"/>
                  <a:pt x="740" y="1344"/>
                  <a:pt x="745" y="1343"/>
                </a:cubicBezTo>
                <a:cubicBezTo>
                  <a:pt x="745" y="1343"/>
                  <a:pt x="745" y="1343"/>
                  <a:pt x="745" y="1342"/>
                </a:cubicBezTo>
                <a:cubicBezTo>
                  <a:pt x="746" y="1342"/>
                  <a:pt x="746" y="1342"/>
                  <a:pt x="746" y="1342"/>
                </a:cubicBezTo>
                <a:cubicBezTo>
                  <a:pt x="768" y="1337"/>
                  <a:pt x="789" y="1331"/>
                  <a:pt x="811" y="1325"/>
                </a:cubicBezTo>
                <a:lnTo>
                  <a:pt x="803" y="1325"/>
                </a:lnTo>
                <a:close/>
                <a:moveTo>
                  <a:pt x="720" y="1345"/>
                </a:moveTo>
                <a:cubicBezTo>
                  <a:pt x="717" y="1345"/>
                  <a:pt x="717" y="1344"/>
                  <a:pt x="715" y="1343"/>
                </a:cubicBezTo>
                <a:cubicBezTo>
                  <a:pt x="715" y="1343"/>
                  <a:pt x="715" y="1343"/>
                  <a:pt x="715" y="1343"/>
                </a:cubicBezTo>
                <a:cubicBezTo>
                  <a:pt x="721" y="1343"/>
                  <a:pt x="721" y="1343"/>
                  <a:pt x="721" y="1343"/>
                </a:cubicBezTo>
                <a:cubicBezTo>
                  <a:pt x="721" y="1343"/>
                  <a:pt x="721" y="1344"/>
                  <a:pt x="720" y="1345"/>
                </a:cubicBezTo>
                <a:close/>
                <a:moveTo>
                  <a:pt x="793" y="1325"/>
                </a:moveTo>
                <a:cubicBezTo>
                  <a:pt x="794" y="1322"/>
                  <a:pt x="798" y="1322"/>
                  <a:pt x="800" y="1325"/>
                </a:cubicBezTo>
                <a:lnTo>
                  <a:pt x="793" y="1325"/>
                </a:lnTo>
                <a:close/>
                <a:moveTo>
                  <a:pt x="611" y="78"/>
                </a:moveTo>
                <a:cubicBezTo>
                  <a:pt x="611" y="78"/>
                  <a:pt x="611" y="78"/>
                  <a:pt x="612" y="78"/>
                </a:cubicBezTo>
                <a:cubicBezTo>
                  <a:pt x="603" y="76"/>
                  <a:pt x="594" y="75"/>
                  <a:pt x="584" y="74"/>
                </a:cubicBezTo>
                <a:cubicBezTo>
                  <a:pt x="584" y="75"/>
                  <a:pt x="584" y="76"/>
                  <a:pt x="583" y="76"/>
                </a:cubicBezTo>
                <a:cubicBezTo>
                  <a:pt x="582" y="76"/>
                  <a:pt x="581" y="76"/>
                  <a:pt x="580" y="76"/>
                </a:cubicBezTo>
                <a:cubicBezTo>
                  <a:pt x="579" y="75"/>
                  <a:pt x="579" y="74"/>
                  <a:pt x="579" y="73"/>
                </a:cubicBezTo>
                <a:cubicBezTo>
                  <a:pt x="579" y="73"/>
                  <a:pt x="579" y="73"/>
                  <a:pt x="578" y="73"/>
                </a:cubicBezTo>
                <a:cubicBezTo>
                  <a:pt x="578" y="76"/>
                  <a:pt x="576" y="78"/>
                  <a:pt x="573" y="79"/>
                </a:cubicBezTo>
                <a:cubicBezTo>
                  <a:pt x="570" y="79"/>
                  <a:pt x="570" y="79"/>
                  <a:pt x="570" y="79"/>
                </a:cubicBezTo>
                <a:cubicBezTo>
                  <a:pt x="594" y="81"/>
                  <a:pt x="617" y="85"/>
                  <a:pt x="641" y="90"/>
                </a:cubicBezTo>
                <a:cubicBezTo>
                  <a:pt x="645" y="90"/>
                  <a:pt x="646" y="84"/>
                  <a:pt x="642" y="83"/>
                </a:cubicBezTo>
                <a:cubicBezTo>
                  <a:pt x="634" y="81"/>
                  <a:pt x="625" y="80"/>
                  <a:pt x="617" y="78"/>
                </a:cubicBezTo>
                <a:lnTo>
                  <a:pt x="611" y="78"/>
                </a:lnTo>
                <a:close/>
                <a:moveTo>
                  <a:pt x="500" y="71"/>
                </a:moveTo>
                <a:cubicBezTo>
                  <a:pt x="500" y="72"/>
                  <a:pt x="500" y="73"/>
                  <a:pt x="499" y="74"/>
                </a:cubicBezTo>
                <a:cubicBezTo>
                  <a:pt x="507" y="74"/>
                  <a:pt x="514" y="74"/>
                  <a:pt x="521" y="75"/>
                </a:cubicBezTo>
                <a:cubicBezTo>
                  <a:pt x="521" y="75"/>
                  <a:pt x="521" y="74"/>
                  <a:pt x="521" y="74"/>
                </a:cubicBezTo>
                <a:cubicBezTo>
                  <a:pt x="523" y="74"/>
                  <a:pt x="524" y="74"/>
                  <a:pt x="525" y="75"/>
                </a:cubicBezTo>
                <a:cubicBezTo>
                  <a:pt x="528" y="75"/>
                  <a:pt x="532" y="75"/>
                  <a:pt x="535" y="76"/>
                </a:cubicBezTo>
                <a:cubicBezTo>
                  <a:pt x="535" y="74"/>
                  <a:pt x="536" y="71"/>
                  <a:pt x="538" y="69"/>
                </a:cubicBezTo>
                <a:cubicBezTo>
                  <a:pt x="538" y="69"/>
                  <a:pt x="538" y="69"/>
                  <a:pt x="538" y="69"/>
                </a:cubicBezTo>
                <a:cubicBezTo>
                  <a:pt x="535" y="69"/>
                  <a:pt x="532" y="69"/>
                  <a:pt x="529" y="69"/>
                </a:cubicBezTo>
                <a:cubicBezTo>
                  <a:pt x="529" y="69"/>
                  <a:pt x="529" y="69"/>
                  <a:pt x="529" y="69"/>
                </a:cubicBezTo>
                <a:cubicBezTo>
                  <a:pt x="530" y="72"/>
                  <a:pt x="528" y="72"/>
                  <a:pt x="528" y="74"/>
                </a:cubicBezTo>
                <a:cubicBezTo>
                  <a:pt x="522" y="75"/>
                  <a:pt x="520" y="73"/>
                  <a:pt x="521" y="68"/>
                </a:cubicBezTo>
                <a:cubicBezTo>
                  <a:pt x="515" y="68"/>
                  <a:pt x="510" y="68"/>
                  <a:pt x="504" y="67"/>
                </a:cubicBezTo>
                <a:cubicBezTo>
                  <a:pt x="506" y="69"/>
                  <a:pt x="504" y="72"/>
                  <a:pt x="504" y="74"/>
                </a:cubicBezTo>
                <a:cubicBezTo>
                  <a:pt x="500" y="74"/>
                  <a:pt x="502" y="71"/>
                  <a:pt x="500" y="71"/>
                </a:cubicBezTo>
                <a:close/>
                <a:moveTo>
                  <a:pt x="1043" y="1312"/>
                </a:moveTo>
                <a:cubicBezTo>
                  <a:pt x="1042" y="1312"/>
                  <a:pt x="1041" y="1312"/>
                  <a:pt x="1040" y="1312"/>
                </a:cubicBezTo>
                <a:cubicBezTo>
                  <a:pt x="1039" y="1314"/>
                  <a:pt x="1039" y="1317"/>
                  <a:pt x="1040" y="1319"/>
                </a:cubicBezTo>
                <a:cubicBezTo>
                  <a:pt x="1041" y="1319"/>
                  <a:pt x="1042" y="1319"/>
                  <a:pt x="1043" y="1318"/>
                </a:cubicBezTo>
                <a:cubicBezTo>
                  <a:pt x="1048" y="1318"/>
                  <a:pt x="1047" y="1311"/>
                  <a:pt x="1043" y="1312"/>
                </a:cubicBezTo>
                <a:close/>
                <a:moveTo>
                  <a:pt x="571" y="1426"/>
                </a:moveTo>
                <a:cubicBezTo>
                  <a:pt x="560" y="1429"/>
                  <a:pt x="549" y="1431"/>
                  <a:pt x="539" y="1434"/>
                </a:cubicBezTo>
                <a:cubicBezTo>
                  <a:pt x="539" y="1434"/>
                  <a:pt x="539" y="1434"/>
                  <a:pt x="539" y="1434"/>
                </a:cubicBezTo>
                <a:cubicBezTo>
                  <a:pt x="538" y="1434"/>
                  <a:pt x="538" y="1434"/>
                  <a:pt x="538" y="1434"/>
                </a:cubicBezTo>
                <a:cubicBezTo>
                  <a:pt x="515" y="1440"/>
                  <a:pt x="491" y="1446"/>
                  <a:pt x="468" y="1452"/>
                </a:cubicBezTo>
                <a:cubicBezTo>
                  <a:pt x="476" y="1452"/>
                  <a:pt x="476" y="1452"/>
                  <a:pt x="476" y="1452"/>
                </a:cubicBezTo>
                <a:cubicBezTo>
                  <a:pt x="477" y="1453"/>
                  <a:pt x="478" y="1455"/>
                  <a:pt x="479" y="1456"/>
                </a:cubicBezTo>
                <a:cubicBezTo>
                  <a:pt x="484" y="1455"/>
                  <a:pt x="488" y="1453"/>
                  <a:pt x="493" y="1452"/>
                </a:cubicBezTo>
                <a:cubicBezTo>
                  <a:pt x="493" y="1452"/>
                  <a:pt x="493" y="1452"/>
                  <a:pt x="494" y="1452"/>
                </a:cubicBezTo>
                <a:cubicBezTo>
                  <a:pt x="496" y="1452"/>
                  <a:pt x="496" y="1452"/>
                  <a:pt x="496" y="1452"/>
                </a:cubicBezTo>
                <a:cubicBezTo>
                  <a:pt x="522" y="1445"/>
                  <a:pt x="549" y="1438"/>
                  <a:pt x="576" y="1432"/>
                </a:cubicBezTo>
                <a:cubicBezTo>
                  <a:pt x="575" y="1430"/>
                  <a:pt x="573" y="1428"/>
                  <a:pt x="571" y="1426"/>
                </a:cubicBezTo>
                <a:close/>
                <a:moveTo>
                  <a:pt x="567" y="1434"/>
                </a:moveTo>
                <a:cubicBezTo>
                  <a:pt x="555" y="1434"/>
                  <a:pt x="555" y="1434"/>
                  <a:pt x="555" y="1434"/>
                </a:cubicBezTo>
                <a:cubicBezTo>
                  <a:pt x="555" y="1432"/>
                  <a:pt x="556" y="1430"/>
                  <a:pt x="558" y="1429"/>
                </a:cubicBezTo>
                <a:cubicBezTo>
                  <a:pt x="561" y="1431"/>
                  <a:pt x="562" y="1432"/>
                  <a:pt x="566" y="1430"/>
                </a:cubicBezTo>
                <a:cubicBezTo>
                  <a:pt x="566" y="1431"/>
                  <a:pt x="566" y="1432"/>
                  <a:pt x="567" y="1434"/>
                </a:cubicBezTo>
                <a:close/>
                <a:moveTo>
                  <a:pt x="561" y="1412"/>
                </a:moveTo>
                <a:cubicBezTo>
                  <a:pt x="592" y="1405"/>
                  <a:pt x="623" y="1401"/>
                  <a:pt x="654" y="1396"/>
                </a:cubicBezTo>
                <a:cubicBezTo>
                  <a:pt x="655" y="1395"/>
                  <a:pt x="658" y="1396"/>
                  <a:pt x="658" y="1393"/>
                </a:cubicBezTo>
                <a:cubicBezTo>
                  <a:pt x="655" y="1394"/>
                  <a:pt x="656" y="1392"/>
                  <a:pt x="654" y="1391"/>
                </a:cubicBezTo>
                <a:cubicBezTo>
                  <a:pt x="654" y="1390"/>
                  <a:pt x="654" y="1390"/>
                  <a:pt x="654" y="1390"/>
                </a:cubicBezTo>
                <a:cubicBezTo>
                  <a:pt x="646" y="1391"/>
                  <a:pt x="637" y="1392"/>
                  <a:pt x="629" y="1394"/>
                </a:cubicBezTo>
                <a:cubicBezTo>
                  <a:pt x="627" y="1395"/>
                  <a:pt x="626" y="1396"/>
                  <a:pt x="625" y="1398"/>
                </a:cubicBezTo>
                <a:cubicBezTo>
                  <a:pt x="610" y="1398"/>
                  <a:pt x="610" y="1398"/>
                  <a:pt x="610" y="1398"/>
                </a:cubicBezTo>
                <a:cubicBezTo>
                  <a:pt x="611" y="1397"/>
                  <a:pt x="612" y="1396"/>
                  <a:pt x="613" y="1396"/>
                </a:cubicBezTo>
                <a:cubicBezTo>
                  <a:pt x="594" y="1399"/>
                  <a:pt x="575" y="1402"/>
                  <a:pt x="555" y="1406"/>
                </a:cubicBezTo>
                <a:cubicBezTo>
                  <a:pt x="531" y="1412"/>
                  <a:pt x="506" y="1418"/>
                  <a:pt x="482" y="1425"/>
                </a:cubicBezTo>
                <a:cubicBezTo>
                  <a:pt x="486" y="1426"/>
                  <a:pt x="490" y="1427"/>
                  <a:pt x="493" y="1429"/>
                </a:cubicBezTo>
                <a:cubicBezTo>
                  <a:pt x="499" y="1428"/>
                  <a:pt x="504" y="1426"/>
                  <a:pt x="510" y="1425"/>
                </a:cubicBezTo>
                <a:cubicBezTo>
                  <a:pt x="509" y="1424"/>
                  <a:pt x="509" y="1423"/>
                  <a:pt x="507" y="1423"/>
                </a:cubicBezTo>
                <a:cubicBezTo>
                  <a:pt x="509" y="1418"/>
                  <a:pt x="514" y="1417"/>
                  <a:pt x="519" y="1416"/>
                </a:cubicBezTo>
                <a:cubicBezTo>
                  <a:pt x="520" y="1416"/>
                  <a:pt x="522" y="1420"/>
                  <a:pt x="524" y="1418"/>
                </a:cubicBezTo>
                <a:cubicBezTo>
                  <a:pt x="523" y="1418"/>
                  <a:pt x="523" y="1417"/>
                  <a:pt x="522" y="1416"/>
                </a:cubicBezTo>
                <a:cubicBezTo>
                  <a:pt x="528" y="1416"/>
                  <a:pt x="528" y="1416"/>
                  <a:pt x="528" y="1416"/>
                </a:cubicBezTo>
                <a:cubicBezTo>
                  <a:pt x="528" y="1416"/>
                  <a:pt x="528" y="1417"/>
                  <a:pt x="527" y="1417"/>
                </a:cubicBezTo>
                <a:cubicBezTo>
                  <a:pt x="530" y="1419"/>
                  <a:pt x="530" y="1418"/>
                  <a:pt x="534" y="1418"/>
                </a:cubicBezTo>
                <a:cubicBezTo>
                  <a:pt x="534" y="1418"/>
                  <a:pt x="534" y="1418"/>
                  <a:pt x="534" y="1418"/>
                </a:cubicBezTo>
                <a:cubicBezTo>
                  <a:pt x="535" y="1418"/>
                  <a:pt x="536" y="1418"/>
                  <a:pt x="537" y="1418"/>
                </a:cubicBezTo>
                <a:cubicBezTo>
                  <a:pt x="537" y="1417"/>
                  <a:pt x="538" y="1416"/>
                  <a:pt x="538" y="1416"/>
                </a:cubicBezTo>
                <a:cubicBezTo>
                  <a:pt x="542" y="1416"/>
                  <a:pt x="542" y="1416"/>
                  <a:pt x="542" y="1416"/>
                </a:cubicBezTo>
                <a:cubicBezTo>
                  <a:pt x="542" y="1416"/>
                  <a:pt x="542" y="1416"/>
                  <a:pt x="542" y="1417"/>
                </a:cubicBezTo>
                <a:cubicBezTo>
                  <a:pt x="548" y="1415"/>
                  <a:pt x="554" y="1414"/>
                  <a:pt x="561" y="1412"/>
                </a:cubicBezTo>
                <a:close/>
                <a:moveTo>
                  <a:pt x="436" y="1416"/>
                </a:moveTo>
                <a:cubicBezTo>
                  <a:pt x="437" y="1416"/>
                  <a:pt x="437" y="1416"/>
                  <a:pt x="437" y="1416"/>
                </a:cubicBezTo>
                <a:cubicBezTo>
                  <a:pt x="463" y="1409"/>
                  <a:pt x="489" y="1403"/>
                  <a:pt x="515" y="1398"/>
                </a:cubicBezTo>
                <a:cubicBezTo>
                  <a:pt x="504" y="1399"/>
                  <a:pt x="504" y="1399"/>
                  <a:pt x="504" y="1399"/>
                </a:cubicBezTo>
                <a:cubicBezTo>
                  <a:pt x="506" y="1397"/>
                  <a:pt x="508" y="1395"/>
                  <a:pt x="509" y="1394"/>
                </a:cubicBezTo>
                <a:cubicBezTo>
                  <a:pt x="515" y="1392"/>
                  <a:pt x="516" y="1398"/>
                  <a:pt x="521" y="1395"/>
                </a:cubicBezTo>
                <a:cubicBezTo>
                  <a:pt x="520" y="1394"/>
                  <a:pt x="518" y="1392"/>
                  <a:pt x="517" y="1391"/>
                </a:cubicBezTo>
                <a:cubicBezTo>
                  <a:pt x="472" y="1399"/>
                  <a:pt x="427" y="1411"/>
                  <a:pt x="383" y="1426"/>
                </a:cubicBezTo>
                <a:cubicBezTo>
                  <a:pt x="379" y="1427"/>
                  <a:pt x="382" y="1433"/>
                  <a:pt x="386" y="1432"/>
                </a:cubicBezTo>
                <a:cubicBezTo>
                  <a:pt x="402" y="1426"/>
                  <a:pt x="419" y="1421"/>
                  <a:pt x="436" y="1417"/>
                </a:cubicBezTo>
                <a:cubicBezTo>
                  <a:pt x="436" y="1417"/>
                  <a:pt x="436" y="1417"/>
                  <a:pt x="436" y="1416"/>
                </a:cubicBezTo>
                <a:close/>
                <a:moveTo>
                  <a:pt x="742" y="1396"/>
                </a:moveTo>
                <a:cubicBezTo>
                  <a:pt x="742" y="1395"/>
                  <a:pt x="742" y="1395"/>
                  <a:pt x="743" y="1394"/>
                </a:cubicBezTo>
                <a:cubicBezTo>
                  <a:pt x="745" y="1393"/>
                  <a:pt x="746" y="1394"/>
                  <a:pt x="747" y="1394"/>
                </a:cubicBezTo>
                <a:cubicBezTo>
                  <a:pt x="750" y="1394"/>
                  <a:pt x="753" y="1393"/>
                  <a:pt x="757" y="1392"/>
                </a:cubicBezTo>
                <a:cubicBezTo>
                  <a:pt x="755" y="1390"/>
                  <a:pt x="753" y="1388"/>
                  <a:pt x="752" y="1386"/>
                </a:cubicBezTo>
                <a:cubicBezTo>
                  <a:pt x="749" y="1387"/>
                  <a:pt x="746" y="1388"/>
                  <a:pt x="743" y="1388"/>
                </a:cubicBezTo>
                <a:cubicBezTo>
                  <a:pt x="742" y="1389"/>
                  <a:pt x="741" y="1391"/>
                  <a:pt x="741" y="1393"/>
                </a:cubicBezTo>
                <a:cubicBezTo>
                  <a:pt x="739" y="1392"/>
                  <a:pt x="737" y="1391"/>
                  <a:pt x="736" y="1390"/>
                </a:cubicBezTo>
                <a:cubicBezTo>
                  <a:pt x="733" y="1391"/>
                  <a:pt x="730" y="1391"/>
                  <a:pt x="727" y="1392"/>
                </a:cubicBezTo>
                <a:cubicBezTo>
                  <a:pt x="727" y="1393"/>
                  <a:pt x="727" y="1394"/>
                  <a:pt x="727" y="1394"/>
                </a:cubicBezTo>
                <a:cubicBezTo>
                  <a:pt x="726" y="1395"/>
                  <a:pt x="724" y="1395"/>
                  <a:pt x="721" y="1394"/>
                </a:cubicBezTo>
                <a:cubicBezTo>
                  <a:pt x="721" y="1394"/>
                  <a:pt x="721" y="1394"/>
                  <a:pt x="721" y="1393"/>
                </a:cubicBezTo>
                <a:cubicBezTo>
                  <a:pt x="713" y="1395"/>
                  <a:pt x="705" y="1397"/>
                  <a:pt x="697" y="1399"/>
                </a:cubicBezTo>
                <a:cubicBezTo>
                  <a:pt x="665" y="1405"/>
                  <a:pt x="634" y="1412"/>
                  <a:pt x="602" y="1419"/>
                </a:cubicBezTo>
                <a:cubicBezTo>
                  <a:pt x="598" y="1423"/>
                  <a:pt x="593" y="1426"/>
                  <a:pt x="588" y="1429"/>
                </a:cubicBezTo>
                <a:cubicBezTo>
                  <a:pt x="586" y="1428"/>
                  <a:pt x="584" y="1428"/>
                  <a:pt x="582" y="1428"/>
                </a:cubicBezTo>
                <a:cubicBezTo>
                  <a:pt x="581" y="1428"/>
                  <a:pt x="581" y="1430"/>
                  <a:pt x="580" y="1431"/>
                </a:cubicBezTo>
                <a:cubicBezTo>
                  <a:pt x="621" y="1421"/>
                  <a:pt x="661" y="1412"/>
                  <a:pt x="702" y="1404"/>
                </a:cubicBezTo>
                <a:cubicBezTo>
                  <a:pt x="715" y="1402"/>
                  <a:pt x="729" y="1399"/>
                  <a:pt x="742" y="1396"/>
                </a:cubicBezTo>
                <a:close/>
                <a:moveTo>
                  <a:pt x="720" y="1396"/>
                </a:moveTo>
                <a:cubicBezTo>
                  <a:pt x="723" y="1396"/>
                  <a:pt x="725" y="1396"/>
                  <a:pt x="726" y="1397"/>
                </a:cubicBezTo>
                <a:cubicBezTo>
                  <a:pt x="720" y="1397"/>
                  <a:pt x="720" y="1397"/>
                  <a:pt x="720" y="1397"/>
                </a:cubicBezTo>
                <a:cubicBezTo>
                  <a:pt x="720" y="1396"/>
                  <a:pt x="720" y="1396"/>
                  <a:pt x="720" y="1396"/>
                </a:cubicBezTo>
                <a:close/>
                <a:moveTo>
                  <a:pt x="780" y="1406"/>
                </a:moveTo>
                <a:cubicBezTo>
                  <a:pt x="788" y="1403"/>
                  <a:pt x="797" y="1399"/>
                  <a:pt x="805" y="1396"/>
                </a:cubicBezTo>
                <a:cubicBezTo>
                  <a:pt x="787" y="1396"/>
                  <a:pt x="787" y="1396"/>
                  <a:pt x="787" y="1396"/>
                </a:cubicBezTo>
                <a:cubicBezTo>
                  <a:pt x="786" y="1396"/>
                  <a:pt x="786" y="1396"/>
                  <a:pt x="785" y="1397"/>
                </a:cubicBezTo>
                <a:cubicBezTo>
                  <a:pt x="770" y="1403"/>
                  <a:pt x="755" y="1409"/>
                  <a:pt x="741" y="1416"/>
                </a:cubicBezTo>
                <a:cubicBezTo>
                  <a:pt x="743" y="1417"/>
                  <a:pt x="744" y="1419"/>
                  <a:pt x="745" y="1421"/>
                </a:cubicBezTo>
                <a:cubicBezTo>
                  <a:pt x="746" y="1421"/>
                  <a:pt x="747" y="1420"/>
                  <a:pt x="747" y="1420"/>
                </a:cubicBezTo>
                <a:cubicBezTo>
                  <a:pt x="746" y="1418"/>
                  <a:pt x="746" y="1416"/>
                  <a:pt x="749" y="1414"/>
                </a:cubicBezTo>
                <a:cubicBezTo>
                  <a:pt x="749" y="1414"/>
                  <a:pt x="748" y="1414"/>
                  <a:pt x="748" y="1414"/>
                </a:cubicBezTo>
                <a:cubicBezTo>
                  <a:pt x="762" y="1414"/>
                  <a:pt x="762" y="1414"/>
                  <a:pt x="762" y="1414"/>
                </a:cubicBezTo>
                <a:cubicBezTo>
                  <a:pt x="768" y="1411"/>
                  <a:pt x="774" y="1409"/>
                  <a:pt x="780" y="1406"/>
                </a:cubicBezTo>
                <a:close/>
                <a:moveTo>
                  <a:pt x="780" y="1393"/>
                </a:moveTo>
                <a:cubicBezTo>
                  <a:pt x="780" y="1392"/>
                  <a:pt x="781" y="1391"/>
                  <a:pt x="781" y="1390"/>
                </a:cubicBezTo>
                <a:cubicBezTo>
                  <a:pt x="779" y="1389"/>
                  <a:pt x="777" y="1389"/>
                  <a:pt x="775" y="1389"/>
                </a:cubicBezTo>
                <a:cubicBezTo>
                  <a:pt x="777" y="1384"/>
                  <a:pt x="773" y="1383"/>
                  <a:pt x="771" y="1381"/>
                </a:cubicBezTo>
                <a:cubicBezTo>
                  <a:pt x="767" y="1383"/>
                  <a:pt x="763" y="1384"/>
                  <a:pt x="758" y="1385"/>
                </a:cubicBezTo>
                <a:cubicBezTo>
                  <a:pt x="761" y="1386"/>
                  <a:pt x="764" y="1388"/>
                  <a:pt x="766" y="1390"/>
                </a:cubicBezTo>
                <a:cubicBezTo>
                  <a:pt x="768" y="1389"/>
                  <a:pt x="770" y="1389"/>
                  <a:pt x="772" y="1388"/>
                </a:cubicBezTo>
                <a:cubicBezTo>
                  <a:pt x="770" y="1389"/>
                  <a:pt x="768" y="1389"/>
                  <a:pt x="767" y="1390"/>
                </a:cubicBezTo>
                <a:cubicBezTo>
                  <a:pt x="769" y="1392"/>
                  <a:pt x="770" y="1393"/>
                  <a:pt x="770" y="1396"/>
                </a:cubicBezTo>
                <a:cubicBezTo>
                  <a:pt x="773" y="1395"/>
                  <a:pt x="777" y="1394"/>
                  <a:pt x="780" y="1393"/>
                </a:cubicBezTo>
                <a:close/>
                <a:moveTo>
                  <a:pt x="780" y="1425"/>
                </a:moveTo>
                <a:cubicBezTo>
                  <a:pt x="783" y="1425"/>
                  <a:pt x="785" y="1425"/>
                  <a:pt x="787" y="1426"/>
                </a:cubicBezTo>
                <a:cubicBezTo>
                  <a:pt x="789" y="1425"/>
                  <a:pt x="791" y="1424"/>
                  <a:pt x="792" y="1424"/>
                </a:cubicBezTo>
                <a:cubicBezTo>
                  <a:pt x="792" y="1422"/>
                  <a:pt x="792" y="1421"/>
                  <a:pt x="793" y="1418"/>
                </a:cubicBezTo>
                <a:cubicBezTo>
                  <a:pt x="794" y="1418"/>
                  <a:pt x="796" y="1417"/>
                  <a:pt x="797" y="1416"/>
                </a:cubicBezTo>
                <a:cubicBezTo>
                  <a:pt x="800" y="1417"/>
                  <a:pt x="801" y="1418"/>
                  <a:pt x="802" y="1419"/>
                </a:cubicBezTo>
                <a:cubicBezTo>
                  <a:pt x="804" y="1419"/>
                  <a:pt x="805" y="1418"/>
                  <a:pt x="807" y="1417"/>
                </a:cubicBezTo>
                <a:cubicBezTo>
                  <a:pt x="805" y="1417"/>
                  <a:pt x="805" y="1415"/>
                  <a:pt x="805" y="1413"/>
                </a:cubicBezTo>
                <a:cubicBezTo>
                  <a:pt x="816" y="1413"/>
                  <a:pt x="816" y="1413"/>
                  <a:pt x="816" y="1413"/>
                </a:cubicBezTo>
                <a:cubicBezTo>
                  <a:pt x="829" y="1407"/>
                  <a:pt x="843" y="1401"/>
                  <a:pt x="858" y="1395"/>
                </a:cubicBezTo>
                <a:cubicBezTo>
                  <a:pt x="840" y="1396"/>
                  <a:pt x="840" y="1396"/>
                  <a:pt x="840" y="1396"/>
                </a:cubicBezTo>
                <a:cubicBezTo>
                  <a:pt x="826" y="1401"/>
                  <a:pt x="812" y="1407"/>
                  <a:pt x="799" y="1413"/>
                </a:cubicBezTo>
                <a:cubicBezTo>
                  <a:pt x="804" y="1413"/>
                  <a:pt x="804" y="1413"/>
                  <a:pt x="804" y="1413"/>
                </a:cubicBezTo>
                <a:cubicBezTo>
                  <a:pt x="804" y="1414"/>
                  <a:pt x="803" y="1415"/>
                  <a:pt x="803" y="1415"/>
                </a:cubicBezTo>
                <a:cubicBezTo>
                  <a:pt x="800" y="1415"/>
                  <a:pt x="799" y="1415"/>
                  <a:pt x="798" y="1414"/>
                </a:cubicBezTo>
                <a:cubicBezTo>
                  <a:pt x="794" y="1416"/>
                  <a:pt x="790" y="1417"/>
                  <a:pt x="786" y="1419"/>
                </a:cubicBezTo>
                <a:cubicBezTo>
                  <a:pt x="785" y="1420"/>
                  <a:pt x="784" y="1421"/>
                  <a:pt x="783" y="1421"/>
                </a:cubicBezTo>
                <a:cubicBezTo>
                  <a:pt x="783" y="1421"/>
                  <a:pt x="782" y="1421"/>
                  <a:pt x="782" y="1421"/>
                </a:cubicBezTo>
                <a:cubicBezTo>
                  <a:pt x="779" y="1423"/>
                  <a:pt x="775" y="1424"/>
                  <a:pt x="771" y="1426"/>
                </a:cubicBezTo>
                <a:cubicBezTo>
                  <a:pt x="772" y="1427"/>
                  <a:pt x="772" y="1427"/>
                  <a:pt x="772" y="1428"/>
                </a:cubicBezTo>
                <a:cubicBezTo>
                  <a:pt x="771" y="1427"/>
                  <a:pt x="770" y="1427"/>
                  <a:pt x="769" y="1427"/>
                </a:cubicBezTo>
                <a:cubicBezTo>
                  <a:pt x="734" y="1444"/>
                  <a:pt x="699" y="1462"/>
                  <a:pt x="665" y="1480"/>
                </a:cubicBezTo>
                <a:cubicBezTo>
                  <a:pt x="661" y="1482"/>
                  <a:pt x="663" y="1489"/>
                  <a:pt x="667" y="1487"/>
                </a:cubicBezTo>
                <a:cubicBezTo>
                  <a:pt x="703" y="1467"/>
                  <a:pt x="740" y="1448"/>
                  <a:pt x="777" y="1431"/>
                </a:cubicBezTo>
                <a:cubicBezTo>
                  <a:pt x="778" y="1429"/>
                  <a:pt x="779" y="1427"/>
                  <a:pt x="780" y="1425"/>
                </a:cubicBezTo>
                <a:close/>
                <a:moveTo>
                  <a:pt x="875" y="1389"/>
                </a:moveTo>
                <a:cubicBezTo>
                  <a:pt x="876" y="1388"/>
                  <a:pt x="877" y="1387"/>
                  <a:pt x="878" y="1386"/>
                </a:cubicBezTo>
                <a:cubicBezTo>
                  <a:pt x="878" y="1386"/>
                  <a:pt x="879" y="1387"/>
                  <a:pt x="879" y="1387"/>
                </a:cubicBezTo>
                <a:cubicBezTo>
                  <a:pt x="880" y="1387"/>
                  <a:pt x="881" y="1386"/>
                  <a:pt x="882" y="1386"/>
                </a:cubicBezTo>
                <a:cubicBezTo>
                  <a:pt x="881" y="1382"/>
                  <a:pt x="876" y="1384"/>
                  <a:pt x="870" y="1384"/>
                </a:cubicBezTo>
                <a:cubicBezTo>
                  <a:pt x="870" y="1386"/>
                  <a:pt x="869" y="1388"/>
                  <a:pt x="869" y="1390"/>
                </a:cubicBezTo>
                <a:cubicBezTo>
                  <a:pt x="866" y="1390"/>
                  <a:pt x="867" y="1388"/>
                  <a:pt x="864" y="1388"/>
                </a:cubicBezTo>
                <a:cubicBezTo>
                  <a:pt x="865" y="1389"/>
                  <a:pt x="866" y="1391"/>
                  <a:pt x="866" y="1392"/>
                </a:cubicBezTo>
                <a:cubicBezTo>
                  <a:pt x="869" y="1391"/>
                  <a:pt x="872" y="1390"/>
                  <a:pt x="875" y="1389"/>
                </a:cubicBezTo>
                <a:close/>
                <a:moveTo>
                  <a:pt x="159" y="77"/>
                </a:moveTo>
                <a:cubicBezTo>
                  <a:pt x="211" y="67"/>
                  <a:pt x="264" y="61"/>
                  <a:pt x="317" y="56"/>
                </a:cubicBezTo>
                <a:cubicBezTo>
                  <a:pt x="413" y="46"/>
                  <a:pt x="514" y="42"/>
                  <a:pt x="609" y="61"/>
                </a:cubicBezTo>
                <a:cubicBezTo>
                  <a:pt x="614" y="62"/>
                  <a:pt x="615" y="56"/>
                  <a:pt x="610" y="55"/>
                </a:cubicBezTo>
                <a:cubicBezTo>
                  <a:pt x="578" y="48"/>
                  <a:pt x="544" y="44"/>
                  <a:pt x="510" y="42"/>
                </a:cubicBezTo>
                <a:cubicBezTo>
                  <a:pt x="510" y="43"/>
                  <a:pt x="510" y="43"/>
                  <a:pt x="510" y="44"/>
                </a:cubicBezTo>
                <a:cubicBezTo>
                  <a:pt x="506" y="44"/>
                  <a:pt x="506" y="44"/>
                  <a:pt x="506" y="44"/>
                </a:cubicBezTo>
                <a:cubicBezTo>
                  <a:pt x="506" y="43"/>
                  <a:pt x="506" y="43"/>
                  <a:pt x="504" y="43"/>
                </a:cubicBezTo>
                <a:cubicBezTo>
                  <a:pt x="504" y="43"/>
                  <a:pt x="505" y="42"/>
                  <a:pt x="505" y="42"/>
                </a:cubicBezTo>
                <a:cubicBezTo>
                  <a:pt x="502" y="42"/>
                  <a:pt x="500" y="42"/>
                  <a:pt x="498" y="42"/>
                </a:cubicBezTo>
                <a:cubicBezTo>
                  <a:pt x="498" y="43"/>
                  <a:pt x="498" y="43"/>
                  <a:pt x="498" y="44"/>
                </a:cubicBezTo>
                <a:cubicBezTo>
                  <a:pt x="497" y="44"/>
                  <a:pt x="497" y="44"/>
                  <a:pt x="497" y="44"/>
                </a:cubicBezTo>
                <a:cubicBezTo>
                  <a:pt x="493" y="42"/>
                  <a:pt x="488" y="42"/>
                  <a:pt x="485" y="44"/>
                </a:cubicBezTo>
                <a:cubicBezTo>
                  <a:pt x="477" y="44"/>
                  <a:pt x="477" y="44"/>
                  <a:pt x="477" y="44"/>
                </a:cubicBezTo>
                <a:cubicBezTo>
                  <a:pt x="476" y="43"/>
                  <a:pt x="476" y="42"/>
                  <a:pt x="475" y="42"/>
                </a:cubicBezTo>
                <a:cubicBezTo>
                  <a:pt x="476" y="42"/>
                  <a:pt x="476" y="41"/>
                  <a:pt x="476" y="41"/>
                </a:cubicBezTo>
                <a:cubicBezTo>
                  <a:pt x="472" y="41"/>
                  <a:pt x="468" y="41"/>
                  <a:pt x="464" y="41"/>
                </a:cubicBezTo>
                <a:cubicBezTo>
                  <a:pt x="464" y="41"/>
                  <a:pt x="464" y="41"/>
                  <a:pt x="464" y="41"/>
                </a:cubicBezTo>
                <a:cubicBezTo>
                  <a:pt x="462" y="42"/>
                  <a:pt x="460" y="42"/>
                  <a:pt x="457" y="42"/>
                </a:cubicBezTo>
                <a:cubicBezTo>
                  <a:pt x="457" y="42"/>
                  <a:pt x="457" y="41"/>
                  <a:pt x="457" y="41"/>
                </a:cubicBezTo>
                <a:cubicBezTo>
                  <a:pt x="451" y="41"/>
                  <a:pt x="445" y="41"/>
                  <a:pt x="438" y="41"/>
                </a:cubicBezTo>
                <a:cubicBezTo>
                  <a:pt x="438" y="42"/>
                  <a:pt x="437" y="43"/>
                  <a:pt x="436" y="44"/>
                </a:cubicBezTo>
                <a:cubicBezTo>
                  <a:pt x="422" y="44"/>
                  <a:pt x="422" y="44"/>
                  <a:pt x="422" y="44"/>
                </a:cubicBezTo>
                <a:cubicBezTo>
                  <a:pt x="422" y="44"/>
                  <a:pt x="422" y="43"/>
                  <a:pt x="422" y="42"/>
                </a:cubicBezTo>
                <a:cubicBezTo>
                  <a:pt x="419" y="42"/>
                  <a:pt x="416" y="42"/>
                  <a:pt x="412" y="42"/>
                </a:cubicBezTo>
                <a:cubicBezTo>
                  <a:pt x="413" y="43"/>
                  <a:pt x="415" y="43"/>
                  <a:pt x="415" y="44"/>
                </a:cubicBezTo>
                <a:cubicBezTo>
                  <a:pt x="403" y="45"/>
                  <a:pt x="403" y="45"/>
                  <a:pt x="403" y="45"/>
                </a:cubicBezTo>
                <a:cubicBezTo>
                  <a:pt x="403" y="44"/>
                  <a:pt x="404" y="44"/>
                  <a:pt x="404" y="44"/>
                </a:cubicBezTo>
                <a:cubicBezTo>
                  <a:pt x="404" y="43"/>
                  <a:pt x="404" y="43"/>
                  <a:pt x="403" y="43"/>
                </a:cubicBezTo>
                <a:cubicBezTo>
                  <a:pt x="403" y="43"/>
                  <a:pt x="402" y="43"/>
                  <a:pt x="402" y="43"/>
                </a:cubicBezTo>
                <a:cubicBezTo>
                  <a:pt x="402" y="43"/>
                  <a:pt x="401" y="43"/>
                  <a:pt x="401" y="43"/>
                </a:cubicBezTo>
                <a:cubicBezTo>
                  <a:pt x="401" y="43"/>
                  <a:pt x="401" y="44"/>
                  <a:pt x="401" y="45"/>
                </a:cubicBezTo>
                <a:cubicBezTo>
                  <a:pt x="365" y="45"/>
                  <a:pt x="365" y="45"/>
                  <a:pt x="365" y="45"/>
                </a:cubicBezTo>
                <a:cubicBezTo>
                  <a:pt x="350" y="46"/>
                  <a:pt x="335" y="47"/>
                  <a:pt x="320" y="49"/>
                </a:cubicBezTo>
                <a:cubicBezTo>
                  <a:pt x="275" y="53"/>
                  <a:pt x="230" y="58"/>
                  <a:pt x="186" y="66"/>
                </a:cubicBezTo>
                <a:cubicBezTo>
                  <a:pt x="186" y="68"/>
                  <a:pt x="185" y="70"/>
                  <a:pt x="182" y="70"/>
                </a:cubicBezTo>
                <a:cubicBezTo>
                  <a:pt x="182" y="69"/>
                  <a:pt x="181" y="68"/>
                  <a:pt x="181" y="67"/>
                </a:cubicBezTo>
                <a:cubicBezTo>
                  <a:pt x="174" y="68"/>
                  <a:pt x="166" y="69"/>
                  <a:pt x="159" y="71"/>
                </a:cubicBezTo>
                <a:cubicBezTo>
                  <a:pt x="155" y="71"/>
                  <a:pt x="155" y="78"/>
                  <a:pt x="159" y="77"/>
                </a:cubicBezTo>
                <a:close/>
                <a:moveTo>
                  <a:pt x="458" y="43"/>
                </a:moveTo>
                <a:cubicBezTo>
                  <a:pt x="462" y="43"/>
                  <a:pt x="465" y="43"/>
                  <a:pt x="468" y="43"/>
                </a:cubicBezTo>
                <a:cubicBezTo>
                  <a:pt x="468" y="44"/>
                  <a:pt x="468" y="44"/>
                  <a:pt x="468" y="44"/>
                </a:cubicBezTo>
                <a:cubicBezTo>
                  <a:pt x="458" y="44"/>
                  <a:pt x="458" y="44"/>
                  <a:pt x="458" y="44"/>
                </a:cubicBezTo>
                <a:cubicBezTo>
                  <a:pt x="458" y="44"/>
                  <a:pt x="458" y="43"/>
                  <a:pt x="458" y="43"/>
                </a:cubicBezTo>
                <a:close/>
                <a:moveTo>
                  <a:pt x="774" y="1455"/>
                </a:moveTo>
                <a:cubicBezTo>
                  <a:pt x="774" y="1455"/>
                  <a:pt x="774" y="1454"/>
                  <a:pt x="774" y="1454"/>
                </a:cubicBezTo>
                <a:cubicBezTo>
                  <a:pt x="774" y="1454"/>
                  <a:pt x="774" y="1454"/>
                  <a:pt x="773" y="1455"/>
                </a:cubicBezTo>
                <a:cubicBezTo>
                  <a:pt x="774" y="1455"/>
                  <a:pt x="774" y="1455"/>
                  <a:pt x="774" y="1455"/>
                </a:cubicBezTo>
                <a:close/>
                <a:moveTo>
                  <a:pt x="778" y="1452"/>
                </a:moveTo>
                <a:cubicBezTo>
                  <a:pt x="777" y="1453"/>
                  <a:pt x="776" y="1453"/>
                  <a:pt x="774" y="1454"/>
                </a:cubicBezTo>
                <a:cubicBezTo>
                  <a:pt x="776" y="1454"/>
                  <a:pt x="778" y="1455"/>
                  <a:pt x="778" y="1452"/>
                </a:cubicBezTo>
                <a:close/>
                <a:moveTo>
                  <a:pt x="697" y="1314"/>
                </a:moveTo>
                <a:cubicBezTo>
                  <a:pt x="702" y="1317"/>
                  <a:pt x="708" y="1312"/>
                  <a:pt x="709" y="1313"/>
                </a:cubicBezTo>
                <a:cubicBezTo>
                  <a:pt x="711" y="1313"/>
                  <a:pt x="712" y="1313"/>
                  <a:pt x="714" y="1313"/>
                </a:cubicBezTo>
                <a:cubicBezTo>
                  <a:pt x="713" y="1310"/>
                  <a:pt x="715" y="1307"/>
                  <a:pt x="719" y="1309"/>
                </a:cubicBezTo>
                <a:cubicBezTo>
                  <a:pt x="719" y="1308"/>
                  <a:pt x="719" y="1308"/>
                  <a:pt x="718" y="1307"/>
                </a:cubicBezTo>
                <a:cubicBezTo>
                  <a:pt x="742" y="1307"/>
                  <a:pt x="742" y="1307"/>
                  <a:pt x="742" y="1307"/>
                </a:cubicBezTo>
                <a:cubicBezTo>
                  <a:pt x="748" y="1305"/>
                  <a:pt x="754" y="1304"/>
                  <a:pt x="761" y="1302"/>
                </a:cubicBezTo>
                <a:cubicBezTo>
                  <a:pt x="765" y="1301"/>
                  <a:pt x="762" y="1294"/>
                  <a:pt x="758" y="1296"/>
                </a:cubicBezTo>
                <a:cubicBezTo>
                  <a:pt x="741" y="1300"/>
                  <a:pt x="724" y="1304"/>
                  <a:pt x="707" y="1307"/>
                </a:cubicBezTo>
                <a:cubicBezTo>
                  <a:pt x="710" y="1307"/>
                  <a:pt x="710" y="1307"/>
                  <a:pt x="710" y="1307"/>
                </a:cubicBezTo>
                <a:cubicBezTo>
                  <a:pt x="709" y="1309"/>
                  <a:pt x="708" y="1311"/>
                  <a:pt x="706" y="1311"/>
                </a:cubicBezTo>
                <a:cubicBezTo>
                  <a:pt x="705" y="1310"/>
                  <a:pt x="705" y="1309"/>
                  <a:pt x="705" y="1308"/>
                </a:cubicBezTo>
                <a:cubicBezTo>
                  <a:pt x="703" y="1308"/>
                  <a:pt x="701" y="1308"/>
                  <a:pt x="699" y="1308"/>
                </a:cubicBezTo>
                <a:cubicBezTo>
                  <a:pt x="698" y="1310"/>
                  <a:pt x="698" y="1310"/>
                  <a:pt x="696" y="1311"/>
                </a:cubicBezTo>
                <a:cubicBezTo>
                  <a:pt x="696" y="1310"/>
                  <a:pt x="695" y="1310"/>
                  <a:pt x="694" y="1309"/>
                </a:cubicBezTo>
                <a:cubicBezTo>
                  <a:pt x="693" y="1309"/>
                  <a:pt x="691" y="1310"/>
                  <a:pt x="690" y="1310"/>
                </a:cubicBezTo>
                <a:cubicBezTo>
                  <a:pt x="689" y="1312"/>
                  <a:pt x="688" y="1314"/>
                  <a:pt x="686" y="1314"/>
                </a:cubicBezTo>
                <a:cubicBezTo>
                  <a:pt x="686" y="1314"/>
                  <a:pt x="686" y="1316"/>
                  <a:pt x="687" y="1317"/>
                </a:cubicBezTo>
                <a:cubicBezTo>
                  <a:pt x="690" y="1317"/>
                  <a:pt x="692" y="1316"/>
                  <a:pt x="695" y="1316"/>
                </a:cubicBezTo>
                <a:cubicBezTo>
                  <a:pt x="696" y="1315"/>
                  <a:pt x="696" y="1314"/>
                  <a:pt x="697" y="1314"/>
                </a:cubicBezTo>
                <a:close/>
                <a:moveTo>
                  <a:pt x="779" y="1452"/>
                </a:moveTo>
                <a:cubicBezTo>
                  <a:pt x="781" y="1453"/>
                  <a:pt x="783" y="1454"/>
                  <a:pt x="784" y="1457"/>
                </a:cubicBezTo>
                <a:cubicBezTo>
                  <a:pt x="800" y="1448"/>
                  <a:pt x="817" y="1439"/>
                  <a:pt x="834" y="1431"/>
                </a:cubicBezTo>
                <a:cubicBezTo>
                  <a:pt x="818" y="1431"/>
                  <a:pt x="818" y="1431"/>
                  <a:pt x="818" y="1431"/>
                </a:cubicBezTo>
                <a:cubicBezTo>
                  <a:pt x="805" y="1438"/>
                  <a:pt x="792" y="1445"/>
                  <a:pt x="779" y="1452"/>
                </a:cubicBezTo>
                <a:close/>
                <a:moveTo>
                  <a:pt x="769" y="1464"/>
                </a:moveTo>
                <a:cubicBezTo>
                  <a:pt x="770" y="1464"/>
                  <a:pt x="771" y="1464"/>
                  <a:pt x="772" y="1463"/>
                </a:cubicBezTo>
                <a:cubicBezTo>
                  <a:pt x="770" y="1461"/>
                  <a:pt x="768" y="1460"/>
                  <a:pt x="766" y="1458"/>
                </a:cubicBezTo>
                <a:cubicBezTo>
                  <a:pt x="763" y="1461"/>
                  <a:pt x="765" y="1467"/>
                  <a:pt x="769" y="1464"/>
                </a:cubicBezTo>
                <a:close/>
                <a:moveTo>
                  <a:pt x="266" y="30"/>
                </a:moveTo>
                <a:cubicBezTo>
                  <a:pt x="315" y="28"/>
                  <a:pt x="315" y="28"/>
                  <a:pt x="315" y="28"/>
                </a:cubicBezTo>
                <a:cubicBezTo>
                  <a:pt x="315" y="28"/>
                  <a:pt x="315" y="27"/>
                  <a:pt x="315" y="27"/>
                </a:cubicBezTo>
                <a:cubicBezTo>
                  <a:pt x="326" y="27"/>
                  <a:pt x="326" y="27"/>
                  <a:pt x="326" y="27"/>
                </a:cubicBezTo>
                <a:cubicBezTo>
                  <a:pt x="326" y="27"/>
                  <a:pt x="326" y="28"/>
                  <a:pt x="326" y="28"/>
                </a:cubicBezTo>
                <a:cubicBezTo>
                  <a:pt x="391" y="26"/>
                  <a:pt x="391" y="26"/>
                  <a:pt x="391" y="26"/>
                </a:cubicBezTo>
                <a:cubicBezTo>
                  <a:pt x="391" y="27"/>
                  <a:pt x="391" y="27"/>
                  <a:pt x="392" y="28"/>
                </a:cubicBezTo>
                <a:cubicBezTo>
                  <a:pt x="395" y="28"/>
                  <a:pt x="399" y="28"/>
                  <a:pt x="403" y="28"/>
                </a:cubicBezTo>
                <a:cubicBezTo>
                  <a:pt x="403" y="27"/>
                  <a:pt x="403" y="27"/>
                  <a:pt x="403" y="26"/>
                </a:cubicBezTo>
                <a:cubicBezTo>
                  <a:pt x="415" y="26"/>
                  <a:pt x="415" y="26"/>
                  <a:pt x="415" y="26"/>
                </a:cubicBezTo>
                <a:cubicBezTo>
                  <a:pt x="415" y="26"/>
                  <a:pt x="415" y="27"/>
                  <a:pt x="414" y="27"/>
                </a:cubicBezTo>
                <a:cubicBezTo>
                  <a:pt x="414" y="27"/>
                  <a:pt x="414" y="27"/>
                  <a:pt x="414" y="28"/>
                </a:cubicBezTo>
                <a:cubicBezTo>
                  <a:pt x="416" y="28"/>
                  <a:pt x="418" y="28"/>
                  <a:pt x="421" y="28"/>
                </a:cubicBezTo>
                <a:cubicBezTo>
                  <a:pt x="421" y="27"/>
                  <a:pt x="421" y="27"/>
                  <a:pt x="421" y="26"/>
                </a:cubicBezTo>
                <a:cubicBezTo>
                  <a:pt x="434" y="26"/>
                  <a:pt x="434" y="26"/>
                  <a:pt x="434" y="26"/>
                </a:cubicBezTo>
                <a:cubicBezTo>
                  <a:pt x="434" y="27"/>
                  <a:pt x="434" y="27"/>
                  <a:pt x="435" y="28"/>
                </a:cubicBezTo>
                <a:cubicBezTo>
                  <a:pt x="460" y="28"/>
                  <a:pt x="486" y="29"/>
                  <a:pt x="511" y="31"/>
                </a:cubicBezTo>
                <a:cubicBezTo>
                  <a:pt x="511" y="29"/>
                  <a:pt x="511" y="27"/>
                  <a:pt x="513" y="27"/>
                </a:cubicBezTo>
                <a:cubicBezTo>
                  <a:pt x="512" y="26"/>
                  <a:pt x="511" y="26"/>
                  <a:pt x="510" y="25"/>
                </a:cubicBezTo>
                <a:cubicBezTo>
                  <a:pt x="518" y="25"/>
                  <a:pt x="518" y="25"/>
                  <a:pt x="518" y="25"/>
                </a:cubicBezTo>
                <a:cubicBezTo>
                  <a:pt x="435" y="18"/>
                  <a:pt x="350" y="20"/>
                  <a:pt x="266" y="30"/>
                </a:cubicBezTo>
                <a:close/>
                <a:moveTo>
                  <a:pt x="444" y="26"/>
                </a:moveTo>
                <a:cubicBezTo>
                  <a:pt x="444" y="26"/>
                  <a:pt x="444" y="26"/>
                  <a:pt x="444" y="26"/>
                </a:cubicBezTo>
                <a:cubicBezTo>
                  <a:pt x="452" y="26"/>
                  <a:pt x="452" y="26"/>
                  <a:pt x="452" y="26"/>
                </a:cubicBezTo>
                <a:cubicBezTo>
                  <a:pt x="451" y="28"/>
                  <a:pt x="445" y="27"/>
                  <a:pt x="444" y="26"/>
                </a:cubicBezTo>
                <a:close/>
                <a:moveTo>
                  <a:pt x="462" y="28"/>
                </a:moveTo>
                <a:cubicBezTo>
                  <a:pt x="459" y="28"/>
                  <a:pt x="458" y="27"/>
                  <a:pt x="456" y="27"/>
                </a:cubicBezTo>
                <a:cubicBezTo>
                  <a:pt x="456" y="26"/>
                  <a:pt x="456" y="26"/>
                  <a:pt x="456" y="26"/>
                </a:cubicBezTo>
                <a:cubicBezTo>
                  <a:pt x="463" y="26"/>
                  <a:pt x="463" y="26"/>
                  <a:pt x="463" y="26"/>
                </a:cubicBezTo>
                <a:cubicBezTo>
                  <a:pt x="463" y="26"/>
                  <a:pt x="463" y="27"/>
                  <a:pt x="462" y="28"/>
                </a:cubicBezTo>
                <a:close/>
                <a:moveTo>
                  <a:pt x="500" y="28"/>
                </a:moveTo>
                <a:cubicBezTo>
                  <a:pt x="498" y="29"/>
                  <a:pt x="492" y="30"/>
                  <a:pt x="490" y="28"/>
                </a:cubicBezTo>
                <a:cubicBezTo>
                  <a:pt x="490" y="27"/>
                  <a:pt x="490" y="26"/>
                  <a:pt x="490" y="25"/>
                </a:cubicBezTo>
                <a:cubicBezTo>
                  <a:pt x="501" y="25"/>
                  <a:pt x="501" y="25"/>
                  <a:pt x="501" y="25"/>
                </a:cubicBezTo>
                <a:cubicBezTo>
                  <a:pt x="501" y="26"/>
                  <a:pt x="501" y="27"/>
                  <a:pt x="500" y="28"/>
                </a:cubicBezTo>
                <a:close/>
                <a:moveTo>
                  <a:pt x="242" y="21"/>
                </a:moveTo>
                <a:cubicBezTo>
                  <a:pt x="272" y="16"/>
                  <a:pt x="303" y="12"/>
                  <a:pt x="334" y="9"/>
                </a:cubicBezTo>
                <a:cubicBezTo>
                  <a:pt x="318" y="10"/>
                  <a:pt x="318" y="10"/>
                  <a:pt x="318" y="10"/>
                </a:cubicBezTo>
                <a:cubicBezTo>
                  <a:pt x="318" y="9"/>
                  <a:pt x="317" y="8"/>
                  <a:pt x="317" y="7"/>
                </a:cubicBezTo>
                <a:cubicBezTo>
                  <a:pt x="313" y="7"/>
                  <a:pt x="310" y="7"/>
                  <a:pt x="307" y="7"/>
                </a:cubicBezTo>
                <a:cubicBezTo>
                  <a:pt x="307" y="6"/>
                  <a:pt x="307" y="6"/>
                  <a:pt x="307" y="5"/>
                </a:cubicBezTo>
                <a:cubicBezTo>
                  <a:pt x="303" y="6"/>
                  <a:pt x="300" y="6"/>
                  <a:pt x="297" y="6"/>
                </a:cubicBezTo>
                <a:cubicBezTo>
                  <a:pt x="297" y="7"/>
                  <a:pt x="296" y="8"/>
                  <a:pt x="296" y="9"/>
                </a:cubicBezTo>
                <a:cubicBezTo>
                  <a:pt x="294" y="9"/>
                  <a:pt x="291" y="9"/>
                  <a:pt x="289" y="9"/>
                </a:cubicBezTo>
                <a:cubicBezTo>
                  <a:pt x="289" y="9"/>
                  <a:pt x="289" y="8"/>
                  <a:pt x="289" y="7"/>
                </a:cubicBezTo>
                <a:cubicBezTo>
                  <a:pt x="288" y="7"/>
                  <a:pt x="288" y="7"/>
                  <a:pt x="287" y="7"/>
                </a:cubicBezTo>
                <a:cubicBezTo>
                  <a:pt x="287" y="8"/>
                  <a:pt x="286" y="8"/>
                  <a:pt x="285" y="8"/>
                </a:cubicBezTo>
                <a:cubicBezTo>
                  <a:pt x="285" y="8"/>
                  <a:pt x="285" y="8"/>
                  <a:pt x="284" y="8"/>
                </a:cubicBezTo>
                <a:cubicBezTo>
                  <a:pt x="270" y="10"/>
                  <a:pt x="255" y="12"/>
                  <a:pt x="241" y="14"/>
                </a:cubicBezTo>
                <a:cubicBezTo>
                  <a:pt x="237" y="15"/>
                  <a:pt x="237" y="22"/>
                  <a:pt x="242" y="21"/>
                </a:cubicBezTo>
                <a:close/>
                <a:moveTo>
                  <a:pt x="795" y="1350"/>
                </a:moveTo>
                <a:cubicBezTo>
                  <a:pt x="796" y="1348"/>
                  <a:pt x="797" y="1346"/>
                  <a:pt x="796" y="1345"/>
                </a:cubicBezTo>
                <a:cubicBezTo>
                  <a:pt x="795" y="1345"/>
                  <a:pt x="794" y="1345"/>
                  <a:pt x="793" y="1346"/>
                </a:cubicBezTo>
                <a:cubicBezTo>
                  <a:pt x="792" y="1347"/>
                  <a:pt x="792" y="1348"/>
                  <a:pt x="792" y="1349"/>
                </a:cubicBezTo>
                <a:cubicBezTo>
                  <a:pt x="793" y="1349"/>
                  <a:pt x="794" y="1350"/>
                  <a:pt x="795" y="1350"/>
                </a:cubicBezTo>
                <a:close/>
                <a:moveTo>
                  <a:pt x="566" y="1323"/>
                </a:moveTo>
                <a:cubicBezTo>
                  <a:pt x="572" y="1323"/>
                  <a:pt x="577" y="1323"/>
                  <a:pt x="583" y="1323"/>
                </a:cubicBezTo>
                <a:cubicBezTo>
                  <a:pt x="583" y="1321"/>
                  <a:pt x="584" y="1320"/>
                  <a:pt x="583" y="1319"/>
                </a:cubicBezTo>
                <a:cubicBezTo>
                  <a:pt x="581" y="1320"/>
                  <a:pt x="579" y="1321"/>
                  <a:pt x="576" y="1319"/>
                </a:cubicBezTo>
                <a:cubicBezTo>
                  <a:pt x="575" y="1319"/>
                  <a:pt x="574" y="1317"/>
                  <a:pt x="574" y="1316"/>
                </a:cubicBezTo>
                <a:cubicBezTo>
                  <a:pt x="567" y="1316"/>
                  <a:pt x="560" y="1316"/>
                  <a:pt x="553" y="1316"/>
                </a:cubicBezTo>
                <a:cubicBezTo>
                  <a:pt x="554" y="1317"/>
                  <a:pt x="553" y="1319"/>
                  <a:pt x="551" y="1322"/>
                </a:cubicBezTo>
                <a:cubicBezTo>
                  <a:pt x="543" y="1320"/>
                  <a:pt x="544" y="1318"/>
                  <a:pt x="547" y="1316"/>
                </a:cubicBezTo>
                <a:cubicBezTo>
                  <a:pt x="543" y="1316"/>
                  <a:pt x="540" y="1316"/>
                  <a:pt x="537" y="1316"/>
                </a:cubicBezTo>
                <a:cubicBezTo>
                  <a:pt x="539" y="1317"/>
                  <a:pt x="540" y="1319"/>
                  <a:pt x="538" y="1321"/>
                </a:cubicBezTo>
                <a:cubicBezTo>
                  <a:pt x="537" y="1323"/>
                  <a:pt x="533" y="1320"/>
                  <a:pt x="532" y="1322"/>
                </a:cubicBezTo>
                <a:cubicBezTo>
                  <a:pt x="532" y="1322"/>
                  <a:pt x="532" y="1322"/>
                  <a:pt x="532" y="1322"/>
                </a:cubicBezTo>
                <a:cubicBezTo>
                  <a:pt x="542" y="1323"/>
                  <a:pt x="552" y="1323"/>
                  <a:pt x="562" y="1323"/>
                </a:cubicBezTo>
                <a:cubicBezTo>
                  <a:pt x="561" y="1322"/>
                  <a:pt x="561" y="1322"/>
                  <a:pt x="562" y="1321"/>
                </a:cubicBezTo>
                <a:cubicBezTo>
                  <a:pt x="563" y="1320"/>
                  <a:pt x="567" y="1319"/>
                  <a:pt x="568" y="1321"/>
                </a:cubicBezTo>
                <a:cubicBezTo>
                  <a:pt x="567" y="1322"/>
                  <a:pt x="567" y="1322"/>
                  <a:pt x="566" y="1323"/>
                </a:cubicBezTo>
                <a:close/>
                <a:moveTo>
                  <a:pt x="392" y="1328"/>
                </a:moveTo>
                <a:cubicBezTo>
                  <a:pt x="387" y="1328"/>
                  <a:pt x="387" y="1328"/>
                  <a:pt x="387" y="1328"/>
                </a:cubicBezTo>
                <a:cubicBezTo>
                  <a:pt x="390" y="1326"/>
                  <a:pt x="394" y="1326"/>
                  <a:pt x="397" y="1327"/>
                </a:cubicBezTo>
                <a:cubicBezTo>
                  <a:pt x="418" y="1322"/>
                  <a:pt x="439" y="1320"/>
                  <a:pt x="461" y="1320"/>
                </a:cubicBezTo>
                <a:cubicBezTo>
                  <a:pt x="461" y="1319"/>
                  <a:pt x="460" y="1317"/>
                  <a:pt x="459" y="1316"/>
                </a:cubicBezTo>
                <a:cubicBezTo>
                  <a:pt x="456" y="1317"/>
                  <a:pt x="454" y="1320"/>
                  <a:pt x="449" y="1319"/>
                </a:cubicBezTo>
                <a:cubicBezTo>
                  <a:pt x="447" y="1318"/>
                  <a:pt x="447" y="1316"/>
                  <a:pt x="447" y="1313"/>
                </a:cubicBezTo>
                <a:cubicBezTo>
                  <a:pt x="447" y="1313"/>
                  <a:pt x="447" y="1313"/>
                  <a:pt x="447" y="1313"/>
                </a:cubicBezTo>
                <a:cubicBezTo>
                  <a:pt x="420" y="1314"/>
                  <a:pt x="392" y="1319"/>
                  <a:pt x="365" y="1328"/>
                </a:cubicBezTo>
                <a:cubicBezTo>
                  <a:pt x="365" y="1328"/>
                  <a:pt x="365" y="1328"/>
                  <a:pt x="365" y="1328"/>
                </a:cubicBezTo>
                <a:cubicBezTo>
                  <a:pt x="364" y="1328"/>
                  <a:pt x="364" y="1328"/>
                  <a:pt x="364" y="1328"/>
                </a:cubicBezTo>
                <a:cubicBezTo>
                  <a:pt x="343" y="1336"/>
                  <a:pt x="322" y="1345"/>
                  <a:pt x="302" y="1356"/>
                </a:cubicBezTo>
                <a:cubicBezTo>
                  <a:pt x="303" y="1358"/>
                  <a:pt x="301" y="1361"/>
                  <a:pt x="299" y="1361"/>
                </a:cubicBezTo>
                <a:cubicBezTo>
                  <a:pt x="298" y="1361"/>
                  <a:pt x="298" y="1360"/>
                  <a:pt x="298" y="1358"/>
                </a:cubicBezTo>
                <a:cubicBezTo>
                  <a:pt x="296" y="1360"/>
                  <a:pt x="293" y="1362"/>
                  <a:pt x="290" y="1363"/>
                </a:cubicBezTo>
                <a:cubicBezTo>
                  <a:pt x="286" y="1366"/>
                  <a:pt x="290" y="1371"/>
                  <a:pt x="294" y="1369"/>
                </a:cubicBezTo>
                <a:cubicBezTo>
                  <a:pt x="313" y="1357"/>
                  <a:pt x="333" y="1348"/>
                  <a:pt x="353" y="1340"/>
                </a:cubicBezTo>
                <a:cubicBezTo>
                  <a:pt x="366" y="1335"/>
                  <a:pt x="379" y="1331"/>
                  <a:pt x="392" y="1328"/>
                </a:cubicBezTo>
                <a:close/>
                <a:moveTo>
                  <a:pt x="692" y="167"/>
                </a:moveTo>
                <a:cubicBezTo>
                  <a:pt x="641" y="162"/>
                  <a:pt x="591" y="155"/>
                  <a:pt x="541" y="150"/>
                </a:cubicBezTo>
                <a:cubicBezTo>
                  <a:pt x="541" y="150"/>
                  <a:pt x="541" y="150"/>
                  <a:pt x="542" y="150"/>
                </a:cubicBezTo>
                <a:cubicBezTo>
                  <a:pt x="532" y="150"/>
                  <a:pt x="532" y="150"/>
                  <a:pt x="532" y="150"/>
                </a:cubicBezTo>
                <a:cubicBezTo>
                  <a:pt x="532" y="150"/>
                  <a:pt x="532" y="149"/>
                  <a:pt x="532" y="149"/>
                </a:cubicBezTo>
                <a:cubicBezTo>
                  <a:pt x="531" y="148"/>
                  <a:pt x="529" y="148"/>
                  <a:pt x="528" y="148"/>
                </a:cubicBezTo>
                <a:cubicBezTo>
                  <a:pt x="528" y="149"/>
                  <a:pt x="528" y="150"/>
                  <a:pt x="528" y="150"/>
                </a:cubicBezTo>
                <a:cubicBezTo>
                  <a:pt x="520" y="150"/>
                  <a:pt x="520" y="150"/>
                  <a:pt x="520" y="150"/>
                </a:cubicBezTo>
                <a:cubicBezTo>
                  <a:pt x="521" y="150"/>
                  <a:pt x="521" y="148"/>
                  <a:pt x="521" y="147"/>
                </a:cubicBezTo>
                <a:cubicBezTo>
                  <a:pt x="521" y="147"/>
                  <a:pt x="521" y="147"/>
                  <a:pt x="521" y="147"/>
                </a:cubicBezTo>
                <a:cubicBezTo>
                  <a:pt x="520" y="147"/>
                  <a:pt x="519" y="147"/>
                  <a:pt x="518" y="147"/>
                </a:cubicBezTo>
                <a:cubicBezTo>
                  <a:pt x="518" y="148"/>
                  <a:pt x="517" y="149"/>
                  <a:pt x="516" y="151"/>
                </a:cubicBezTo>
                <a:cubicBezTo>
                  <a:pt x="486" y="151"/>
                  <a:pt x="486" y="151"/>
                  <a:pt x="486" y="151"/>
                </a:cubicBezTo>
                <a:cubicBezTo>
                  <a:pt x="499" y="152"/>
                  <a:pt x="511" y="153"/>
                  <a:pt x="524" y="154"/>
                </a:cubicBezTo>
                <a:cubicBezTo>
                  <a:pt x="563" y="159"/>
                  <a:pt x="602" y="164"/>
                  <a:pt x="641" y="168"/>
                </a:cubicBezTo>
                <a:cubicBezTo>
                  <a:pt x="641" y="168"/>
                  <a:pt x="640" y="167"/>
                  <a:pt x="639" y="167"/>
                </a:cubicBezTo>
                <a:cubicBezTo>
                  <a:pt x="680" y="166"/>
                  <a:pt x="680" y="166"/>
                  <a:pt x="680" y="166"/>
                </a:cubicBezTo>
                <a:cubicBezTo>
                  <a:pt x="680" y="166"/>
                  <a:pt x="680" y="167"/>
                  <a:pt x="680" y="167"/>
                </a:cubicBezTo>
                <a:cubicBezTo>
                  <a:pt x="679" y="168"/>
                  <a:pt x="680" y="169"/>
                  <a:pt x="681" y="170"/>
                </a:cubicBezTo>
                <a:cubicBezTo>
                  <a:pt x="684" y="162"/>
                  <a:pt x="690" y="174"/>
                  <a:pt x="694" y="171"/>
                </a:cubicBezTo>
                <a:cubicBezTo>
                  <a:pt x="694" y="169"/>
                  <a:pt x="690" y="170"/>
                  <a:pt x="691" y="167"/>
                </a:cubicBezTo>
                <a:cubicBezTo>
                  <a:pt x="691" y="167"/>
                  <a:pt x="692" y="167"/>
                  <a:pt x="692" y="167"/>
                </a:cubicBezTo>
                <a:close/>
                <a:moveTo>
                  <a:pt x="847" y="1289"/>
                </a:moveTo>
                <a:cubicBezTo>
                  <a:pt x="847" y="1288"/>
                  <a:pt x="846" y="1288"/>
                  <a:pt x="846" y="1287"/>
                </a:cubicBezTo>
                <a:cubicBezTo>
                  <a:pt x="845" y="1288"/>
                  <a:pt x="845" y="1288"/>
                  <a:pt x="845" y="1289"/>
                </a:cubicBezTo>
                <a:cubicBezTo>
                  <a:pt x="834" y="1289"/>
                  <a:pt x="834" y="1289"/>
                  <a:pt x="834" y="1289"/>
                </a:cubicBezTo>
                <a:cubicBezTo>
                  <a:pt x="834" y="1288"/>
                  <a:pt x="834" y="1287"/>
                  <a:pt x="834" y="1286"/>
                </a:cubicBezTo>
                <a:cubicBezTo>
                  <a:pt x="832" y="1287"/>
                  <a:pt x="830" y="1288"/>
                  <a:pt x="828" y="1288"/>
                </a:cubicBezTo>
                <a:cubicBezTo>
                  <a:pt x="828" y="1289"/>
                  <a:pt x="828" y="1289"/>
                  <a:pt x="828" y="1289"/>
                </a:cubicBezTo>
                <a:cubicBezTo>
                  <a:pt x="827" y="1289"/>
                  <a:pt x="827" y="1289"/>
                  <a:pt x="827" y="1289"/>
                </a:cubicBezTo>
                <a:cubicBezTo>
                  <a:pt x="807" y="1295"/>
                  <a:pt x="787" y="1301"/>
                  <a:pt x="767" y="1307"/>
                </a:cubicBezTo>
                <a:cubicBezTo>
                  <a:pt x="794" y="1306"/>
                  <a:pt x="794" y="1306"/>
                  <a:pt x="794" y="1306"/>
                </a:cubicBezTo>
                <a:cubicBezTo>
                  <a:pt x="812" y="1301"/>
                  <a:pt x="830" y="1295"/>
                  <a:pt x="848" y="1289"/>
                </a:cubicBezTo>
                <a:lnTo>
                  <a:pt x="847" y="1289"/>
                </a:lnTo>
                <a:close/>
                <a:moveTo>
                  <a:pt x="693" y="1325"/>
                </a:moveTo>
                <a:cubicBezTo>
                  <a:pt x="694" y="1323"/>
                  <a:pt x="695" y="1323"/>
                  <a:pt x="696" y="1322"/>
                </a:cubicBezTo>
                <a:cubicBezTo>
                  <a:pt x="696" y="1322"/>
                  <a:pt x="696" y="1322"/>
                  <a:pt x="696" y="1322"/>
                </a:cubicBezTo>
                <a:cubicBezTo>
                  <a:pt x="693" y="1323"/>
                  <a:pt x="690" y="1323"/>
                  <a:pt x="688" y="1324"/>
                </a:cubicBezTo>
                <a:cubicBezTo>
                  <a:pt x="689" y="1324"/>
                  <a:pt x="692" y="1324"/>
                  <a:pt x="693" y="1325"/>
                </a:cubicBezTo>
                <a:close/>
                <a:moveTo>
                  <a:pt x="832" y="1317"/>
                </a:moveTo>
                <a:cubicBezTo>
                  <a:pt x="832" y="1316"/>
                  <a:pt x="832" y="1315"/>
                  <a:pt x="833" y="1314"/>
                </a:cubicBezTo>
                <a:cubicBezTo>
                  <a:pt x="830" y="1314"/>
                  <a:pt x="828" y="1313"/>
                  <a:pt x="828" y="1311"/>
                </a:cubicBezTo>
                <a:cubicBezTo>
                  <a:pt x="826" y="1312"/>
                  <a:pt x="824" y="1312"/>
                  <a:pt x="821" y="1313"/>
                </a:cubicBezTo>
                <a:cubicBezTo>
                  <a:pt x="821" y="1314"/>
                  <a:pt x="821" y="1315"/>
                  <a:pt x="821" y="1315"/>
                </a:cubicBezTo>
                <a:cubicBezTo>
                  <a:pt x="818" y="1318"/>
                  <a:pt x="815" y="1318"/>
                  <a:pt x="813" y="1316"/>
                </a:cubicBezTo>
                <a:cubicBezTo>
                  <a:pt x="812" y="1316"/>
                  <a:pt x="811" y="1317"/>
                  <a:pt x="809" y="1317"/>
                </a:cubicBezTo>
                <a:cubicBezTo>
                  <a:pt x="815" y="1317"/>
                  <a:pt x="817" y="1319"/>
                  <a:pt x="816" y="1323"/>
                </a:cubicBezTo>
                <a:cubicBezTo>
                  <a:pt x="821" y="1321"/>
                  <a:pt x="827" y="1319"/>
                  <a:pt x="832" y="1317"/>
                </a:cubicBezTo>
                <a:close/>
                <a:moveTo>
                  <a:pt x="645" y="135"/>
                </a:moveTo>
                <a:cubicBezTo>
                  <a:pt x="639" y="134"/>
                  <a:pt x="632" y="133"/>
                  <a:pt x="626" y="132"/>
                </a:cubicBezTo>
                <a:cubicBezTo>
                  <a:pt x="626" y="133"/>
                  <a:pt x="626" y="133"/>
                  <a:pt x="626" y="134"/>
                </a:cubicBezTo>
                <a:cubicBezTo>
                  <a:pt x="630" y="135"/>
                  <a:pt x="635" y="139"/>
                  <a:pt x="638" y="135"/>
                </a:cubicBezTo>
                <a:cubicBezTo>
                  <a:pt x="639" y="139"/>
                  <a:pt x="642" y="140"/>
                  <a:pt x="644" y="142"/>
                </a:cubicBezTo>
                <a:cubicBezTo>
                  <a:pt x="644" y="142"/>
                  <a:pt x="644" y="142"/>
                  <a:pt x="645" y="142"/>
                </a:cubicBezTo>
                <a:cubicBezTo>
                  <a:pt x="646" y="141"/>
                  <a:pt x="653" y="144"/>
                  <a:pt x="654" y="141"/>
                </a:cubicBezTo>
                <a:cubicBezTo>
                  <a:pt x="651" y="140"/>
                  <a:pt x="649" y="138"/>
                  <a:pt x="644" y="137"/>
                </a:cubicBezTo>
                <a:cubicBezTo>
                  <a:pt x="644" y="136"/>
                  <a:pt x="645" y="136"/>
                  <a:pt x="645" y="135"/>
                </a:cubicBezTo>
                <a:close/>
                <a:moveTo>
                  <a:pt x="654" y="1356"/>
                </a:moveTo>
                <a:cubicBezTo>
                  <a:pt x="654" y="1354"/>
                  <a:pt x="654" y="1353"/>
                  <a:pt x="653" y="1352"/>
                </a:cubicBezTo>
                <a:cubicBezTo>
                  <a:pt x="650" y="1353"/>
                  <a:pt x="646" y="1353"/>
                  <a:pt x="643" y="1354"/>
                </a:cubicBezTo>
                <a:cubicBezTo>
                  <a:pt x="643" y="1355"/>
                  <a:pt x="643" y="1357"/>
                  <a:pt x="643" y="1359"/>
                </a:cubicBezTo>
                <a:cubicBezTo>
                  <a:pt x="647" y="1362"/>
                  <a:pt x="650" y="1357"/>
                  <a:pt x="654" y="1356"/>
                </a:cubicBezTo>
                <a:close/>
                <a:moveTo>
                  <a:pt x="921" y="1274"/>
                </a:moveTo>
                <a:cubicBezTo>
                  <a:pt x="924" y="1274"/>
                  <a:pt x="924" y="1276"/>
                  <a:pt x="927" y="1276"/>
                </a:cubicBezTo>
                <a:cubicBezTo>
                  <a:pt x="926" y="1278"/>
                  <a:pt x="926" y="1279"/>
                  <a:pt x="925" y="1281"/>
                </a:cubicBezTo>
                <a:cubicBezTo>
                  <a:pt x="923" y="1281"/>
                  <a:pt x="921" y="1280"/>
                  <a:pt x="919" y="1280"/>
                </a:cubicBezTo>
                <a:cubicBezTo>
                  <a:pt x="920" y="1277"/>
                  <a:pt x="919" y="1277"/>
                  <a:pt x="921" y="1274"/>
                </a:cubicBezTo>
                <a:cubicBezTo>
                  <a:pt x="914" y="1277"/>
                  <a:pt x="907" y="1280"/>
                  <a:pt x="899" y="1284"/>
                </a:cubicBezTo>
                <a:cubicBezTo>
                  <a:pt x="899" y="1285"/>
                  <a:pt x="899" y="1286"/>
                  <a:pt x="900" y="1288"/>
                </a:cubicBezTo>
                <a:cubicBezTo>
                  <a:pt x="898" y="1288"/>
                  <a:pt x="896" y="1287"/>
                  <a:pt x="893" y="1286"/>
                </a:cubicBezTo>
                <a:cubicBezTo>
                  <a:pt x="876" y="1293"/>
                  <a:pt x="859" y="1300"/>
                  <a:pt x="842" y="1306"/>
                </a:cubicBezTo>
                <a:cubicBezTo>
                  <a:pt x="851" y="1306"/>
                  <a:pt x="851" y="1306"/>
                  <a:pt x="851" y="1306"/>
                </a:cubicBezTo>
                <a:cubicBezTo>
                  <a:pt x="852" y="1307"/>
                  <a:pt x="853" y="1308"/>
                  <a:pt x="853" y="1309"/>
                </a:cubicBezTo>
                <a:cubicBezTo>
                  <a:pt x="855" y="1308"/>
                  <a:pt x="855" y="1307"/>
                  <a:pt x="855" y="1306"/>
                </a:cubicBezTo>
                <a:cubicBezTo>
                  <a:pt x="863" y="1306"/>
                  <a:pt x="863" y="1306"/>
                  <a:pt x="863" y="1306"/>
                </a:cubicBezTo>
                <a:cubicBezTo>
                  <a:pt x="863" y="1306"/>
                  <a:pt x="863" y="1306"/>
                  <a:pt x="863" y="1306"/>
                </a:cubicBezTo>
                <a:cubicBezTo>
                  <a:pt x="863" y="1306"/>
                  <a:pt x="864" y="1306"/>
                  <a:pt x="864" y="1306"/>
                </a:cubicBezTo>
                <a:cubicBezTo>
                  <a:pt x="864" y="1306"/>
                  <a:pt x="864" y="1306"/>
                  <a:pt x="864" y="1306"/>
                </a:cubicBezTo>
                <a:cubicBezTo>
                  <a:pt x="865" y="1306"/>
                  <a:pt x="865" y="1306"/>
                  <a:pt x="865" y="1306"/>
                </a:cubicBezTo>
                <a:cubicBezTo>
                  <a:pt x="888" y="1297"/>
                  <a:pt x="911" y="1287"/>
                  <a:pt x="934" y="1277"/>
                </a:cubicBezTo>
                <a:cubicBezTo>
                  <a:pt x="932" y="1275"/>
                  <a:pt x="931" y="1272"/>
                  <a:pt x="931" y="1270"/>
                </a:cubicBezTo>
                <a:cubicBezTo>
                  <a:pt x="928" y="1271"/>
                  <a:pt x="925" y="1273"/>
                  <a:pt x="921" y="1274"/>
                </a:cubicBezTo>
                <a:close/>
                <a:moveTo>
                  <a:pt x="1078" y="1203"/>
                </a:moveTo>
                <a:cubicBezTo>
                  <a:pt x="1078" y="1201"/>
                  <a:pt x="1079" y="1198"/>
                  <a:pt x="1081" y="1197"/>
                </a:cubicBezTo>
                <a:cubicBezTo>
                  <a:pt x="1087" y="1197"/>
                  <a:pt x="1087" y="1197"/>
                  <a:pt x="1087" y="1197"/>
                </a:cubicBezTo>
                <a:cubicBezTo>
                  <a:pt x="1087" y="1197"/>
                  <a:pt x="1087" y="1197"/>
                  <a:pt x="1087" y="1198"/>
                </a:cubicBezTo>
                <a:cubicBezTo>
                  <a:pt x="1098" y="1192"/>
                  <a:pt x="1108" y="1185"/>
                  <a:pt x="1118" y="1179"/>
                </a:cubicBezTo>
                <a:cubicBezTo>
                  <a:pt x="1117" y="1179"/>
                  <a:pt x="1116" y="1179"/>
                  <a:pt x="1114" y="1179"/>
                </a:cubicBezTo>
                <a:cubicBezTo>
                  <a:pt x="1114" y="1179"/>
                  <a:pt x="1114" y="1179"/>
                  <a:pt x="1114" y="1179"/>
                </a:cubicBezTo>
                <a:cubicBezTo>
                  <a:pt x="1105" y="1179"/>
                  <a:pt x="1105" y="1179"/>
                  <a:pt x="1105" y="1179"/>
                </a:cubicBezTo>
                <a:cubicBezTo>
                  <a:pt x="1105" y="1179"/>
                  <a:pt x="1105" y="1179"/>
                  <a:pt x="1105" y="1178"/>
                </a:cubicBezTo>
                <a:cubicBezTo>
                  <a:pt x="1101" y="1181"/>
                  <a:pt x="1097" y="1183"/>
                  <a:pt x="1093" y="1186"/>
                </a:cubicBezTo>
                <a:cubicBezTo>
                  <a:pt x="1066" y="1203"/>
                  <a:pt x="1038" y="1219"/>
                  <a:pt x="1009" y="1233"/>
                </a:cubicBezTo>
                <a:cubicBezTo>
                  <a:pt x="1016" y="1233"/>
                  <a:pt x="1016" y="1233"/>
                  <a:pt x="1016" y="1233"/>
                </a:cubicBezTo>
                <a:cubicBezTo>
                  <a:pt x="1016" y="1234"/>
                  <a:pt x="1015" y="1235"/>
                  <a:pt x="1014" y="1235"/>
                </a:cubicBezTo>
                <a:cubicBezTo>
                  <a:pt x="1011" y="1234"/>
                  <a:pt x="1008" y="1235"/>
                  <a:pt x="1005" y="1235"/>
                </a:cubicBezTo>
                <a:cubicBezTo>
                  <a:pt x="999" y="1238"/>
                  <a:pt x="994" y="1241"/>
                  <a:pt x="988" y="1244"/>
                </a:cubicBezTo>
                <a:cubicBezTo>
                  <a:pt x="990" y="1244"/>
                  <a:pt x="993" y="1245"/>
                  <a:pt x="990" y="1248"/>
                </a:cubicBezTo>
                <a:cubicBezTo>
                  <a:pt x="988" y="1248"/>
                  <a:pt x="986" y="1248"/>
                  <a:pt x="985" y="1247"/>
                </a:cubicBezTo>
                <a:cubicBezTo>
                  <a:pt x="984" y="1246"/>
                  <a:pt x="985" y="1246"/>
                  <a:pt x="985" y="1245"/>
                </a:cubicBezTo>
                <a:cubicBezTo>
                  <a:pt x="968" y="1254"/>
                  <a:pt x="950" y="1262"/>
                  <a:pt x="932" y="1270"/>
                </a:cubicBezTo>
                <a:cubicBezTo>
                  <a:pt x="951" y="1269"/>
                  <a:pt x="951" y="1269"/>
                  <a:pt x="951" y="1269"/>
                </a:cubicBezTo>
                <a:cubicBezTo>
                  <a:pt x="966" y="1262"/>
                  <a:pt x="981" y="1255"/>
                  <a:pt x="996" y="1248"/>
                </a:cubicBezTo>
                <a:cubicBezTo>
                  <a:pt x="995" y="1247"/>
                  <a:pt x="994" y="1247"/>
                  <a:pt x="994" y="1247"/>
                </a:cubicBezTo>
                <a:cubicBezTo>
                  <a:pt x="994" y="1246"/>
                  <a:pt x="994" y="1245"/>
                  <a:pt x="993" y="1245"/>
                </a:cubicBezTo>
                <a:cubicBezTo>
                  <a:pt x="994" y="1241"/>
                  <a:pt x="1001" y="1241"/>
                  <a:pt x="1002" y="1244"/>
                </a:cubicBezTo>
                <a:cubicBezTo>
                  <a:pt x="1007" y="1242"/>
                  <a:pt x="1011" y="1240"/>
                  <a:pt x="1016" y="1237"/>
                </a:cubicBezTo>
                <a:cubicBezTo>
                  <a:pt x="1018" y="1236"/>
                  <a:pt x="1020" y="1235"/>
                  <a:pt x="1021" y="1233"/>
                </a:cubicBezTo>
                <a:cubicBezTo>
                  <a:pt x="1024" y="1233"/>
                  <a:pt x="1024" y="1233"/>
                  <a:pt x="1024" y="1233"/>
                </a:cubicBezTo>
                <a:cubicBezTo>
                  <a:pt x="1038" y="1226"/>
                  <a:pt x="1052" y="1218"/>
                  <a:pt x="1065" y="1210"/>
                </a:cubicBezTo>
                <a:cubicBezTo>
                  <a:pt x="1070" y="1208"/>
                  <a:pt x="1074" y="1205"/>
                  <a:pt x="1078" y="1203"/>
                </a:cubicBezTo>
                <a:close/>
                <a:moveTo>
                  <a:pt x="765" y="1314"/>
                </a:moveTo>
                <a:cubicBezTo>
                  <a:pt x="765" y="1314"/>
                  <a:pt x="765" y="1313"/>
                  <a:pt x="766" y="1312"/>
                </a:cubicBezTo>
                <a:cubicBezTo>
                  <a:pt x="768" y="1308"/>
                  <a:pt x="770" y="1314"/>
                  <a:pt x="771" y="1312"/>
                </a:cubicBezTo>
                <a:cubicBezTo>
                  <a:pt x="772" y="1306"/>
                  <a:pt x="758" y="1312"/>
                  <a:pt x="757" y="1310"/>
                </a:cubicBezTo>
                <a:cubicBezTo>
                  <a:pt x="757" y="1310"/>
                  <a:pt x="757" y="1309"/>
                  <a:pt x="757" y="1309"/>
                </a:cubicBezTo>
                <a:cubicBezTo>
                  <a:pt x="756" y="1310"/>
                  <a:pt x="755" y="1310"/>
                  <a:pt x="753" y="1310"/>
                </a:cubicBezTo>
                <a:cubicBezTo>
                  <a:pt x="753" y="1311"/>
                  <a:pt x="753" y="1312"/>
                  <a:pt x="751" y="1312"/>
                </a:cubicBezTo>
                <a:cubicBezTo>
                  <a:pt x="755" y="1315"/>
                  <a:pt x="758" y="1315"/>
                  <a:pt x="761" y="1313"/>
                </a:cubicBezTo>
                <a:cubicBezTo>
                  <a:pt x="761" y="1314"/>
                  <a:pt x="760" y="1315"/>
                  <a:pt x="759" y="1316"/>
                </a:cubicBezTo>
                <a:cubicBezTo>
                  <a:pt x="761" y="1315"/>
                  <a:pt x="763" y="1315"/>
                  <a:pt x="765" y="1314"/>
                </a:cubicBezTo>
                <a:close/>
                <a:moveTo>
                  <a:pt x="619" y="108"/>
                </a:moveTo>
                <a:cubicBezTo>
                  <a:pt x="618" y="109"/>
                  <a:pt x="618" y="111"/>
                  <a:pt x="618" y="113"/>
                </a:cubicBezTo>
                <a:cubicBezTo>
                  <a:pt x="619" y="113"/>
                  <a:pt x="620" y="113"/>
                  <a:pt x="621" y="113"/>
                </a:cubicBezTo>
                <a:cubicBezTo>
                  <a:pt x="621" y="113"/>
                  <a:pt x="622" y="112"/>
                  <a:pt x="623" y="112"/>
                </a:cubicBezTo>
                <a:cubicBezTo>
                  <a:pt x="623" y="110"/>
                  <a:pt x="622" y="108"/>
                  <a:pt x="619" y="108"/>
                </a:cubicBezTo>
                <a:close/>
                <a:moveTo>
                  <a:pt x="599" y="104"/>
                </a:moveTo>
                <a:cubicBezTo>
                  <a:pt x="598" y="106"/>
                  <a:pt x="596" y="109"/>
                  <a:pt x="597" y="110"/>
                </a:cubicBezTo>
                <a:cubicBezTo>
                  <a:pt x="597" y="110"/>
                  <a:pt x="597" y="110"/>
                  <a:pt x="597" y="110"/>
                </a:cubicBezTo>
                <a:cubicBezTo>
                  <a:pt x="599" y="108"/>
                  <a:pt x="601" y="107"/>
                  <a:pt x="602" y="104"/>
                </a:cubicBezTo>
                <a:cubicBezTo>
                  <a:pt x="601" y="104"/>
                  <a:pt x="600" y="104"/>
                  <a:pt x="599" y="104"/>
                </a:cubicBezTo>
                <a:close/>
                <a:moveTo>
                  <a:pt x="663" y="146"/>
                </a:moveTo>
                <a:cubicBezTo>
                  <a:pt x="666" y="146"/>
                  <a:pt x="668" y="147"/>
                  <a:pt x="671" y="147"/>
                </a:cubicBezTo>
                <a:cubicBezTo>
                  <a:pt x="670" y="146"/>
                  <a:pt x="669" y="145"/>
                  <a:pt x="671" y="144"/>
                </a:cubicBezTo>
                <a:cubicBezTo>
                  <a:pt x="674" y="145"/>
                  <a:pt x="675" y="147"/>
                  <a:pt x="676" y="149"/>
                </a:cubicBezTo>
                <a:cubicBezTo>
                  <a:pt x="687" y="151"/>
                  <a:pt x="698" y="154"/>
                  <a:pt x="708" y="157"/>
                </a:cubicBezTo>
                <a:cubicBezTo>
                  <a:pt x="713" y="158"/>
                  <a:pt x="714" y="151"/>
                  <a:pt x="710" y="150"/>
                </a:cubicBezTo>
                <a:cubicBezTo>
                  <a:pt x="692" y="145"/>
                  <a:pt x="675" y="141"/>
                  <a:pt x="657" y="138"/>
                </a:cubicBezTo>
                <a:cubicBezTo>
                  <a:pt x="657" y="142"/>
                  <a:pt x="661" y="143"/>
                  <a:pt x="663" y="146"/>
                </a:cubicBezTo>
                <a:close/>
                <a:moveTo>
                  <a:pt x="595" y="109"/>
                </a:moveTo>
                <a:cubicBezTo>
                  <a:pt x="594" y="109"/>
                  <a:pt x="593" y="109"/>
                  <a:pt x="592" y="110"/>
                </a:cubicBezTo>
                <a:cubicBezTo>
                  <a:pt x="593" y="110"/>
                  <a:pt x="593" y="110"/>
                  <a:pt x="594" y="110"/>
                </a:cubicBezTo>
                <a:cubicBezTo>
                  <a:pt x="594" y="109"/>
                  <a:pt x="594" y="109"/>
                  <a:pt x="595" y="109"/>
                </a:cubicBezTo>
                <a:close/>
                <a:moveTo>
                  <a:pt x="74" y="248"/>
                </a:moveTo>
                <a:cubicBezTo>
                  <a:pt x="74" y="248"/>
                  <a:pt x="75" y="247"/>
                  <a:pt x="76" y="247"/>
                </a:cubicBezTo>
                <a:cubicBezTo>
                  <a:pt x="74" y="246"/>
                  <a:pt x="74" y="245"/>
                  <a:pt x="73" y="243"/>
                </a:cubicBezTo>
                <a:cubicBezTo>
                  <a:pt x="82" y="243"/>
                  <a:pt x="82" y="243"/>
                  <a:pt x="82" y="243"/>
                </a:cubicBezTo>
                <a:cubicBezTo>
                  <a:pt x="103" y="231"/>
                  <a:pt x="125" y="221"/>
                  <a:pt x="147" y="211"/>
                </a:cubicBezTo>
                <a:cubicBezTo>
                  <a:pt x="147" y="210"/>
                  <a:pt x="146" y="208"/>
                  <a:pt x="146" y="207"/>
                </a:cubicBezTo>
                <a:cubicBezTo>
                  <a:pt x="157" y="207"/>
                  <a:pt x="157" y="207"/>
                  <a:pt x="157" y="207"/>
                </a:cubicBezTo>
                <a:cubicBezTo>
                  <a:pt x="188" y="194"/>
                  <a:pt x="220" y="183"/>
                  <a:pt x="252" y="175"/>
                </a:cubicBezTo>
                <a:cubicBezTo>
                  <a:pt x="250" y="174"/>
                  <a:pt x="249" y="172"/>
                  <a:pt x="249" y="170"/>
                </a:cubicBezTo>
                <a:cubicBezTo>
                  <a:pt x="258" y="170"/>
                  <a:pt x="258" y="170"/>
                  <a:pt x="258" y="170"/>
                </a:cubicBezTo>
                <a:cubicBezTo>
                  <a:pt x="258" y="171"/>
                  <a:pt x="258" y="172"/>
                  <a:pt x="257" y="173"/>
                </a:cubicBezTo>
                <a:cubicBezTo>
                  <a:pt x="276" y="168"/>
                  <a:pt x="294" y="164"/>
                  <a:pt x="312" y="161"/>
                </a:cubicBezTo>
                <a:cubicBezTo>
                  <a:pt x="333" y="157"/>
                  <a:pt x="354" y="154"/>
                  <a:pt x="375" y="152"/>
                </a:cubicBezTo>
                <a:cubicBezTo>
                  <a:pt x="370" y="152"/>
                  <a:pt x="370" y="152"/>
                  <a:pt x="370" y="152"/>
                </a:cubicBezTo>
                <a:cubicBezTo>
                  <a:pt x="369" y="150"/>
                  <a:pt x="368" y="148"/>
                  <a:pt x="367" y="146"/>
                </a:cubicBezTo>
                <a:cubicBezTo>
                  <a:pt x="348" y="148"/>
                  <a:pt x="330" y="151"/>
                  <a:pt x="311" y="154"/>
                </a:cubicBezTo>
                <a:cubicBezTo>
                  <a:pt x="272" y="161"/>
                  <a:pt x="233" y="172"/>
                  <a:pt x="194" y="186"/>
                </a:cubicBezTo>
                <a:cubicBezTo>
                  <a:pt x="194" y="187"/>
                  <a:pt x="194" y="188"/>
                  <a:pt x="193" y="189"/>
                </a:cubicBezTo>
                <a:cubicBezTo>
                  <a:pt x="187" y="189"/>
                  <a:pt x="187" y="189"/>
                  <a:pt x="187" y="189"/>
                </a:cubicBezTo>
                <a:cubicBezTo>
                  <a:pt x="187" y="189"/>
                  <a:pt x="187" y="188"/>
                  <a:pt x="186" y="188"/>
                </a:cubicBezTo>
                <a:cubicBezTo>
                  <a:pt x="168" y="195"/>
                  <a:pt x="150" y="202"/>
                  <a:pt x="132" y="210"/>
                </a:cubicBezTo>
                <a:cubicBezTo>
                  <a:pt x="131" y="213"/>
                  <a:pt x="128" y="215"/>
                  <a:pt x="124" y="214"/>
                </a:cubicBezTo>
                <a:cubicBezTo>
                  <a:pt x="123" y="214"/>
                  <a:pt x="123" y="215"/>
                  <a:pt x="122" y="215"/>
                </a:cubicBezTo>
                <a:cubicBezTo>
                  <a:pt x="122" y="216"/>
                  <a:pt x="122" y="217"/>
                  <a:pt x="122" y="219"/>
                </a:cubicBezTo>
                <a:cubicBezTo>
                  <a:pt x="119" y="218"/>
                  <a:pt x="117" y="218"/>
                  <a:pt x="118" y="221"/>
                </a:cubicBezTo>
                <a:cubicBezTo>
                  <a:pt x="113" y="220"/>
                  <a:pt x="111" y="222"/>
                  <a:pt x="108" y="223"/>
                </a:cubicBezTo>
                <a:cubicBezTo>
                  <a:pt x="108" y="222"/>
                  <a:pt x="108" y="222"/>
                  <a:pt x="108" y="222"/>
                </a:cubicBezTo>
                <a:cubicBezTo>
                  <a:pt x="107" y="222"/>
                  <a:pt x="106" y="223"/>
                  <a:pt x="104" y="223"/>
                </a:cubicBezTo>
                <a:cubicBezTo>
                  <a:pt x="105" y="224"/>
                  <a:pt x="106" y="225"/>
                  <a:pt x="106" y="225"/>
                </a:cubicBezTo>
                <a:cubicBezTo>
                  <a:pt x="101" y="225"/>
                  <a:pt x="101" y="225"/>
                  <a:pt x="101" y="225"/>
                </a:cubicBezTo>
                <a:cubicBezTo>
                  <a:pt x="90" y="231"/>
                  <a:pt x="79" y="237"/>
                  <a:pt x="69" y="243"/>
                </a:cubicBezTo>
                <a:cubicBezTo>
                  <a:pt x="73" y="243"/>
                  <a:pt x="73" y="243"/>
                  <a:pt x="73" y="243"/>
                </a:cubicBezTo>
                <a:cubicBezTo>
                  <a:pt x="72" y="245"/>
                  <a:pt x="73" y="246"/>
                  <a:pt x="74" y="248"/>
                </a:cubicBezTo>
                <a:close/>
                <a:moveTo>
                  <a:pt x="351" y="104"/>
                </a:moveTo>
                <a:cubicBezTo>
                  <a:pt x="350" y="104"/>
                  <a:pt x="349" y="104"/>
                  <a:pt x="349" y="104"/>
                </a:cubicBezTo>
                <a:cubicBezTo>
                  <a:pt x="348" y="107"/>
                  <a:pt x="350" y="107"/>
                  <a:pt x="351" y="108"/>
                </a:cubicBezTo>
                <a:cubicBezTo>
                  <a:pt x="352" y="108"/>
                  <a:pt x="352" y="105"/>
                  <a:pt x="351" y="104"/>
                </a:cubicBezTo>
                <a:close/>
                <a:moveTo>
                  <a:pt x="572" y="132"/>
                </a:moveTo>
                <a:cubicBezTo>
                  <a:pt x="574" y="132"/>
                  <a:pt x="574" y="132"/>
                  <a:pt x="574" y="132"/>
                </a:cubicBezTo>
                <a:cubicBezTo>
                  <a:pt x="574" y="132"/>
                  <a:pt x="573" y="132"/>
                  <a:pt x="573" y="132"/>
                </a:cubicBezTo>
                <a:cubicBezTo>
                  <a:pt x="578" y="132"/>
                  <a:pt x="582" y="133"/>
                  <a:pt x="587" y="133"/>
                </a:cubicBezTo>
                <a:cubicBezTo>
                  <a:pt x="588" y="133"/>
                  <a:pt x="590" y="132"/>
                  <a:pt x="593" y="133"/>
                </a:cubicBezTo>
                <a:cubicBezTo>
                  <a:pt x="593" y="132"/>
                  <a:pt x="593" y="132"/>
                  <a:pt x="593" y="132"/>
                </a:cubicBezTo>
                <a:cubicBezTo>
                  <a:pt x="599" y="131"/>
                  <a:pt x="599" y="131"/>
                  <a:pt x="599" y="131"/>
                </a:cubicBezTo>
                <a:cubicBezTo>
                  <a:pt x="599" y="132"/>
                  <a:pt x="600" y="132"/>
                  <a:pt x="600" y="132"/>
                </a:cubicBezTo>
                <a:cubicBezTo>
                  <a:pt x="600" y="132"/>
                  <a:pt x="600" y="132"/>
                  <a:pt x="600" y="131"/>
                </a:cubicBezTo>
                <a:cubicBezTo>
                  <a:pt x="614" y="131"/>
                  <a:pt x="614" y="131"/>
                  <a:pt x="614" y="131"/>
                </a:cubicBezTo>
                <a:cubicBezTo>
                  <a:pt x="613" y="135"/>
                  <a:pt x="615" y="136"/>
                  <a:pt x="616" y="137"/>
                </a:cubicBezTo>
                <a:cubicBezTo>
                  <a:pt x="619" y="138"/>
                  <a:pt x="621" y="138"/>
                  <a:pt x="623" y="138"/>
                </a:cubicBezTo>
                <a:cubicBezTo>
                  <a:pt x="624" y="138"/>
                  <a:pt x="624" y="137"/>
                  <a:pt x="624" y="136"/>
                </a:cubicBezTo>
                <a:cubicBezTo>
                  <a:pt x="621" y="136"/>
                  <a:pt x="622" y="138"/>
                  <a:pt x="618" y="136"/>
                </a:cubicBezTo>
                <a:cubicBezTo>
                  <a:pt x="618" y="135"/>
                  <a:pt x="618" y="134"/>
                  <a:pt x="618" y="133"/>
                </a:cubicBezTo>
                <a:cubicBezTo>
                  <a:pt x="617" y="133"/>
                  <a:pt x="615" y="133"/>
                  <a:pt x="614" y="132"/>
                </a:cubicBezTo>
                <a:cubicBezTo>
                  <a:pt x="614" y="132"/>
                  <a:pt x="614" y="132"/>
                  <a:pt x="614" y="131"/>
                </a:cubicBezTo>
                <a:cubicBezTo>
                  <a:pt x="621" y="131"/>
                  <a:pt x="621" y="131"/>
                  <a:pt x="621" y="131"/>
                </a:cubicBezTo>
                <a:cubicBezTo>
                  <a:pt x="518" y="115"/>
                  <a:pt x="412" y="118"/>
                  <a:pt x="309" y="134"/>
                </a:cubicBezTo>
                <a:cubicBezTo>
                  <a:pt x="359" y="134"/>
                  <a:pt x="359" y="134"/>
                  <a:pt x="359" y="134"/>
                </a:cubicBezTo>
                <a:cubicBezTo>
                  <a:pt x="359" y="134"/>
                  <a:pt x="359" y="134"/>
                  <a:pt x="359" y="134"/>
                </a:cubicBezTo>
                <a:cubicBezTo>
                  <a:pt x="430" y="126"/>
                  <a:pt x="501" y="125"/>
                  <a:pt x="572" y="132"/>
                </a:cubicBezTo>
                <a:close/>
                <a:moveTo>
                  <a:pt x="455" y="99"/>
                </a:moveTo>
                <a:cubicBezTo>
                  <a:pt x="457" y="101"/>
                  <a:pt x="460" y="101"/>
                  <a:pt x="461" y="103"/>
                </a:cubicBezTo>
                <a:cubicBezTo>
                  <a:pt x="464" y="103"/>
                  <a:pt x="465" y="102"/>
                  <a:pt x="467" y="101"/>
                </a:cubicBezTo>
                <a:cubicBezTo>
                  <a:pt x="467" y="102"/>
                  <a:pt x="468" y="103"/>
                  <a:pt x="469" y="104"/>
                </a:cubicBezTo>
                <a:cubicBezTo>
                  <a:pt x="473" y="104"/>
                  <a:pt x="478" y="104"/>
                  <a:pt x="482" y="104"/>
                </a:cubicBezTo>
                <a:cubicBezTo>
                  <a:pt x="482" y="103"/>
                  <a:pt x="482" y="103"/>
                  <a:pt x="482" y="102"/>
                </a:cubicBezTo>
                <a:cubicBezTo>
                  <a:pt x="487" y="103"/>
                  <a:pt x="488" y="101"/>
                  <a:pt x="488" y="98"/>
                </a:cubicBezTo>
                <a:cubicBezTo>
                  <a:pt x="494" y="97"/>
                  <a:pt x="497" y="103"/>
                  <a:pt x="502" y="99"/>
                </a:cubicBezTo>
                <a:cubicBezTo>
                  <a:pt x="501" y="98"/>
                  <a:pt x="501" y="98"/>
                  <a:pt x="501" y="97"/>
                </a:cubicBezTo>
                <a:cubicBezTo>
                  <a:pt x="495" y="97"/>
                  <a:pt x="490" y="97"/>
                  <a:pt x="484" y="97"/>
                </a:cubicBezTo>
                <a:cubicBezTo>
                  <a:pt x="484" y="99"/>
                  <a:pt x="483" y="102"/>
                  <a:pt x="480" y="102"/>
                </a:cubicBezTo>
                <a:cubicBezTo>
                  <a:pt x="479" y="102"/>
                  <a:pt x="479" y="100"/>
                  <a:pt x="478" y="100"/>
                </a:cubicBezTo>
                <a:cubicBezTo>
                  <a:pt x="478" y="99"/>
                  <a:pt x="479" y="98"/>
                  <a:pt x="479" y="97"/>
                </a:cubicBezTo>
                <a:cubicBezTo>
                  <a:pt x="471" y="97"/>
                  <a:pt x="463" y="97"/>
                  <a:pt x="456" y="97"/>
                </a:cubicBezTo>
                <a:cubicBezTo>
                  <a:pt x="455" y="98"/>
                  <a:pt x="455" y="98"/>
                  <a:pt x="455" y="99"/>
                </a:cubicBezTo>
                <a:close/>
                <a:moveTo>
                  <a:pt x="864" y="1324"/>
                </a:moveTo>
                <a:cubicBezTo>
                  <a:pt x="864" y="1324"/>
                  <a:pt x="864" y="1324"/>
                  <a:pt x="864" y="1324"/>
                </a:cubicBezTo>
                <a:cubicBezTo>
                  <a:pt x="844" y="1330"/>
                  <a:pt x="825" y="1336"/>
                  <a:pt x="806" y="1342"/>
                </a:cubicBezTo>
                <a:cubicBezTo>
                  <a:pt x="822" y="1342"/>
                  <a:pt x="822" y="1342"/>
                  <a:pt x="822" y="1342"/>
                </a:cubicBezTo>
                <a:cubicBezTo>
                  <a:pt x="823" y="1342"/>
                  <a:pt x="823" y="1343"/>
                  <a:pt x="823" y="1344"/>
                </a:cubicBezTo>
                <a:cubicBezTo>
                  <a:pt x="844" y="1338"/>
                  <a:pt x="864" y="1331"/>
                  <a:pt x="884" y="1324"/>
                </a:cubicBezTo>
                <a:lnTo>
                  <a:pt x="864" y="1324"/>
                </a:lnTo>
                <a:close/>
                <a:moveTo>
                  <a:pt x="378" y="1346"/>
                </a:moveTo>
                <a:cubicBezTo>
                  <a:pt x="380" y="1348"/>
                  <a:pt x="381" y="1349"/>
                  <a:pt x="383" y="1351"/>
                </a:cubicBezTo>
                <a:cubicBezTo>
                  <a:pt x="414" y="1344"/>
                  <a:pt x="446" y="1342"/>
                  <a:pt x="477" y="1343"/>
                </a:cubicBezTo>
                <a:cubicBezTo>
                  <a:pt x="498" y="1344"/>
                  <a:pt x="520" y="1345"/>
                  <a:pt x="541" y="1344"/>
                </a:cubicBezTo>
                <a:cubicBezTo>
                  <a:pt x="541" y="1344"/>
                  <a:pt x="541" y="1344"/>
                  <a:pt x="541" y="1344"/>
                </a:cubicBezTo>
                <a:cubicBezTo>
                  <a:pt x="548" y="1344"/>
                  <a:pt x="548" y="1344"/>
                  <a:pt x="548" y="1344"/>
                </a:cubicBezTo>
                <a:cubicBezTo>
                  <a:pt x="586" y="1343"/>
                  <a:pt x="624" y="1340"/>
                  <a:pt x="662" y="1335"/>
                </a:cubicBezTo>
                <a:cubicBezTo>
                  <a:pt x="681" y="1333"/>
                  <a:pt x="699" y="1329"/>
                  <a:pt x="718" y="1325"/>
                </a:cubicBezTo>
                <a:cubicBezTo>
                  <a:pt x="676" y="1326"/>
                  <a:pt x="676" y="1326"/>
                  <a:pt x="676" y="1326"/>
                </a:cubicBezTo>
                <a:cubicBezTo>
                  <a:pt x="609" y="1336"/>
                  <a:pt x="542" y="1340"/>
                  <a:pt x="475" y="1337"/>
                </a:cubicBezTo>
                <a:cubicBezTo>
                  <a:pt x="443" y="1335"/>
                  <a:pt x="409" y="1337"/>
                  <a:pt x="377" y="1346"/>
                </a:cubicBezTo>
                <a:lnTo>
                  <a:pt x="378" y="1346"/>
                </a:lnTo>
                <a:close/>
                <a:moveTo>
                  <a:pt x="93" y="154"/>
                </a:moveTo>
                <a:cubicBezTo>
                  <a:pt x="93" y="156"/>
                  <a:pt x="95" y="157"/>
                  <a:pt x="97" y="156"/>
                </a:cubicBezTo>
                <a:cubicBezTo>
                  <a:pt x="99" y="155"/>
                  <a:pt x="102" y="155"/>
                  <a:pt x="104" y="154"/>
                </a:cubicBezTo>
                <a:cubicBezTo>
                  <a:pt x="101" y="154"/>
                  <a:pt x="101" y="154"/>
                  <a:pt x="101" y="154"/>
                </a:cubicBezTo>
                <a:cubicBezTo>
                  <a:pt x="100" y="153"/>
                  <a:pt x="100" y="151"/>
                  <a:pt x="102" y="149"/>
                </a:cubicBezTo>
                <a:cubicBezTo>
                  <a:pt x="106" y="149"/>
                  <a:pt x="110" y="149"/>
                  <a:pt x="114" y="149"/>
                </a:cubicBezTo>
                <a:cubicBezTo>
                  <a:pt x="115" y="150"/>
                  <a:pt x="115" y="150"/>
                  <a:pt x="115" y="151"/>
                </a:cubicBezTo>
                <a:cubicBezTo>
                  <a:pt x="121" y="150"/>
                  <a:pt x="127" y="148"/>
                  <a:pt x="133" y="147"/>
                </a:cubicBezTo>
                <a:cubicBezTo>
                  <a:pt x="133" y="146"/>
                  <a:pt x="132" y="145"/>
                  <a:pt x="131" y="144"/>
                </a:cubicBezTo>
                <a:cubicBezTo>
                  <a:pt x="126" y="143"/>
                  <a:pt x="125" y="143"/>
                  <a:pt x="126" y="142"/>
                </a:cubicBezTo>
                <a:cubicBezTo>
                  <a:pt x="126" y="142"/>
                  <a:pt x="126" y="142"/>
                  <a:pt x="126" y="142"/>
                </a:cubicBezTo>
                <a:cubicBezTo>
                  <a:pt x="119" y="143"/>
                  <a:pt x="111" y="145"/>
                  <a:pt x="104" y="147"/>
                </a:cubicBezTo>
                <a:cubicBezTo>
                  <a:pt x="104" y="147"/>
                  <a:pt x="104" y="148"/>
                  <a:pt x="104" y="148"/>
                </a:cubicBezTo>
                <a:cubicBezTo>
                  <a:pt x="103" y="148"/>
                  <a:pt x="102" y="148"/>
                  <a:pt x="101" y="148"/>
                </a:cubicBezTo>
                <a:cubicBezTo>
                  <a:pt x="99" y="149"/>
                  <a:pt x="97" y="149"/>
                  <a:pt x="94" y="150"/>
                </a:cubicBezTo>
                <a:cubicBezTo>
                  <a:pt x="94" y="150"/>
                  <a:pt x="94" y="150"/>
                  <a:pt x="93" y="150"/>
                </a:cubicBezTo>
                <a:cubicBezTo>
                  <a:pt x="95" y="150"/>
                  <a:pt x="96" y="151"/>
                  <a:pt x="97" y="151"/>
                </a:cubicBezTo>
                <a:cubicBezTo>
                  <a:pt x="97" y="152"/>
                  <a:pt x="97" y="153"/>
                  <a:pt x="97" y="154"/>
                </a:cubicBezTo>
                <a:lnTo>
                  <a:pt x="93" y="154"/>
                </a:lnTo>
                <a:close/>
                <a:moveTo>
                  <a:pt x="314" y="1382"/>
                </a:moveTo>
                <a:cubicBezTo>
                  <a:pt x="331" y="1369"/>
                  <a:pt x="350" y="1361"/>
                  <a:pt x="371" y="1354"/>
                </a:cubicBezTo>
                <a:cubicBezTo>
                  <a:pt x="371" y="1354"/>
                  <a:pt x="370" y="1354"/>
                  <a:pt x="370" y="1354"/>
                </a:cubicBezTo>
                <a:cubicBezTo>
                  <a:pt x="371" y="1353"/>
                  <a:pt x="374" y="1353"/>
                  <a:pt x="374" y="1351"/>
                </a:cubicBezTo>
                <a:cubicBezTo>
                  <a:pt x="373" y="1350"/>
                  <a:pt x="372" y="1349"/>
                  <a:pt x="371" y="1347"/>
                </a:cubicBezTo>
                <a:cubicBezTo>
                  <a:pt x="363" y="1350"/>
                  <a:pt x="356" y="1352"/>
                  <a:pt x="349" y="1355"/>
                </a:cubicBezTo>
                <a:cubicBezTo>
                  <a:pt x="350" y="1361"/>
                  <a:pt x="338" y="1357"/>
                  <a:pt x="335" y="1363"/>
                </a:cubicBezTo>
                <a:cubicBezTo>
                  <a:pt x="335" y="1363"/>
                  <a:pt x="334" y="1362"/>
                  <a:pt x="333" y="1362"/>
                </a:cubicBezTo>
                <a:cubicBezTo>
                  <a:pt x="324" y="1367"/>
                  <a:pt x="316" y="1372"/>
                  <a:pt x="308" y="1378"/>
                </a:cubicBezTo>
                <a:cubicBezTo>
                  <a:pt x="304" y="1381"/>
                  <a:pt x="308" y="1385"/>
                  <a:pt x="311" y="1384"/>
                </a:cubicBezTo>
                <a:cubicBezTo>
                  <a:pt x="310" y="1383"/>
                  <a:pt x="309" y="1383"/>
                  <a:pt x="307" y="1382"/>
                </a:cubicBezTo>
                <a:cubicBezTo>
                  <a:pt x="307" y="1382"/>
                  <a:pt x="307" y="1382"/>
                  <a:pt x="307" y="1382"/>
                </a:cubicBezTo>
                <a:lnTo>
                  <a:pt x="314" y="1382"/>
                </a:lnTo>
                <a:close/>
                <a:moveTo>
                  <a:pt x="464" y="73"/>
                </a:moveTo>
                <a:cubicBezTo>
                  <a:pt x="464" y="73"/>
                  <a:pt x="465" y="73"/>
                  <a:pt x="465" y="73"/>
                </a:cubicBezTo>
                <a:cubicBezTo>
                  <a:pt x="465" y="73"/>
                  <a:pt x="465" y="73"/>
                  <a:pt x="465" y="72"/>
                </a:cubicBezTo>
                <a:cubicBezTo>
                  <a:pt x="464" y="73"/>
                  <a:pt x="464" y="73"/>
                  <a:pt x="464" y="73"/>
                </a:cubicBezTo>
                <a:close/>
                <a:moveTo>
                  <a:pt x="873" y="1343"/>
                </a:moveTo>
                <a:cubicBezTo>
                  <a:pt x="870" y="1342"/>
                  <a:pt x="870" y="1344"/>
                  <a:pt x="868" y="1345"/>
                </a:cubicBezTo>
                <a:cubicBezTo>
                  <a:pt x="868" y="1346"/>
                  <a:pt x="868" y="1346"/>
                  <a:pt x="868" y="1346"/>
                </a:cubicBezTo>
                <a:cubicBezTo>
                  <a:pt x="870" y="1346"/>
                  <a:pt x="871" y="1345"/>
                  <a:pt x="873" y="1345"/>
                </a:cubicBezTo>
                <a:cubicBezTo>
                  <a:pt x="873" y="1344"/>
                  <a:pt x="873" y="1343"/>
                  <a:pt x="873" y="1343"/>
                </a:cubicBezTo>
                <a:close/>
                <a:moveTo>
                  <a:pt x="873" y="1352"/>
                </a:moveTo>
                <a:cubicBezTo>
                  <a:pt x="873" y="1352"/>
                  <a:pt x="872" y="1352"/>
                  <a:pt x="872" y="1352"/>
                </a:cubicBezTo>
                <a:cubicBezTo>
                  <a:pt x="872" y="1353"/>
                  <a:pt x="872" y="1353"/>
                  <a:pt x="872" y="1353"/>
                </a:cubicBezTo>
                <a:cubicBezTo>
                  <a:pt x="872" y="1353"/>
                  <a:pt x="873" y="1352"/>
                  <a:pt x="873" y="1352"/>
                </a:cubicBezTo>
                <a:close/>
                <a:moveTo>
                  <a:pt x="922" y="1324"/>
                </a:moveTo>
                <a:cubicBezTo>
                  <a:pt x="923" y="1322"/>
                  <a:pt x="923" y="1321"/>
                  <a:pt x="923" y="1320"/>
                </a:cubicBezTo>
                <a:cubicBezTo>
                  <a:pt x="922" y="1320"/>
                  <a:pt x="920" y="1321"/>
                  <a:pt x="918" y="1322"/>
                </a:cubicBezTo>
                <a:cubicBezTo>
                  <a:pt x="918" y="1322"/>
                  <a:pt x="918" y="1322"/>
                  <a:pt x="919" y="1322"/>
                </a:cubicBezTo>
                <a:cubicBezTo>
                  <a:pt x="918" y="1323"/>
                  <a:pt x="918" y="1323"/>
                  <a:pt x="917" y="1324"/>
                </a:cubicBezTo>
                <a:cubicBezTo>
                  <a:pt x="912" y="1324"/>
                  <a:pt x="912" y="1324"/>
                  <a:pt x="912" y="1324"/>
                </a:cubicBezTo>
                <a:cubicBezTo>
                  <a:pt x="893" y="1331"/>
                  <a:pt x="874" y="1337"/>
                  <a:pt x="855" y="1343"/>
                </a:cubicBezTo>
                <a:cubicBezTo>
                  <a:pt x="855" y="1344"/>
                  <a:pt x="855" y="1346"/>
                  <a:pt x="853" y="1347"/>
                </a:cubicBezTo>
                <a:cubicBezTo>
                  <a:pt x="857" y="1347"/>
                  <a:pt x="858" y="1344"/>
                  <a:pt x="862" y="1346"/>
                </a:cubicBezTo>
                <a:cubicBezTo>
                  <a:pt x="863" y="1344"/>
                  <a:pt x="862" y="1343"/>
                  <a:pt x="861" y="1341"/>
                </a:cubicBezTo>
                <a:cubicBezTo>
                  <a:pt x="883" y="1341"/>
                  <a:pt x="883" y="1341"/>
                  <a:pt x="883" y="1341"/>
                </a:cubicBezTo>
                <a:cubicBezTo>
                  <a:pt x="899" y="1336"/>
                  <a:pt x="916" y="1330"/>
                  <a:pt x="932" y="1324"/>
                </a:cubicBezTo>
                <a:lnTo>
                  <a:pt x="922" y="1324"/>
                </a:lnTo>
                <a:close/>
                <a:moveTo>
                  <a:pt x="1032" y="1251"/>
                </a:moveTo>
                <a:cubicBezTo>
                  <a:pt x="1019" y="1258"/>
                  <a:pt x="1006" y="1265"/>
                  <a:pt x="993" y="1271"/>
                </a:cubicBezTo>
                <a:cubicBezTo>
                  <a:pt x="994" y="1271"/>
                  <a:pt x="995" y="1272"/>
                  <a:pt x="996" y="1272"/>
                </a:cubicBezTo>
                <a:cubicBezTo>
                  <a:pt x="998" y="1276"/>
                  <a:pt x="990" y="1277"/>
                  <a:pt x="989" y="1273"/>
                </a:cubicBezTo>
                <a:cubicBezTo>
                  <a:pt x="985" y="1275"/>
                  <a:pt x="981" y="1277"/>
                  <a:pt x="976" y="1279"/>
                </a:cubicBezTo>
                <a:cubicBezTo>
                  <a:pt x="978" y="1281"/>
                  <a:pt x="980" y="1282"/>
                  <a:pt x="981" y="1285"/>
                </a:cubicBezTo>
                <a:cubicBezTo>
                  <a:pt x="982" y="1284"/>
                  <a:pt x="983" y="1283"/>
                  <a:pt x="985" y="1283"/>
                </a:cubicBezTo>
                <a:cubicBezTo>
                  <a:pt x="984" y="1282"/>
                  <a:pt x="983" y="1281"/>
                  <a:pt x="984" y="1280"/>
                </a:cubicBezTo>
                <a:cubicBezTo>
                  <a:pt x="985" y="1279"/>
                  <a:pt x="989" y="1279"/>
                  <a:pt x="990" y="1280"/>
                </a:cubicBezTo>
                <a:cubicBezTo>
                  <a:pt x="991" y="1280"/>
                  <a:pt x="992" y="1279"/>
                  <a:pt x="993" y="1279"/>
                </a:cubicBezTo>
                <a:cubicBezTo>
                  <a:pt x="993" y="1279"/>
                  <a:pt x="993" y="1279"/>
                  <a:pt x="993" y="1278"/>
                </a:cubicBezTo>
                <a:cubicBezTo>
                  <a:pt x="997" y="1277"/>
                  <a:pt x="998" y="1273"/>
                  <a:pt x="1001" y="1272"/>
                </a:cubicBezTo>
                <a:cubicBezTo>
                  <a:pt x="1001" y="1271"/>
                  <a:pt x="1000" y="1270"/>
                  <a:pt x="1000" y="1269"/>
                </a:cubicBezTo>
                <a:cubicBezTo>
                  <a:pt x="1006" y="1269"/>
                  <a:pt x="1006" y="1269"/>
                  <a:pt x="1006" y="1269"/>
                </a:cubicBezTo>
                <a:cubicBezTo>
                  <a:pt x="1006" y="1270"/>
                  <a:pt x="1007" y="1271"/>
                  <a:pt x="1007" y="1272"/>
                </a:cubicBezTo>
                <a:cubicBezTo>
                  <a:pt x="1020" y="1265"/>
                  <a:pt x="1033" y="1258"/>
                  <a:pt x="1046" y="1251"/>
                </a:cubicBezTo>
                <a:lnTo>
                  <a:pt x="1032" y="1251"/>
                </a:lnTo>
                <a:close/>
                <a:moveTo>
                  <a:pt x="513" y="104"/>
                </a:moveTo>
                <a:cubicBezTo>
                  <a:pt x="516" y="104"/>
                  <a:pt x="517" y="102"/>
                  <a:pt x="522" y="103"/>
                </a:cubicBezTo>
                <a:cubicBezTo>
                  <a:pt x="522" y="104"/>
                  <a:pt x="522" y="104"/>
                  <a:pt x="523" y="105"/>
                </a:cubicBezTo>
                <a:cubicBezTo>
                  <a:pt x="525" y="105"/>
                  <a:pt x="528" y="105"/>
                  <a:pt x="531" y="105"/>
                </a:cubicBezTo>
                <a:cubicBezTo>
                  <a:pt x="532" y="103"/>
                  <a:pt x="532" y="101"/>
                  <a:pt x="533" y="98"/>
                </a:cubicBezTo>
                <a:cubicBezTo>
                  <a:pt x="526" y="98"/>
                  <a:pt x="520" y="98"/>
                  <a:pt x="513" y="98"/>
                </a:cubicBezTo>
                <a:cubicBezTo>
                  <a:pt x="513" y="99"/>
                  <a:pt x="512" y="99"/>
                  <a:pt x="510" y="99"/>
                </a:cubicBezTo>
                <a:cubicBezTo>
                  <a:pt x="509" y="99"/>
                  <a:pt x="509" y="98"/>
                  <a:pt x="508" y="97"/>
                </a:cubicBezTo>
                <a:cubicBezTo>
                  <a:pt x="508" y="97"/>
                  <a:pt x="507" y="97"/>
                  <a:pt x="507" y="97"/>
                </a:cubicBezTo>
                <a:cubicBezTo>
                  <a:pt x="507" y="100"/>
                  <a:pt x="506" y="102"/>
                  <a:pt x="505" y="103"/>
                </a:cubicBezTo>
                <a:cubicBezTo>
                  <a:pt x="507" y="103"/>
                  <a:pt x="508" y="103"/>
                  <a:pt x="509" y="104"/>
                </a:cubicBezTo>
                <a:cubicBezTo>
                  <a:pt x="509" y="104"/>
                  <a:pt x="509" y="104"/>
                  <a:pt x="509" y="104"/>
                </a:cubicBezTo>
                <a:cubicBezTo>
                  <a:pt x="510" y="104"/>
                  <a:pt x="512" y="104"/>
                  <a:pt x="513" y="104"/>
                </a:cubicBezTo>
                <a:close/>
                <a:moveTo>
                  <a:pt x="535" y="105"/>
                </a:moveTo>
                <a:cubicBezTo>
                  <a:pt x="538" y="105"/>
                  <a:pt x="542" y="105"/>
                  <a:pt x="545" y="106"/>
                </a:cubicBezTo>
                <a:cubicBezTo>
                  <a:pt x="546" y="105"/>
                  <a:pt x="547" y="104"/>
                  <a:pt x="547" y="103"/>
                </a:cubicBezTo>
                <a:cubicBezTo>
                  <a:pt x="550" y="103"/>
                  <a:pt x="551" y="104"/>
                  <a:pt x="552" y="106"/>
                </a:cubicBezTo>
                <a:cubicBezTo>
                  <a:pt x="554" y="106"/>
                  <a:pt x="556" y="106"/>
                  <a:pt x="558" y="106"/>
                </a:cubicBezTo>
                <a:cubicBezTo>
                  <a:pt x="558" y="105"/>
                  <a:pt x="558" y="103"/>
                  <a:pt x="559" y="102"/>
                </a:cubicBezTo>
                <a:cubicBezTo>
                  <a:pt x="565" y="101"/>
                  <a:pt x="566" y="105"/>
                  <a:pt x="570" y="102"/>
                </a:cubicBezTo>
                <a:cubicBezTo>
                  <a:pt x="571" y="103"/>
                  <a:pt x="572" y="105"/>
                  <a:pt x="572" y="108"/>
                </a:cubicBezTo>
                <a:cubicBezTo>
                  <a:pt x="573" y="108"/>
                  <a:pt x="575" y="108"/>
                  <a:pt x="577" y="108"/>
                </a:cubicBezTo>
                <a:cubicBezTo>
                  <a:pt x="576" y="107"/>
                  <a:pt x="576" y="107"/>
                  <a:pt x="576" y="106"/>
                </a:cubicBezTo>
                <a:cubicBezTo>
                  <a:pt x="577" y="105"/>
                  <a:pt x="578" y="103"/>
                  <a:pt x="578" y="101"/>
                </a:cubicBezTo>
                <a:cubicBezTo>
                  <a:pt x="577" y="101"/>
                  <a:pt x="577" y="101"/>
                  <a:pt x="576" y="101"/>
                </a:cubicBezTo>
                <a:cubicBezTo>
                  <a:pt x="576" y="102"/>
                  <a:pt x="575" y="102"/>
                  <a:pt x="574" y="102"/>
                </a:cubicBezTo>
                <a:cubicBezTo>
                  <a:pt x="574" y="102"/>
                  <a:pt x="573" y="102"/>
                  <a:pt x="573" y="101"/>
                </a:cubicBezTo>
                <a:cubicBezTo>
                  <a:pt x="561" y="100"/>
                  <a:pt x="549" y="99"/>
                  <a:pt x="537" y="98"/>
                </a:cubicBezTo>
                <a:cubicBezTo>
                  <a:pt x="537" y="101"/>
                  <a:pt x="536" y="103"/>
                  <a:pt x="535" y="105"/>
                </a:cubicBezTo>
                <a:close/>
                <a:moveTo>
                  <a:pt x="1102" y="1212"/>
                </a:moveTo>
                <a:cubicBezTo>
                  <a:pt x="1101" y="1212"/>
                  <a:pt x="1100" y="1212"/>
                  <a:pt x="1100" y="1211"/>
                </a:cubicBezTo>
                <a:cubicBezTo>
                  <a:pt x="1086" y="1220"/>
                  <a:pt x="1073" y="1228"/>
                  <a:pt x="1058" y="1237"/>
                </a:cubicBezTo>
                <a:cubicBezTo>
                  <a:pt x="1059" y="1238"/>
                  <a:pt x="1059" y="1240"/>
                  <a:pt x="1058" y="1242"/>
                </a:cubicBezTo>
                <a:cubicBezTo>
                  <a:pt x="1054" y="1242"/>
                  <a:pt x="1051" y="1242"/>
                  <a:pt x="1049" y="1242"/>
                </a:cubicBezTo>
                <a:cubicBezTo>
                  <a:pt x="1047" y="1243"/>
                  <a:pt x="1046" y="1244"/>
                  <a:pt x="1044" y="1245"/>
                </a:cubicBezTo>
                <a:cubicBezTo>
                  <a:pt x="1046" y="1247"/>
                  <a:pt x="1046" y="1249"/>
                  <a:pt x="1048" y="1250"/>
                </a:cubicBezTo>
                <a:cubicBezTo>
                  <a:pt x="1050" y="1249"/>
                  <a:pt x="1051" y="1248"/>
                  <a:pt x="1053" y="1248"/>
                </a:cubicBezTo>
                <a:cubicBezTo>
                  <a:pt x="1051" y="1247"/>
                  <a:pt x="1049" y="1246"/>
                  <a:pt x="1050" y="1244"/>
                </a:cubicBezTo>
                <a:cubicBezTo>
                  <a:pt x="1051" y="1242"/>
                  <a:pt x="1054" y="1244"/>
                  <a:pt x="1057" y="1244"/>
                </a:cubicBezTo>
                <a:cubicBezTo>
                  <a:pt x="1057" y="1244"/>
                  <a:pt x="1057" y="1245"/>
                  <a:pt x="1057" y="1245"/>
                </a:cubicBezTo>
                <a:cubicBezTo>
                  <a:pt x="1058" y="1245"/>
                  <a:pt x="1059" y="1244"/>
                  <a:pt x="1060" y="1243"/>
                </a:cubicBezTo>
                <a:cubicBezTo>
                  <a:pt x="1061" y="1240"/>
                  <a:pt x="1064" y="1239"/>
                  <a:pt x="1067" y="1239"/>
                </a:cubicBezTo>
                <a:cubicBezTo>
                  <a:pt x="1068" y="1239"/>
                  <a:pt x="1069" y="1238"/>
                  <a:pt x="1069" y="1238"/>
                </a:cubicBezTo>
                <a:cubicBezTo>
                  <a:pt x="1069" y="1238"/>
                  <a:pt x="1069" y="1238"/>
                  <a:pt x="1068" y="1238"/>
                </a:cubicBezTo>
                <a:cubicBezTo>
                  <a:pt x="1068" y="1235"/>
                  <a:pt x="1070" y="1234"/>
                  <a:pt x="1073" y="1235"/>
                </a:cubicBezTo>
                <a:cubicBezTo>
                  <a:pt x="1073" y="1235"/>
                  <a:pt x="1073" y="1235"/>
                  <a:pt x="1073" y="1236"/>
                </a:cubicBezTo>
                <a:cubicBezTo>
                  <a:pt x="1084" y="1229"/>
                  <a:pt x="1095" y="1222"/>
                  <a:pt x="1106" y="1215"/>
                </a:cubicBezTo>
                <a:cubicBezTo>
                  <a:pt x="1099" y="1215"/>
                  <a:pt x="1099" y="1215"/>
                  <a:pt x="1099" y="1215"/>
                </a:cubicBezTo>
                <a:cubicBezTo>
                  <a:pt x="1100" y="1214"/>
                  <a:pt x="1101" y="1213"/>
                  <a:pt x="1102" y="1212"/>
                </a:cubicBezTo>
                <a:close/>
                <a:moveTo>
                  <a:pt x="189" y="325"/>
                </a:moveTo>
                <a:cubicBezTo>
                  <a:pt x="190" y="325"/>
                  <a:pt x="191" y="326"/>
                  <a:pt x="191" y="327"/>
                </a:cubicBezTo>
                <a:cubicBezTo>
                  <a:pt x="192" y="326"/>
                  <a:pt x="192" y="326"/>
                  <a:pt x="193" y="325"/>
                </a:cubicBezTo>
                <a:cubicBezTo>
                  <a:pt x="191" y="325"/>
                  <a:pt x="190" y="323"/>
                  <a:pt x="189" y="325"/>
                </a:cubicBezTo>
                <a:close/>
                <a:moveTo>
                  <a:pt x="557" y="310"/>
                </a:moveTo>
                <a:cubicBezTo>
                  <a:pt x="558" y="313"/>
                  <a:pt x="558" y="316"/>
                  <a:pt x="559" y="319"/>
                </a:cubicBezTo>
                <a:cubicBezTo>
                  <a:pt x="560" y="319"/>
                  <a:pt x="560" y="319"/>
                  <a:pt x="561" y="319"/>
                </a:cubicBezTo>
                <a:cubicBezTo>
                  <a:pt x="561" y="319"/>
                  <a:pt x="561" y="319"/>
                  <a:pt x="561" y="319"/>
                </a:cubicBezTo>
                <a:cubicBezTo>
                  <a:pt x="561" y="316"/>
                  <a:pt x="560" y="312"/>
                  <a:pt x="564" y="312"/>
                </a:cubicBezTo>
                <a:cubicBezTo>
                  <a:pt x="567" y="315"/>
                  <a:pt x="570" y="317"/>
                  <a:pt x="574" y="318"/>
                </a:cubicBezTo>
                <a:cubicBezTo>
                  <a:pt x="574" y="319"/>
                  <a:pt x="574" y="319"/>
                  <a:pt x="574" y="319"/>
                </a:cubicBezTo>
                <a:cubicBezTo>
                  <a:pt x="581" y="320"/>
                  <a:pt x="588" y="320"/>
                  <a:pt x="594" y="321"/>
                </a:cubicBezTo>
                <a:cubicBezTo>
                  <a:pt x="595" y="320"/>
                  <a:pt x="596" y="320"/>
                  <a:pt x="597" y="320"/>
                </a:cubicBezTo>
                <a:cubicBezTo>
                  <a:pt x="598" y="320"/>
                  <a:pt x="599" y="321"/>
                  <a:pt x="601" y="321"/>
                </a:cubicBezTo>
                <a:cubicBezTo>
                  <a:pt x="601" y="321"/>
                  <a:pt x="601" y="321"/>
                  <a:pt x="601" y="321"/>
                </a:cubicBezTo>
                <a:cubicBezTo>
                  <a:pt x="604" y="322"/>
                  <a:pt x="606" y="322"/>
                  <a:pt x="609" y="322"/>
                </a:cubicBezTo>
                <a:cubicBezTo>
                  <a:pt x="610" y="320"/>
                  <a:pt x="610" y="317"/>
                  <a:pt x="611" y="314"/>
                </a:cubicBezTo>
                <a:cubicBezTo>
                  <a:pt x="610" y="314"/>
                  <a:pt x="609" y="314"/>
                  <a:pt x="608" y="314"/>
                </a:cubicBezTo>
                <a:cubicBezTo>
                  <a:pt x="608" y="315"/>
                  <a:pt x="607" y="317"/>
                  <a:pt x="606" y="318"/>
                </a:cubicBezTo>
                <a:cubicBezTo>
                  <a:pt x="604" y="318"/>
                  <a:pt x="601" y="318"/>
                  <a:pt x="599" y="318"/>
                </a:cubicBezTo>
                <a:cubicBezTo>
                  <a:pt x="600" y="316"/>
                  <a:pt x="597" y="315"/>
                  <a:pt x="598" y="313"/>
                </a:cubicBezTo>
                <a:cubicBezTo>
                  <a:pt x="597" y="313"/>
                  <a:pt x="596" y="313"/>
                  <a:pt x="595" y="313"/>
                </a:cubicBezTo>
                <a:cubicBezTo>
                  <a:pt x="595" y="314"/>
                  <a:pt x="595" y="314"/>
                  <a:pt x="595" y="315"/>
                </a:cubicBezTo>
                <a:cubicBezTo>
                  <a:pt x="591" y="316"/>
                  <a:pt x="588" y="315"/>
                  <a:pt x="587" y="312"/>
                </a:cubicBezTo>
                <a:cubicBezTo>
                  <a:pt x="588" y="312"/>
                  <a:pt x="588" y="312"/>
                  <a:pt x="588" y="312"/>
                </a:cubicBezTo>
                <a:cubicBezTo>
                  <a:pt x="586" y="312"/>
                  <a:pt x="585" y="312"/>
                  <a:pt x="584" y="312"/>
                </a:cubicBezTo>
                <a:cubicBezTo>
                  <a:pt x="585" y="314"/>
                  <a:pt x="584" y="318"/>
                  <a:pt x="583" y="318"/>
                </a:cubicBezTo>
                <a:cubicBezTo>
                  <a:pt x="583" y="316"/>
                  <a:pt x="577" y="317"/>
                  <a:pt x="577" y="316"/>
                </a:cubicBezTo>
                <a:cubicBezTo>
                  <a:pt x="577" y="314"/>
                  <a:pt x="577" y="313"/>
                  <a:pt x="577" y="311"/>
                </a:cubicBezTo>
                <a:cubicBezTo>
                  <a:pt x="575" y="311"/>
                  <a:pt x="573" y="311"/>
                  <a:pt x="571" y="311"/>
                </a:cubicBezTo>
                <a:cubicBezTo>
                  <a:pt x="570" y="311"/>
                  <a:pt x="569" y="312"/>
                  <a:pt x="567" y="312"/>
                </a:cubicBezTo>
                <a:cubicBezTo>
                  <a:pt x="567" y="311"/>
                  <a:pt x="567" y="311"/>
                  <a:pt x="567" y="311"/>
                </a:cubicBezTo>
                <a:cubicBezTo>
                  <a:pt x="564" y="311"/>
                  <a:pt x="561" y="311"/>
                  <a:pt x="557" y="310"/>
                </a:cubicBezTo>
                <a:close/>
                <a:moveTo>
                  <a:pt x="977" y="869"/>
                </a:moveTo>
                <a:cubicBezTo>
                  <a:pt x="969" y="872"/>
                  <a:pt x="960" y="875"/>
                  <a:pt x="952" y="877"/>
                </a:cubicBezTo>
                <a:cubicBezTo>
                  <a:pt x="972" y="877"/>
                  <a:pt x="972" y="877"/>
                  <a:pt x="972" y="877"/>
                </a:cubicBezTo>
                <a:cubicBezTo>
                  <a:pt x="972" y="877"/>
                  <a:pt x="972" y="878"/>
                  <a:pt x="972" y="878"/>
                </a:cubicBezTo>
                <a:cubicBezTo>
                  <a:pt x="978" y="876"/>
                  <a:pt x="983" y="874"/>
                  <a:pt x="988" y="873"/>
                </a:cubicBezTo>
                <a:cubicBezTo>
                  <a:pt x="1014" y="864"/>
                  <a:pt x="1040" y="854"/>
                  <a:pt x="1065" y="843"/>
                </a:cubicBezTo>
                <a:cubicBezTo>
                  <a:pt x="1063" y="843"/>
                  <a:pt x="1062" y="843"/>
                  <a:pt x="1062" y="842"/>
                </a:cubicBezTo>
                <a:cubicBezTo>
                  <a:pt x="1062" y="841"/>
                  <a:pt x="1062" y="841"/>
                  <a:pt x="1062" y="841"/>
                </a:cubicBezTo>
                <a:cubicBezTo>
                  <a:pt x="1069" y="841"/>
                  <a:pt x="1069" y="841"/>
                  <a:pt x="1069" y="841"/>
                </a:cubicBezTo>
                <a:cubicBezTo>
                  <a:pt x="1069" y="841"/>
                  <a:pt x="1069" y="841"/>
                  <a:pt x="1069" y="841"/>
                </a:cubicBezTo>
                <a:cubicBezTo>
                  <a:pt x="1083" y="835"/>
                  <a:pt x="1096" y="829"/>
                  <a:pt x="1109" y="822"/>
                </a:cubicBezTo>
                <a:cubicBezTo>
                  <a:pt x="1112" y="821"/>
                  <a:pt x="1111" y="817"/>
                  <a:pt x="1110" y="816"/>
                </a:cubicBezTo>
                <a:cubicBezTo>
                  <a:pt x="1110" y="817"/>
                  <a:pt x="1109" y="819"/>
                  <a:pt x="1108" y="821"/>
                </a:cubicBezTo>
                <a:cubicBezTo>
                  <a:pt x="1107" y="822"/>
                  <a:pt x="1105" y="820"/>
                  <a:pt x="1104" y="822"/>
                </a:cubicBezTo>
                <a:cubicBezTo>
                  <a:pt x="1104" y="822"/>
                  <a:pt x="1104" y="822"/>
                  <a:pt x="1104" y="823"/>
                </a:cubicBezTo>
                <a:cubicBezTo>
                  <a:pt x="1096" y="823"/>
                  <a:pt x="1096" y="823"/>
                  <a:pt x="1096" y="823"/>
                </a:cubicBezTo>
                <a:cubicBezTo>
                  <a:pt x="1096" y="822"/>
                  <a:pt x="1097" y="821"/>
                  <a:pt x="1098" y="820"/>
                </a:cubicBezTo>
                <a:cubicBezTo>
                  <a:pt x="1096" y="821"/>
                  <a:pt x="1095" y="822"/>
                  <a:pt x="1094" y="822"/>
                </a:cubicBezTo>
                <a:cubicBezTo>
                  <a:pt x="1094" y="822"/>
                  <a:pt x="1094" y="823"/>
                  <a:pt x="1093" y="823"/>
                </a:cubicBezTo>
                <a:cubicBezTo>
                  <a:pt x="1092" y="823"/>
                  <a:pt x="1092" y="823"/>
                  <a:pt x="1092" y="823"/>
                </a:cubicBezTo>
                <a:cubicBezTo>
                  <a:pt x="1055" y="841"/>
                  <a:pt x="1016" y="856"/>
                  <a:pt x="977" y="869"/>
                </a:cubicBezTo>
                <a:close/>
                <a:moveTo>
                  <a:pt x="1054" y="820"/>
                </a:moveTo>
                <a:cubicBezTo>
                  <a:pt x="1036" y="827"/>
                  <a:pt x="1019" y="835"/>
                  <a:pt x="1001" y="841"/>
                </a:cubicBezTo>
                <a:cubicBezTo>
                  <a:pt x="1011" y="841"/>
                  <a:pt x="1011" y="841"/>
                  <a:pt x="1011" y="841"/>
                </a:cubicBezTo>
                <a:cubicBezTo>
                  <a:pt x="1011" y="841"/>
                  <a:pt x="1010" y="842"/>
                  <a:pt x="1009" y="842"/>
                </a:cubicBezTo>
                <a:cubicBezTo>
                  <a:pt x="1009" y="843"/>
                  <a:pt x="1008" y="843"/>
                  <a:pt x="1008" y="843"/>
                </a:cubicBezTo>
                <a:cubicBezTo>
                  <a:pt x="1008" y="847"/>
                  <a:pt x="1003" y="848"/>
                  <a:pt x="1001" y="846"/>
                </a:cubicBezTo>
                <a:cubicBezTo>
                  <a:pt x="999" y="847"/>
                  <a:pt x="997" y="848"/>
                  <a:pt x="996" y="850"/>
                </a:cubicBezTo>
                <a:cubicBezTo>
                  <a:pt x="1024" y="840"/>
                  <a:pt x="1052" y="828"/>
                  <a:pt x="1079" y="816"/>
                </a:cubicBezTo>
                <a:cubicBezTo>
                  <a:pt x="1078" y="813"/>
                  <a:pt x="1078" y="811"/>
                  <a:pt x="1075" y="810"/>
                </a:cubicBezTo>
                <a:cubicBezTo>
                  <a:pt x="1068" y="813"/>
                  <a:pt x="1062" y="816"/>
                  <a:pt x="1056" y="819"/>
                </a:cubicBezTo>
                <a:cubicBezTo>
                  <a:pt x="1056" y="819"/>
                  <a:pt x="1056" y="819"/>
                  <a:pt x="1056" y="819"/>
                </a:cubicBezTo>
                <a:cubicBezTo>
                  <a:pt x="1055" y="820"/>
                  <a:pt x="1054" y="820"/>
                  <a:pt x="1054" y="820"/>
                </a:cubicBezTo>
                <a:close/>
                <a:moveTo>
                  <a:pt x="1060" y="818"/>
                </a:moveTo>
                <a:cubicBezTo>
                  <a:pt x="1061" y="817"/>
                  <a:pt x="1062" y="816"/>
                  <a:pt x="1064" y="817"/>
                </a:cubicBezTo>
                <a:cubicBezTo>
                  <a:pt x="1064" y="818"/>
                  <a:pt x="1064" y="818"/>
                  <a:pt x="1065" y="818"/>
                </a:cubicBezTo>
                <a:cubicBezTo>
                  <a:pt x="1065" y="820"/>
                  <a:pt x="1062" y="822"/>
                  <a:pt x="1060" y="820"/>
                </a:cubicBezTo>
                <a:cubicBezTo>
                  <a:pt x="1060" y="819"/>
                  <a:pt x="1060" y="818"/>
                  <a:pt x="1060" y="818"/>
                </a:cubicBezTo>
                <a:close/>
                <a:moveTo>
                  <a:pt x="1089" y="844"/>
                </a:moveTo>
                <a:cubicBezTo>
                  <a:pt x="1066" y="854"/>
                  <a:pt x="1043" y="863"/>
                  <a:pt x="1020" y="872"/>
                </a:cubicBezTo>
                <a:cubicBezTo>
                  <a:pt x="1016" y="874"/>
                  <a:pt x="1012" y="875"/>
                  <a:pt x="1009" y="877"/>
                </a:cubicBezTo>
                <a:cubicBezTo>
                  <a:pt x="1009" y="877"/>
                  <a:pt x="1009" y="877"/>
                  <a:pt x="1009" y="877"/>
                </a:cubicBezTo>
                <a:cubicBezTo>
                  <a:pt x="1010" y="879"/>
                  <a:pt x="1012" y="880"/>
                  <a:pt x="1013" y="883"/>
                </a:cubicBezTo>
                <a:cubicBezTo>
                  <a:pt x="1039" y="873"/>
                  <a:pt x="1064" y="862"/>
                  <a:pt x="1090" y="850"/>
                </a:cubicBezTo>
                <a:cubicBezTo>
                  <a:pt x="1089" y="850"/>
                  <a:pt x="1088" y="849"/>
                  <a:pt x="1088" y="848"/>
                </a:cubicBezTo>
                <a:cubicBezTo>
                  <a:pt x="1093" y="847"/>
                  <a:pt x="1090" y="846"/>
                  <a:pt x="1089" y="844"/>
                </a:cubicBezTo>
                <a:close/>
                <a:moveTo>
                  <a:pt x="1023" y="877"/>
                </a:moveTo>
                <a:cubicBezTo>
                  <a:pt x="1023" y="877"/>
                  <a:pt x="1023" y="877"/>
                  <a:pt x="1023" y="877"/>
                </a:cubicBezTo>
                <a:cubicBezTo>
                  <a:pt x="1025" y="877"/>
                  <a:pt x="1025" y="877"/>
                  <a:pt x="1025" y="877"/>
                </a:cubicBezTo>
                <a:cubicBezTo>
                  <a:pt x="1024" y="877"/>
                  <a:pt x="1024" y="877"/>
                  <a:pt x="1023" y="877"/>
                </a:cubicBezTo>
                <a:close/>
                <a:moveTo>
                  <a:pt x="1083" y="806"/>
                </a:moveTo>
                <a:cubicBezTo>
                  <a:pt x="1083" y="807"/>
                  <a:pt x="1083" y="809"/>
                  <a:pt x="1083" y="810"/>
                </a:cubicBezTo>
                <a:cubicBezTo>
                  <a:pt x="1085" y="809"/>
                  <a:pt x="1087" y="809"/>
                  <a:pt x="1087" y="807"/>
                </a:cubicBezTo>
                <a:cubicBezTo>
                  <a:pt x="1086" y="807"/>
                  <a:pt x="1085" y="806"/>
                  <a:pt x="1085" y="805"/>
                </a:cubicBezTo>
                <a:cubicBezTo>
                  <a:pt x="1085" y="805"/>
                  <a:pt x="1084" y="806"/>
                  <a:pt x="1083" y="806"/>
                </a:cubicBezTo>
                <a:close/>
                <a:moveTo>
                  <a:pt x="684" y="327"/>
                </a:moveTo>
                <a:cubicBezTo>
                  <a:pt x="678" y="327"/>
                  <a:pt x="678" y="327"/>
                  <a:pt x="678" y="327"/>
                </a:cubicBezTo>
                <a:cubicBezTo>
                  <a:pt x="678" y="326"/>
                  <a:pt x="678" y="324"/>
                  <a:pt x="676" y="323"/>
                </a:cubicBezTo>
                <a:cubicBezTo>
                  <a:pt x="672" y="322"/>
                  <a:pt x="668" y="321"/>
                  <a:pt x="665" y="321"/>
                </a:cubicBezTo>
                <a:cubicBezTo>
                  <a:pt x="665" y="322"/>
                  <a:pt x="664" y="324"/>
                  <a:pt x="664" y="325"/>
                </a:cubicBezTo>
                <a:cubicBezTo>
                  <a:pt x="658" y="326"/>
                  <a:pt x="657" y="323"/>
                  <a:pt x="657" y="320"/>
                </a:cubicBezTo>
                <a:cubicBezTo>
                  <a:pt x="655" y="319"/>
                  <a:pt x="653" y="319"/>
                  <a:pt x="650" y="319"/>
                </a:cubicBezTo>
                <a:cubicBezTo>
                  <a:pt x="650" y="319"/>
                  <a:pt x="650" y="319"/>
                  <a:pt x="650" y="319"/>
                </a:cubicBezTo>
                <a:cubicBezTo>
                  <a:pt x="649" y="319"/>
                  <a:pt x="648" y="319"/>
                  <a:pt x="647" y="318"/>
                </a:cubicBezTo>
                <a:cubicBezTo>
                  <a:pt x="646" y="322"/>
                  <a:pt x="642" y="322"/>
                  <a:pt x="637" y="321"/>
                </a:cubicBezTo>
                <a:cubicBezTo>
                  <a:pt x="637" y="320"/>
                  <a:pt x="638" y="318"/>
                  <a:pt x="637" y="317"/>
                </a:cubicBezTo>
                <a:cubicBezTo>
                  <a:pt x="637" y="317"/>
                  <a:pt x="636" y="317"/>
                  <a:pt x="636" y="317"/>
                </a:cubicBezTo>
                <a:cubicBezTo>
                  <a:pt x="636" y="319"/>
                  <a:pt x="634" y="321"/>
                  <a:pt x="631" y="320"/>
                </a:cubicBezTo>
                <a:cubicBezTo>
                  <a:pt x="630" y="319"/>
                  <a:pt x="631" y="318"/>
                  <a:pt x="631" y="316"/>
                </a:cubicBezTo>
                <a:cubicBezTo>
                  <a:pt x="630" y="316"/>
                  <a:pt x="629" y="316"/>
                  <a:pt x="628" y="316"/>
                </a:cubicBezTo>
                <a:cubicBezTo>
                  <a:pt x="628" y="316"/>
                  <a:pt x="627" y="316"/>
                  <a:pt x="627" y="316"/>
                </a:cubicBezTo>
                <a:cubicBezTo>
                  <a:pt x="627" y="316"/>
                  <a:pt x="626" y="316"/>
                  <a:pt x="626" y="316"/>
                </a:cubicBezTo>
                <a:cubicBezTo>
                  <a:pt x="624" y="316"/>
                  <a:pt x="621" y="315"/>
                  <a:pt x="618" y="315"/>
                </a:cubicBezTo>
                <a:cubicBezTo>
                  <a:pt x="618" y="316"/>
                  <a:pt x="617" y="318"/>
                  <a:pt x="617" y="320"/>
                </a:cubicBezTo>
                <a:cubicBezTo>
                  <a:pt x="616" y="321"/>
                  <a:pt x="612" y="319"/>
                  <a:pt x="611" y="321"/>
                </a:cubicBezTo>
                <a:cubicBezTo>
                  <a:pt x="612" y="322"/>
                  <a:pt x="614" y="322"/>
                  <a:pt x="614" y="323"/>
                </a:cubicBezTo>
                <a:cubicBezTo>
                  <a:pt x="618" y="323"/>
                  <a:pt x="622" y="323"/>
                  <a:pt x="625" y="324"/>
                </a:cubicBezTo>
                <a:cubicBezTo>
                  <a:pt x="625" y="323"/>
                  <a:pt x="625" y="322"/>
                  <a:pt x="625" y="321"/>
                </a:cubicBezTo>
                <a:cubicBezTo>
                  <a:pt x="627" y="321"/>
                  <a:pt x="628" y="320"/>
                  <a:pt x="629" y="320"/>
                </a:cubicBezTo>
                <a:cubicBezTo>
                  <a:pt x="628" y="322"/>
                  <a:pt x="630" y="324"/>
                  <a:pt x="631" y="324"/>
                </a:cubicBezTo>
                <a:cubicBezTo>
                  <a:pt x="634" y="325"/>
                  <a:pt x="637" y="325"/>
                  <a:pt x="640" y="326"/>
                </a:cubicBezTo>
                <a:cubicBezTo>
                  <a:pt x="640" y="325"/>
                  <a:pt x="640" y="325"/>
                  <a:pt x="640" y="325"/>
                </a:cubicBezTo>
                <a:cubicBezTo>
                  <a:pt x="647" y="327"/>
                  <a:pt x="646" y="321"/>
                  <a:pt x="652" y="322"/>
                </a:cubicBezTo>
                <a:cubicBezTo>
                  <a:pt x="651" y="324"/>
                  <a:pt x="654" y="324"/>
                  <a:pt x="653" y="326"/>
                </a:cubicBezTo>
                <a:cubicBezTo>
                  <a:pt x="650" y="325"/>
                  <a:pt x="649" y="326"/>
                  <a:pt x="648" y="327"/>
                </a:cubicBezTo>
                <a:cubicBezTo>
                  <a:pt x="663" y="328"/>
                  <a:pt x="677" y="330"/>
                  <a:pt x="691" y="333"/>
                </a:cubicBezTo>
                <a:cubicBezTo>
                  <a:pt x="713" y="336"/>
                  <a:pt x="734" y="340"/>
                  <a:pt x="756" y="344"/>
                </a:cubicBezTo>
                <a:cubicBezTo>
                  <a:pt x="792" y="344"/>
                  <a:pt x="792" y="344"/>
                  <a:pt x="792" y="344"/>
                </a:cubicBezTo>
                <a:cubicBezTo>
                  <a:pt x="763" y="338"/>
                  <a:pt x="734" y="332"/>
                  <a:pt x="705" y="327"/>
                </a:cubicBezTo>
                <a:cubicBezTo>
                  <a:pt x="704" y="327"/>
                  <a:pt x="704" y="327"/>
                  <a:pt x="704" y="327"/>
                </a:cubicBezTo>
                <a:cubicBezTo>
                  <a:pt x="704" y="327"/>
                  <a:pt x="704" y="327"/>
                  <a:pt x="704" y="327"/>
                </a:cubicBezTo>
                <a:cubicBezTo>
                  <a:pt x="703" y="327"/>
                  <a:pt x="702" y="327"/>
                  <a:pt x="701" y="327"/>
                </a:cubicBezTo>
                <a:cubicBezTo>
                  <a:pt x="701" y="327"/>
                  <a:pt x="701" y="327"/>
                  <a:pt x="701" y="327"/>
                </a:cubicBezTo>
                <a:cubicBezTo>
                  <a:pt x="687" y="327"/>
                  <a:pt x="687" y="327"/>
                  <a:pt x="687" y="327"/>
                </a:cubicBezTo>
                <a:cubicBezTo>
                  <a:pt x="688" y="326"/>
                  <a:pt x="687" y="326"/>
                  <a:pt x="687" y="324"/>
                </a:cubicBezTo>
                <a:cubicBezTo>
                  <a:pt x="684" y="324"/>
                  <a:pt x="680" y="323"/>
                  <a:pt x="677" y="323"/>
                </a:cubicBezTo>
                <a:cubicBezTo>
                  <a:pt x="680" y="323"/>
                  <a:pt x="683" y="325"/>
                  <a:pt x="684" y="327"/>
                </a:cubicBezTo>
                <a:close/>
                <a:moveTo>
                  <a:pt x="1100" y="778"/>
                </a:moveTo>
                <a:cubicBezTo>
                  <a:pt x="1100" y="778"/>
                  <a:pt x="1099" y="779"/>
                  <a:pt x="1098" y="779"/>
                </a:cubicBezTo>
                <a:cubicBezTo>
                  <a:pt x="1098" y="780"/>
                  <a:pt x="1098" y="780"/>
                  <a:pt x="1098" y="781"/>
                </a:cubicBezTo>
                <a:cubicBezTo>
                  <a:pt x="1099" y="782"/>
                  <a:pt x="1101" y="783"/>
                  <a:pt x="1102" y="785"/>
                </a:cubicBezTo>
                <a:cubicBezTo>
                  <a:pt x="1102" y="785"/>
                  <a:pt x="1102" y="785"/>
                  <a:pt x="1103" y="784"/>
                </a:cubicBezTo>
                <a:cubicBezTo>
                  <a:pt x="1105" y="784"/>
                  <a:pt x="1105" y="781"/>
                  <a:pt x="1104" y="780"/>
                </a:cubicBezTo>
                <a:cubicBezTo>
                  <a:pt x="1103" y="780"/>
                  <a:pt x="1103" y="780"/>
                  <a:pt x="1102" y="779"/>
                </a:cubicBezTo>
                <a:cubicBezTo>
                  <a:pt x="1102" y="779"/>
                  <a:pt x="1102" y="778"/>
                  <a:pt x="1102" y="778"/>
                </a:cubicBezTo>
                <a:cubicBezTo>
                  <a:pt x="1101" y="778"/>
                  <a:pt x="1101" y="778"/>
                  <a:pt x="1100" y="778"/>
                </a:cubicBezTo>
                <a:close/>
                <a:moveTo>
                  <a:pt x="1092" y="787"/>
                </a:moveTo>
                <a:cubicBezTo>
                  <a:pt x="1090" y="786"/>
                  <a:pt x="1088" y="784"/>
                  <a:pt x="1087" y="783"/>
                </a:cubicBezTo>
                <a:cubicBezTo>
                  <a:pt x="1085" y="783"/>
                  <a:pt x="1083" y="784"/>
                  <a:pt x="1081" y="784"/>
                </a:cubicBezTo>
                <a:cubicBezTo>
                  <a:pt x="1081" y="784"/>
                  <a:pt x="1081" y="785"/>
                  <a:pt x="1081" y="785"/>
                </a:cubicBezTo>
                <a:cubicBezTo>
                  <a:pt x="1081" y="786"/>
                  <a:pt x="1082" y="787"/>
                  <a:pt x="1082" y="787"/>
                </a:cubicBezTo>
                <a:cubicBezTo>
                  <a:pt x="1071" y="788"/>
                  <a:pt x="1071" y="788"/>
                  <a:pt x="1071" y="788"/>
                </a:cubicBezTo>
                <a:cubicBezTo>
                  <a:pt x="1071" y="787"/>
                  <a:pt x="1071" y="787"/>
                  <a:pt x="1071" y="787"/>
                </a:cubicBezTo>
                <a:cubicBezTo>
                  <a:pt x="1034" y="796"/>
                  <a:pt x="995" y="799"/>
                  <a:pt x="958" y="799"/>
                </a:cubicBezTo>
                <a:cubicBezTo>
                  <a:pt x="921" y="800"/>
                  <a:pt x="886" y="794"/>
                  <a:pt x="851" y="789"/>
                </a:cubicBezTo>
                <a:cubicBezTo>
                  <a:pt x="851" y="789"/>
                  <a:pt x="851" y="789"/>
                  <a:pt x="851" y="789"/>
                </a:cubicBezTo>
                <a:cubicBezTo>
                  <a:pt x="851" y="789"/>
                  <a:pt x="851" y="789"/>
                  <a:pt x="851" y="789"/>
                </a:cubicBezTo>
                <a:cubicBezTo>
                  <a:pt x="845" y="789"/>
                  <a:pt x="839" y="788"/>
                  <a:pt x="833" y="787"/>
                </a:cubicBezTo>
                <a:cubicBezTo>
                  <a:pt x="834" y="788"/>
                  <a:pt x="834" y="788"/>
                  <a:pt x="834" y="789"/>
                </a:cubicBezTo>
                <a:cubicBezTo>
                  <a:pt x="834" y="789"/>
                  <a:pt x="834" y="789"/>
                  <a:pt x="834" y="790"/>
                </a:cubicBezTo>
                <a:cubicBezTo>
                  <a:pt x="825" y="790"/>
                  <a:pt x="825" y="790"/>
                  <a:pt x="825" y="790"/>
                </a:cubicBezTo>
                <a:cubicBezTo>
                  <a:pt x="826" y="788"/>
                  <a:pt x="826" y="788"/>
                  <a:pt x="828" y="787"/>
                </a:cubicBezTo>
                <a:cubicBezTo>
                  <a:pt x="825" y="786"/>
                  <a:pt x="823" y="788"/>
                  <a:pt x="821" y="790"/>
                </a:cubicBezTo>
                <a:cubicBezTo>
                  <a:pt x="808" y="790"/>
                  <a:pt x="808" y="790"/>
                  <a:pt x="808" y="790"/>
                </a:cubicBezTo>
                <a:cubicBezTo>
                  <a:pt x="808" y="790"/>
                  <a:pt x="808" y="790"/>
                  <a:pt x="808" y="790"/>
                </a:cubicBezTo>
                <a:cubicBezTo>
                  <a:pt x="809" y="789"/>
                  <a:pt x="810" y="789"/>
                  <a:pt x="812" y="789"/>
                </a:cubicBezTo>
                <a:cubicBezTo>
                  <a:pt x="812" y="788"/>
                  <a:pt x="812" y="786"/>
                  <a:pt x="813" y="785"/>
                </a:cubicBezTo>
                <a:cubicBezTo>
                  <a:pt x="812" y="785"/>
                  <a:pt x="811" y="785"/>
                  <a:pt x="810" y="785"/>
                </a:cubicBezTo>
                <a:cubicBezTo>
                  <a:pt x="810" y="786"/>
                  <a:pt x="809" y="787"/>
                  <a:pt x="808" y="788"/>
                </a:cubicBezTo>
                <a:cubicBezTo>
                  <a:pt x="806" y="788"/>
                  <a:pt x="803" y="788"/>
                  <a:pt x="802" y="786"/>
                </a:cubicBezTo>
                <a:cubicBezTo>
                  <a:pt x="802" y="786"/>
                  <a:pt x="802" y="785"/>
                  <a:pt x="803" y="785"/>
                </a:cubicBezTo>
                <a:cubicBezTo>
                  <a:pt x="802" y="785"/>
                  <a:pt x="802" y="785"/>
                  <a:pt x="801" y="785"/>
                </a:cubicBezTo>
                <a:cubicBezTo>
                  <a:pt x="801" y="785"/>
                  <a:pt x="801" y="785"/>
                  <a:pt x="801" y="786"/>
                </a:cubicBezTo>
                <a:cubicBezTo>
                  <a:pt x="798" y="786"/>
                  <a:pt x="796" y="785"/>
                  <a:pt x="792" y="785"/>
                </a:cubicBezTo>
                <a:cubicBezTo>
                  <a:pt x="793" y="787"/>
                  <a:pt x="796" y="788"/>
                  <a:pt x="797" y="790"/>
                </a:cubicBezTo>
                <a:cubicBezTo>
                  <a:pt x="786" y="790"/>
                  <a:pt x="786" y="790"/>
                  <a:pt x="786" y="790"/>
                </a:cubicBezTo>
                <a:cubicBezTo>
                  <a:pt x="785" y="788"/>
                  <a:pt x="787" y="786"/>
                  <a:pt x="789" y="784"/>
                </a:cubicBezTo>
                <a:cubicBezTo>
                  <a:pt x="786" y="784"/>
                  <a:pt x="783" y="784"/>
                  <a:pt x="780" y="784"/>
                </a:cubicBezTo>
                <a:cubicBezTo>
                  <a:pt x="780" y="784"/>
                  <a:pt x="780" y="784"/>
                  <a:pt x="780" y="785"/>
                </a:cubicBezTo>
                <a:cubicBezTo>
                  <a:pt x="780" y="785"/>
                  <a:pt x="780" y="787"/>
                  <a:pt x="780" y="787"/>
                </a:cubicBezTo>
                <a:cubicBezTo>
                  <a:pt x="778" y="787"/>
                  <a:pt x="777" y="787"/>
                  <a:pt x="776" y="787"/>
                </a:cubicBezTo>
                <a:cubicBezTo>
                  <a:pt x="776" y="788"/>
                  <a:pt x="776" y="788"/>
                  <a:pt x="776" y="788"/>
                </a:cubicBezTo>
                <a:cubicBezTo>
                  <a:pt x="776" y="788"/>
                  <a:pt x="776" y="788"/>
                  <a:pt x="776" y="788"/>
                </a:cubicBezTo>
                <a:cubicBezTo>
                  <a:pt x="777" y="788"/>
                  <a:pt x="778" y="789"/>
                  <a:pt x="778" y="790"/>
                </a:cubicBezTo>
                <a:cubicBezTo>
                  <a:pt x="773" y="790"/>
                  <a:pt x="773" y="790"/>
                  <a:pt x="773" y="790"/>
                </a:cubicBezTo>
                <a:cubicBezTo>
                  <a:pt x="773" y="790"/>
                  <a:pt x="773" y="789"/>
                  <a:pt x="773" y="789"/>
                </a:cubicBezTo>
                <a:cubicBezTo>
                  <a:pt x="771" y="789"/>
                  <a:pt x="770" y="789"/>
                  <a:pt x="768" y="788"/>
                </a:cubicBezTo>
                <a:cubicBezTo>
                  <a:pt x="768" y="787"/>
                  <a:pt x="768" y="786"/>
                  <a:pt x="769" y="785"/>
                </a:cubicBezTo>
                <a:cubicBezTo>
                  <a:pt x="768" y="785"/>
                  <a:pt x="767" y="785"/>
                  <a:pt x="767" y="785"/>
                </a:cubicBezTo>
                <a:cubicBezTo>
                  <a:pt x="767" y="787"/>
                  <a:pt x="766" y="788"/>
                  <a:pt x="765" y="789"/>
                </a:cubicBezTo>
                <a:cubicBezTo>
                  <a:pt x="763" y="789"/>
                  <a:pt x="761" y="787"/>
                  <a:pt x="759" y="786"/>
                </a:cubicBezTo>
                <a:cubicBezTo>
                  <a:pt x="756" y="786"/>
                  <a:pt x="752" y="787"/>
                  <a:pt x="748" y="788"/>
                </a:cubicBezTo>
                <a:cubicBezTo>
                  <a:pt x="748" y="788"/>
                  <a:pt x="747" y="788"/>
                  <a:pt x="746" y="788"/>
                </a:cubicBezTo>
                <a:cubicBezTo>
                  <a:pt x="747" y="789"/>
                  <a:pt x="747" y="790"/>
                  <a:pt x="747" y="790"/>
                </a:cubicBezTo>
                <a:cubicBezTo>
                  <a:pt x="739" y="790"/>
                  <a:pt x="739" y="790"/>
                  <a:pt x="739" y="790"/>
                </a:cubicBezTo>
                <a:cubicBezTo>
                  <a:pt x="722" y="796"/>
                  <a:pt x="720" y="808"/>
                  <a:pt x="727" y="820"/>
                </a:cubicBezTo>
                <a:cubicBezTo>
                  <a:pt x="729" y="819"/>
                  <a:pt x="733" y="819"/>
                  <a:pt x="734" y="821"/>
                </a:cubicBezTo>
                <a:cubicBezTo>
                  <a:pt x="735" y="823"/>
                  <a:pt x="733" y="823"/>
                  <a:pt x="734" y="825"/>
                </a:cubicBezTo>
                <a:cubicBezTo>
                  <a:pt x="734" y="825"/>
                  <a:pt x="735" y="825"/>
                  <a:pt x="736" y="825"/>
                </a:cubicBezTo>
                <a:cubicBezTo>
                  <a:pt x="736" y="826"/>
                  <a:pt x="736" y="826"/>
                  <a:pt x="736" y="826"/>
                </a:cubicBezTo>
                <a:cubicBezTo>
                  <a:pt x="732" y="826"/>
                  <a:pt x="732" y="826"/>
                  <a:pt x="732" y="826"/>
                </a:cubicBezTo>
                <a:cubicBezTo>
                  <a:pt x="734" y="829"/>
                  <a:pt x="737" y="832"/>
                  <a:pt x="741" y="834"/>
                </a:cubicBezTo>
                <a:cubicBezTo>
                  <a:pt x="746" y="838"/>
                  <a:pt x="752" y="841"/>
                  <a:pt x="758" y="843"/>
                </a:cubicBezTo>
                <a:cubicBezTo>
                  <a:pt x="769" y="843"/>
                  <a:pt x="769" y="843"/>
                  <a:pt x="769" y="843"/>
                </a:cubicBezTo>
                <a:cubicBezTo>
                  <a:pt x="769" y="844"/>
                  <a:pt x="768" y="846"/>
                  <a:pt x="768" y="847"/>
                </a:cubicBezTo>
                <a:cubicBezTo>
                  <a:pt x="771" y="848"/>
                  <a:pt x="774" y="849"/>
                  <a:pt x="777" y="850"/>
                </a:cubicBezTo>
                <a:cubicBezTo>
                  <a:pt x="775" y="848"/>
                  <a:pt x="774" y="846"/>
                  <a:pt x="773" y="843"/>
                </a:cubicBezTo>
                <a:cubicBezTo>
                  <a:pt x="780" y="843"/>
                  <a:pt x="780" y="843"/>
                  <a:pt x="780" y="843"/>
                </a:cubicBezTo>
                <a:cubicBezTo>
                  <a:pt x="776" y="842"/>
                  <a:pt x="772" y="841"/>
                  <a:pt x="768" y="840"/>
                </a:cubicBezTo>
                <a:cubicBezTo>
                  <a:pt x="762" y="838"/>
                  <a:pt x="751" y="832"/>
                  <a:pt x="742" y="826"/>
                </a:cubicBezTo>
                <a:cubicBezTo>
                  <a:pt x="740" y="826"/>
                  <a:pt x="740" y="826"/>
                  <a:pt x="740" y="826"/>
                </a:cubicBezTo>
                <a:cubicBezTo>
                  <a:pt x="739" y="825"/>
                  <a:pt x="738" y="823"/>
                  <a:pt x="737" y="822"/>
                </a:cubicBezTo>
                <a:cubicBezTo>
                  <a:pt x="734" y="819"/>
                  <a:pt x="731" y="816"/>
                  <a:pt x="730" y="812"/>
                </a:cubicBezTo>
                <a:cubicBezTo>
                  <a:pt x="729" y="811"/>
                  <a:pt x="728" y="809"/>
                  <a:pt x="727" y="808"/>
                </a:cubicBezTo>
                <a:cubicBezTo>
                  <a:pt x="729" y="808"/>
                  <a:pt x="729" y="808"/>
                  <a:pt x="729" y="808"/>
                </a:cubicBezTo>
                <a:cubicBezTo>
                  <a:pt x="730" y="804"/>
                  <a:pt x="733" y="800"/>
                  <a:pt x="741" y="797"/>
                </a:cubicBezTo>
                <a:cubicBezTo>
                  <a:pt x="766" y="786"/>
                  <a:pt x="800" y="791"/>
                  <a:pt x="827" y="793"/>
                </a:cubicBezTo>
                <a:cubicBezTo>
                  <a:pt x="871" y="798"/>
                  <a:pt x="914" y="806"/>
                  <a:pt x="958" y="806"/>
                </a:cubicBezTo>
                <a:cubicBezTo>
                  <a:pt x="1003" y="806"/>
                  <a:pt x="1051" y="801"/>
                  <a:pt x="1094" y="787"/>
                </a:cubicBezTo>
                <a:lnTo>
                  <a:pt x="1092" y="787"/>
                </a:lnTo>
                <a:close/>
                <a:moveTo>
                  <a:pt x="1121" y="847"/>
                </a:moveTo>
                <a:cubicBezTo>
                  <a:pt x="1121" y="846"/>
                  <a:pt x="1120" y="846"/>
                  <a:pt x="1120" y="846"/>
                </a:cubicBezTo>
                <a:cubicBezTo>
                  <a:pt x="1119" y="846"/>
                  <a:pt x="1119" y="846"/>
                  <a:pt x="1118" y="846"/>
                </a:cubicBezTo>
                <a:cubicBezTo>
                  <a:pt x="1086" y="865"/>
                  <a:pt x="1053" y="880"/>
                  <a:pt x="1018" y="894"/>
                </a:cubicBezTo>
                <a:cubicBezTo>
                  <a:pt x="1019" y="894"/>
                  <a:pt x="1019" y="894"/>
                  <a:pt x="1019" y="894"/>
                </a:cubicBezTo>
                <a:cubicBezTo>
                  <a:pt x="1019" y="894"/>
                  <a:pt x="1019" y="895"/>
                  <a:pt x="1019" y="895"/>
                </a:cubicBezTo>
                <a:cubicBezTo>
                  <a:pt x="1015" y="895"/>
                  <a:pt x="1015" y="895"/>
                  <a:pt x="1015" y="895"/>
                </a:cubicBezTo>
                <a:cubicBezTo>
                  <a:pt x="998" y="901"/>
                  <a:pt x="981" y="907"/>
                  <a:pt x="964" y="913"/>
                </a:cubicBezTo>
                <a:cubicBezTo>
                  <a:pt x="964" y="915"/>
                  <a:pt x="961" y="915"/>
                  <a:pt x="961" y="918"/>
                </a:cubicBezTo>
                <a:cubicBezTo>
                  <a:pt x="960" y="918"/>
                  <a:pt x="956" y="919"/>
                  <a:pt x="956" y="917"/>
                </a:cubicBezTo>
                <a:cubicBezTo>
                  <a:pt x="955" y="917"/>
                  <a:pt x="955" y="916"/>
                  <a:pt x="955" y="916"/>
                </a:cubicBezTo>
                <a:cubicBezTo>
                  <a:pt x="955" y="916"/>
                  <a:pt x="955" y="916"/>
                  <a:pt x="954" y="916"/>
                </a:cubicBezTo>
                <a:cubicBezTo>
                  <a:pt x="954" y="916"/>
                  <a:pt x="954" y="916"/>
                  <a:pt x="954" y="916"/>
                </a:cubicBezTo>
                <a:cubicBezTo>
                  <a:pt x="954" y="916"/>
                  <a:pt x="954" y="916"/>
                  <a:pt x="954" y="916"/>
                </a:cubicBezTo>
                <a:cubicBezTo>
                  <a:pt x="953" y="919"/>
                  <a:pt x="950" y="918"/>
                  <a:pt x="947" y="918"/>
                </a:cubicBezTo>
                <a:cubicBezTo>
                  <a:pt x="947" y="918"/>
                  <a:pt x="947" y="918"/>
                  <a:pt x="947" y="918"/>
                </a:cubicBezTo>
                <a:cubicBezTo>
                  <a:pt x="944" y="919"/>
                  <a:pt x="940" y="921"/>
                  <a:pt x="936" y="922"/>
                </a:cubicBezTo>
                <a:cubicBezTo>
                  <a:pt x="936" y="922"/>
                  <a:pt x="936" y="923"/>
                  <a:pt x="935" y="924"/>
                </a:cubicBezTo>
                <a:cubicBezTo>
                  <a:pt x="936" y="924"/>
                  <a:pt x="937" y="924"/>
                  <a:pt x="937" y="924"/>
                </a:cubicBezTo>
                <a:cubicBezTo>
                  <a:pt x="937" y="924"/>
                  <a:pt x="937" y="924"/>
                  <a:pt x="937" y="924"/>
                </a:cubicBezTo>
                <a:cubicBezTo>
                  <a:pt x="937" y="924"/>
                  <a:pt x="938" y="924"/>
                  <a:pt x="938" y="924"/>
                </a:cubicBezTo>
                <a:cubicBezTo>
                  <a:pt x="938" y="925"/>
                  <a:pt x="939" y="926"/>
                  <a:pt x="939" y="926"/>
                </a:cubicBezTo>
                <a:cubicBezTo>
                  <a:pt x="940" y="926"/>
                  <a:pt x="940" y="926"/>
                  <a:pt x="941" y="926"/>
                </a:cubicBezTo>
                <a:cubicBezTo>
                  <a:pt x="941" y="926"/>
                  <a:pt x="941" y="927"/>
                  <a:pt x="941" y="927"/>
                </a:cubicBezTo>
                <a:cubicBezTo>
                  <a:pt x="951" y="924"/>
                  <a:pt x="961" y="921"/>
                  <a:pt x="971" y="918"/>
                </a:cubicBezTo>
                <a:cubicBezTo>
                  <a:pt x="972" y="916"/>
                  <a:pt x="972" y="915"/>
                  <a:pt x="972" y="913"/>
                </a:cubicBezTo>
                <a:cubicBezTo>
                  <a:pt x="971" y="913"/>
                  <a:pt x="970" y="913"/>
                  <a:pt x="969" y="913"/>
                </a:cubicBezTo>
                <a:cubicBezTo>
                  <a:pt x="976" y="913"/>
                  <a:pt x="976" y="913"/>
                  <a:pt x="976" y="913"/>
                </a:cubicBezTo>
                <a:cubicBezTo>
                  <a:pt x="976" y="913"/>
                  <a:pt x="976" y="913"/>
                  <a:pt x="975" y="913"/>
                </a:cubicBezTo>
                <a:cubicBezTo>
                  <a:pt x="975" y="913"/>
                  <a:pt x="975" y="913"/>
                  <a:pt x="975" y="913"/>
                </a:cubicBezTo>
                <a:cubicBezTo>
                  <a:pt x="976" y="913"/>
                  <a:pt x="976" y="914"/>
                  <a:pt x="976" y="914"/>
                </a:cubicBezTo>
                <a:cubicBezTo>
                  <a:pt x="977" y="913"/>
                  <a:pt x="977" y="913"/>
                  <a:pt x="977" y="913"/>
                </a:cubicBezTo>
                <a:cubicBezTo>
                  <a:pt x="985" y="913"/>
                  <a:pt x="985" y="913"/>
                  <a:pt x="985" y="913"/>
                </a:cubicBezTo>
                <a:cubicBezTo>
                  <a:pt x="985" y="913"/>
                  <a:pt x="984" y="913"/>
                  <a:pt x="984" y="913"/>
                </a:cubicBezTo>
                <a:cubicBezTo>
                  <a:pt x="987" y="912"/>
                  <a:pt x="990" y="911"/>
                  <a:pt x="994" y="910"/>
                </a:cubicBezTo>
                <a:cubicBezTo>
                  <a:pt x="1010" y="904"/>
                  <a:pt x="1026" y="898"/>
                  <a:pt x="1042" y="891"/>
                </a:cubicBezTo>
                <a:cubicBezTo>
                  <a:pt x="1043" y="890"/>
                  <a:pt x="1044" y="890"/>
                  <a:pt x="1044" y="889"/>
                </a:cubicBezTo>
                <a:cubicBezTo>
                  <a:pt x="1044" y="889"/>
                  <a:pt x="1045" y="890"/>
                  <a:pt x="1045" y="890"/>
                </a:cubicBezTo>
                <a:cubicBezTo>
                  <a:pt x="1071" y="879"/>
                  <a:pt x="1097" y="866"/>
                  <a:pt x="1122" y="852"/>
                </a:cubicBezTo>
                <a:cubicBezTo>
                  <a:pt x="1124" y="850"/>
                  <a:pt x="1123" y="848"/>
                  <a:pt x="1122" y="847"/>
                </a:cubicBezTo>
                <a:cubicBezTo>
                  <a:pt x="1121" y="847"/>
                  <a:pt x="1121" y="847"/>
                  <a:pt x="1121" y="847"/>
                </a:cubicBezTo>
                <a:close/>
                <a:moveTo>
                  <a:pt x="889" y="1127"/>
                </a:moveTo>
                <a:cubicBezTo>
                  <a:pt x="891" y="1127"/>
                  <a:pt x="891" y="1127"/>
                  <a:pt x="891" y="1127"/>
                </a:cubicBezTo>
                <a:cubicBezTo>
                  <a:pt x="891" y="1128"/>
                  <a:pt x="891" y="1128"/>
                  <a:pt x="891" y="1128"/>
                </a:cubicBezTo>
                <a:cubicBezTo>
                  <a:pt x="890" y="1129"/>
                  <a:pt x="888" y="1128"/>
                  <a:pt x="887" y="1128"/>
                </a:cubicBezTo>
                <a:cubicBezTo>
                  <a:pt x="886" y="1128"/>
                  <a:pt x="885" y="1129"/>
                  <a:pt x="884" y="1129"/>
                </a:cubicBezTo>
                <a:cubicBezTo>
                  <a:pt x="885" y="1131"/>
                  <a:pt x="886" y="1133"/>
                  <a:pt x="887" y="1135"/>
                </a:cubicBezTo>
                <a:cubicBezTo>
                  <a:pt x="889" y="1134"/>
                  <a:pt x="890" y="1134"/>
                  <a:pt x="891" y="1134"/>
                </a:cubicBezTo>
                <a:cubicBezTo>
                  <a:pt x="891" y="1133"/>
                  <a:pt x="891" y="1132"/>
                  <a:pt x="892" y="1131"/>
                </a:cubicBezTo>
                <a:cubicBezTo>
                  <a:pt x="893" y="1131"/>
                  <a:pt x="894" y="1131"/>
                  <a:pt x="895" y="1131"/>
                </a:cubicBezTo>
                <a:cubicBezTo>
                  <a:pt x="895" y="1130"/>
                  <a:pt x="895" y="1129"/>
                  <a:pt x="895" y="1127"/>
                </a:cubicBezTo>
                <a:cubicBezTo>
                  <a:pt x="909" y="1127"/>
                  <a:pt x="909" y="1127"/>
                  <a:pt x="909" y="1127"/>
                </a:cubicBezTo>
                <a:cubicBezTo>
                  <a:pt x="924" y="1121"/>
                  <a:pt x="939" y="1114"/>
                  <a:pt x="953" y="1107"/>
                </a:cubicBezTo>
                <a:cubicBezTo>
                  <a:pt x="954" y="1106"/>
                  <a:pt x="955" y="1106"/>
                  <a:pt x="955" y="1106"/>
                </a:cubicBezTo>
                <a:cubicBezTo>
                  <a:pt x="954" y="1104"/>
                  <a:pt x="952" y="1102"/>
                  <a:pt x="950" y="1101"/>
                </a:cubicBezTo>
                <a:cubicBezTo>
                  <a:pt x="930" y="1111"/>
                  <a:pt x="910" y="1120"/>
                  <a:pt x="889" y="1127"/>
                </a:cubicBezTo>
                <a:close/>
                <a:moveTo>
                  <a:pt x="934" y="1110"/>
                </a:moveTo>
                <a:cubicBezTo>
                  <a:pt x="936" y="1109"/>
                  <a:pt x="939" y="1109"/>
                  <a:pt x="941" y="1110"/>
                </a:cubicBezTo>
                <a:lnTo>
                  <a:pt x="934" y="1110"/>
                </a:lnTo>
                <a:close/>
                <a:moveTo>
                  <a:pt x="713" y="1133"/>
                </a:moveTo>
                <a:cubicBezTo>
                  <a:pt x="711" y="1133"/>
                  <a:pt x="707" y="1132"/>
                  <a:pt x="706" y="1130"/>
                </a:cubicBezTo>
                <a:cubicBezTo>
                  <a:pt x="706" y="1130"/>
                  <a:pt x="706" y="1130"/>
                  <a:pt x="705" y="1130"/>
                </a:cubicBezTo>
                <a:cubicBezTo>
                  <a:pt x="705" y="1132"/>
                  <a:pt x="703" y="1133"/>
                  <a:pt x="702" y="1135"/>
                </a:cubicBezTo>
                <a:cubicBezTo>
                  <a:pt x="699" y="1134"/>
                  <a:pt x="699" y="1132"/>
                  <a:pt x="697" y="1131"/>
                </a:cubicBezTo>
                <a:cubicBezTo>
                  <a:pt x="697" y="1130"/>
                  <a:pt x="698" y="1129"/>
                  <a:pt x="698" y="1129"/>
                </a:cubicBezTo>
                <a:cubicBezTo>
                  <a:pt x="702" y="1129"/>
                  <a:pt x="702" y="1129"/>
                  <a:pt x="702" y="1129"/>
                </a:cubicBezTo>
                <a:cubicBezTo>
                  <a:pt x="687" y="1124"/>
                  <a:pt x="673" y="1118"/>
                  <a:pt x="658" y="1112"/>
                </a:cubicBezTo>
                <a:cubicBezTo>
                  <a:pt x="654" y="1112"/>
                  <a:pt x="654" y="1112"/>
                  <a:pt x="654" y="1112"/>
                </a:cubicBezTo>
                <a:cubicBezTo>
                  <a:pt x="653" y="1112"/>
                  <a:pt x="652" y="1112"/>
                  <a:pt x="652" y="1111"/>
                </a:cubicBezTo>
                <a:cubicBezTo>
                  <a:pt x="650" y="1111"/>
                  <a:pt x="650" y="1109"/>
                  <a:pt x="646" y="1109"/>
                </a:cubicBezTo>
                <a:cubicBezTo>
                  <a:pt x="646" y="1109"/>
                  <a:pt x="646" y="1109"/>
                  <a:pt x="646" y="1109"/>
                </a:cubicBezTo>
                <a:cubicBezTo>
                  <a:pt x="648" y="1109"/>
                  <a:pt x="650" y="1111"/>
                  <a:pt x="651" y="1112"/>
                </a:cubicBezTo>
                <a:cubicBezTo>
                  <a:pt x="642" y="1112"/>
                  <a:pt x="642" y="1112"/>
                  <a:pt x="642" y="1112"/>
                </a:cubicBezTo>
                <a:cubicBezTo>
                  <a:pt x="657" y="1118"/>
                  <a:pt x="671" y="1123"/>
                  <a:pt x="685" y="1129"/>
                </a:cubicBezTo>
                <a:cubicBezTo>
                  <a:pt x="698" y="1134"/>
                  <a:pt x="711" y="1138"/>
                  <a:pt x="723" y="1142"/>
                </a:cubicBezTo>
                <a:cubicBezTo>
                  <a:pt x="724" y="1142"/>
                  <a:pt x="724" y="1142"/>
                  <a:pt x="724" y="1142"/>
                </a:cubicBezTo>
                <a:cubicBezTo>
                  <a:pt x="729" y="1144"/>
                  <a:pt x="730" y="1139"/>
                  <a:pt x="733" y="1139"/>
                </a:cubicBezTo>
                <a:cubicBezTo>
                  <a:pt x="732" y="1141"/>
                  <a:pt x="731" y="1142"/>
                  <a:pt x="730" y="1144"/>
                </a:cubicBezTo>
                <a:cubicBezTo>
                  <a:pt x="740" y="1147"/>
                  <a:pt x="750" y="1149"/>
                  <a:pt x="761" y="1150"/>
                </a:cubicBezTo>
                <a:cubicBezTo>
                  <a:pt x="789" y="1154"/>
                  <a:pt x="818" y="1152"/>
                  <a:pt x="847" y="1146"/>
                </a:cubicBezTo>
                <a:cubicBezTo>
                  <a:pt x="840" y="1146"/>
                  <a:pt x="840" y="1146"/>
                  <a:pt x="840" y="1146"/>
                </a:cubicBezTo>
                <a:cubicBezTo>
                  <a:pt x="839" y="1145"/>
                  <a:pt x="839" y="1143"/>
                  <a:pt x="840" y="1140"/>
                </a:cubicBezTo>
                <a:cubicBezTo>
                  <a:pt x="842" y="1140"/>
                  <a:pt x="843" y="1140"/>
                  <a:pt x="844" y="1140"/>
                </a:cubicBezTo>
                <a:cubicBezTo>
                  <a:pt x="845" y="1140"/>
                  <a:pt x="845" y="1140"/>
                  <a:pt x="845" y="1139"/>
                </a:cubicBezTo>
                <a:cubicBezTo>
                  <a:pt x="844" y="1139"/>
                  <a:pt x="844" y="1140"/>
                  <a:pt x="844" y="1140"/>
                </a:cubicBezTo>
                <a:cubicBezTo>
                  <a:pt x="844" y="1140"/>
                  <a:pt x="844" y="1140"/>
                  <a:pt x="844" y="1140"/>
                </a:cubicBezTo>
                <a:cubicBezTo>
                  <a:pt x="844" y="1140"/>
                  <a:pt x="844" y="1140"/>
                  <a:pt x="844" y="1140"/>
                </a:cubicBezTo>
                <a:cubicBezTo>
                  <a:pt x="841" y="1140"/>
                  <a:pt x="837" y="1141"/>
                  <a:pt x="834" y="1141"/>
                </a:cubicBezTo>
                <a:cubicBezTo>
                  <a:pt x="833" y="1142"/>
                  <a:pt x="832" y="1142"/>
                  <a:pt x="831" y="1143"/>
                </a:cubicBezTo>
                <a:cubicBezTo>
                  <a:pt x="831" y="1142"/>
                  <a:pt x="831" y="1142"/>
                  <a:pt x="831" y="1142"/>
                </a:cubicBezTo>
                <a:cubicBezTo>
                  <a:pt x="829" y="1142"/>
                  <a:pt x="828" y="1142"/>
                  <a:pt x="826" y="1143"/>
                </a:cubicBezTo>
                <a:cubicBezTo>
                  <a:pt x="826" y="1143"/>
                  <a:pt x="826" y="1143"/>
                  <a:pt x="826" y="1143"/>
                </a:cubicBezTo>
                <a:cubicBezTo>
                  <a:pt x="826" y="1143"/>
                  <a:pt x="826" y="1143"/>
                  <a:pt x="826" y="1143"/>
                </a:cubicBezTo>
                <a:cubicBezTo>
                  <a:pt x="810" y="1145"/>
                  <a:pt x="794" y="1146"/>
                  <a:pt x="778" y="1145"/>
                </a:cubicBezTo>
                <a:cubicBezTo>
                  <a:pt x="776" y="1145"/>
                  <a:pt x="774" y="1145"/>
                  <a:pt x="771" y="1144"/>
                </a:cubicBezTo>
                <a:cubicBezTo>
                  <a:pt x="771" y="1145"/>
                  <a:pt x="771" y="1145"/>
                  <a:pt x="771" y="1145"/>
                </a:cubicBezTo>
                <a:cubicBezTo>
                  <a:pt x="770" y="1145"/>
                  <a:pt x="770" y="1144"/>
                  <a:pt x="769" y="1144"/>
                </a:cubicBezTo>
                <a:cubicBezTo>
                  <a:pt x="751" y="1143"/>
                  <a:pt x="732" y="1138"/>
                  <a:pt x="713" y="1133"/>
                </a:cubicBezTo>
                <a:cubicBezTo>
                  <a:pt x="713" y="1133"/>
                  <a:pt x="713" y="1133"/>
                  <a:pt x="713" y="1133"/>
                </a:cubicBezTo>
                <a:close/>
                <a:moveTo>
                  <a:pt x="750" y="1143"/>
                </a:moveTo>
                <a:cubicBezTo>
                  <a:pt x="752" y="1144"/>
                  <a:pt x="754" y="1145"/>
                  <a:pt x="755" y="1147"/>
                </a:cubicBezTo>
                <a:cubicBezTo>
                  <a:pt x="750" y="1147"/>
                  <a:pt x="750" y="1147"/>
                  <a:pt x="750" y="1147"/>
                </a:cubicBezTo>
                <a:cubicBezTo>
                  <a:pt x="749" y="1146"/>
                  <a:pt x="749" y="1144"/>
                  <a:pt x="750" y="1143"/>
                </a:cubicBezTo>
                <a:close/>
                <a:moveTo>
                  <a:pt x="627" y="1130"/>
                </a:moveTo>
                <a:cubicBezTo>
                  <a:pt x="627" y="1130"/>
                  <a:pt x="626" y="1131"/>
                  <a:pt x="626" y="1131"/>
                </a:cubicBezTo>
                <a:cubicBezTo>
                  <a:pt x="632" y="1134"/>
                  <a:pt x="639" y="1137"/>
                  <a:pt x="646" y="1140"/>
                </a:cubicBezTo>
                <a:cubicBezTo>
                  <a:pt x="646" y="1140"/>
                  <a:pt x="646" y="1139"/>
                  <a:pt x="646" y="1138"/>
                </a:cubicBezTo>
                <a:cubicBezTo>
                  <a:pt x="648" y="1137"/>
                  <a:pt x="649" y="1136"/>
                  <a:pt x="650" y="1134"/>
                </a:cubicBezTo>
                <a:cubicBezTo>
                  <a:pt x="634" y="1128"/>
                  <a:pt x="618" y="1120"/>
                  <a:pt x="603" y="1112"/>
                </a:cubicBezTo>
                <a:cubicBezTo>
                  <a:pt x="587" y="1113"/>
                  <a:pt x="587" y="1113"/>
                  <a:pt x="587" y="1113"/>
                </a:cubicBezTo>
                <a:cubicBezTo>
                  <a:pt x="599" y="1118"/>
                  <a:pt x="611" y="1124"/>
                  <a:pt x="622" y="1130"/>
                </a:cubicBezTo>
                <a:lnTo>
                  <a:pt x="627" y="1130"/>
                </a:lnTo>
                <a:close/>
                <a:moveTo>
                  <a:pt x="988" y="1103"/>
                </a:moveTo>
                <a:cubicBezTo>
                  <a:pt x="988" y="1101"/>
                  <a:pt x="988" y="1098"/>
                  <a:pt x="989" y="1096"/>
                </a:cubicBezTo>
                <a:cubicBezTo>
                  <a:pt x="988" y="1097"/>
                  <a:pt x="987" y="1097"/>
                  <a:pt x="987" y="1097"/>
                </a:cubicBezTo>
                <a:cubicBezTo>
                  <a:pt x="987" y="1098"/>
                  <a:pt x="987" y="1098"/>
                  <a:pt x="987" y="1098"/>
                </a:cubicBezTo>
                <a:cubicBezTo>
                  <a:pt x="985" y="1100"/>
                  <a:pt x="982" y="1100"/>
                  <a:pt x="981" y="1103"/>
                </a:cubicBezTo>
                <a:cubicBezTo>
                  <a:pt x="983" y="1104"/>
                  <a:pt x="984" y="1105"/>
                  <a:pt x="984" y="1107"/>
                </a:cubicBezTo>
                <a:cubicBezTo>
                  <a:pt x="985" y="1107"/>
                  <a:pt x="985" y="1107"/>
                  <a:pt x="985" y="1106"/>
                </a:cubicBezTo>
                <a:cubicBezTo>
                  <a:pt x="986" y="1105"/>
                  <a:pt x="986" y="1103"/>
                  <a:pt x="988" y="1103"/>
                </a:cubicBezTo>
                <a:close/>
                <a:moveTo>
                  <a:pt x="1143" y="1003"/>
                </a:moveTo>
                <a:cubicBezTo>
                  <a:pt x="1137" y="1008"/>
                  <a:pt x="1130" y="1014"/>
                  <a:pt x="1124" y="1020"/>
                </a:cubicBezTo>
                <a:cubicBezTo>
                  <a:pt x="1124" y="1020"/>
                  <a:pt x="1125" y="1020"/>
                  <a:pt x="1125" y="1020"/>
                </a:cubicBezTo>
                <a:cubicBezTo>
                  <a:pt x="1125" y="1021"/>
                  <a:pt x="1125" y="1021"/>
                  <a:pt x="1125" y="1021"/>
                </a:cubicBezTo>
                <a:cubicBezTo>
                  <a:pt x="1127" y="1021"/>
                  <a:pt x="1128" y="1022"/>
                  <a:pt x="1129" y="1024"/>
                </a:cubicBezTo>
                <a:cubicBezTo>
                  <a:pt x="1131" y="1022"/>
                  <a:pt x="1133" y="1021"/>
                  <a:pt x="1135" y="1019"/>
                </a:cubicBezTo>
                <a:cubicBezTo>
                  <a:pt x="1135" y="1019"/>
                  <a:pt x="1135" y="1018"/>
                  <a:pt x="1135" y="1018"/>
                </a:cubicBezTo>
                <a:cubicBezTo>
                  <a:pt x="1136" y="1018"/>
                  <a:pt x="1136" y="1018"/>
                  <a:pt x="1136" y="1018"/>
                </a:cubicBezTo>
                <a:cubicBezTo>
                  <a:pt x="1140" y="1015"/>
                  <a:pt x="1144" y="1011"/>
                  <a:pt x="1147" y="1008"/>
                </a:cubicBezTo>
                <a:cubicBezTo>
                  <a:pt x="1151" y="1005"/>
                  <a:pt x="1147" y="1000"/>
                  <a:pt x="1143" y="1003"/>
                </a:cubicBezTo>
                <a:close/>
                <a:moveTo>
                  <a:pt x="1092" y="1054"/>
                </a:moveTo>
                <a:cubicBezTo>
                  <a:pt x="1099" y="1049"/>
                  <a:pt x="1107" y="1043"/>
                  <a:pt x="1114" y="1037"/>
                </a:cubicBezTo>
                <a:cubicBezTo>
                  <a:pt x="1103" y="1037"/>
                  <a:pt x="1103" y="1037"/>
                  <a:pt x="1103" y="1037"/>
                </a:cubicBezTo>
                <a:cubicBezTo>
                  <a:pt x="1096" y="1043"/>
                  <a:pt x="1088" y="1049"/>
                  <a:pt x="1081" y="1054"/>
                </a:cubicBezTo>
                <a:lnTo>
                  <a:pt x="1092" y="1054"/>
                </a:lnTo>
                <a:close/>
                <a:moveTo>
                  <a:pt x="1029" y="1090"/>
                </a:moveTo>
                <a:cubicBezTo>
                  <a:pt x="1041" y="1090"/>
                  <a:pt x="1041" y="1090"/>
                  <a:pt x="1041" y="1090"/>
                </a:cubicBezTo>
                <a:cubicBezTo>
                  <a:pt x="1050" y="1085"/>
                  <a:pt x="1059" y="1079"/>
                  <a:pt x="1067" y="1073"/>
                </a:cubicBezTo>
                <a:cubicBezTo>
                  <a:pt x="1055" y="1073"/>
                  <a:pt x="1055" y="1073"/>
                  <a:pt x="1055" y="1073"/>
                </a:cubicBezTo>
                <a:cubicBezTo>
                  <a:pt x="1047" y="1079"/>
                  <a:pt x="1038" y="1085"/>
                  <a:pt x="1029" y="1090"/>
                </a:cubicBezTo>
                <a:close/>
                <a:moveTo>
                  <a:pt x="509" y="285"/>
                </a:moveTo>
                <a:cubicBezTo>
                  <a:pt x="510" y="288"/>
                  <a:pt x="514" y="288"/>
                  <a:pt x="514" y="292"/>
                </a:cubicBezTo>
                <a:cubicBezTo>
                  <a:pt x="518" y="292"/>
                  <a:pt x="517" y="288"/>
                  <a:pt x="517" y="285"/>
                </a:cubicBezTo>
                <a:cubicBezTo>
                  <a:pt x="516" y="288"/>
                  <a:pt x="510" y="287"/>
                  <a:pt x="512" y="283"/>
                </a:cubicBezTo>
                <a:cubicBezTo>
                  <a:pt x="510" y="283"/>
                  <a:pt x="511" y="285"/>
                  <a:pt x="509" y="285"/>
                </a:cubicBezTo>
                <a:close/>
                <a:moveTo>
                  <a:pt x="403" y="284"/>
                </a:moveTo>
                <a:cubicBezTo>
                  <a:pt x="407" y="284"/>
                  <a:pt x="409" y="285"/>
                  <a:pt x="411" y="286"/>
                </a:cubicBezTo>
                <a:cubicBezTo>
                  <a:pt x="413" y="286"/>
                  <a:pt x="415" y="286"/>
                  <a:pt x="417" y="286"/>
                </a:cubicBezTo>
                <a:cubicBezTo>
                  <a:pt x="417" y="286"/>
                  <a:pt x="417" y="286"/>
                  <a:pt x="417" y="286"/>
                </a:cubicBezTo>
                <a:cubicBezTo>
                  <a:pt x="417" y="286"/>
                  <a:pt x="417" y="286"/>
                  <a:pt x="418" y="286"/>
                </a:cubicBezTo>
                <a:cubicBezTo>
                  <a:pt x="428" y="285"/>
                  <a:pt x="438" y="285"/>
                  <a:pt x="447" y="285"/>
                </a:cubicBezTo>
                <a:cubicBezTo>
                  <a:pt x="448" y="282"/>
                  <a:pt x="449" y="280"/>
                  <a:pt x="452" y="280"/>
                </a:cubicBezTo>
                <a:cubicBezTo>
                  <a:pt x="447" y="276"/>
                  <a:pt x="445" y="283"/>
                  <a:pt x="440" y="283"/>
                </a:cubicBezTo>
                <a:cubicBezTo>
                  <a:pt x="440" y="281"/>
                  <a:pt x="440" y="280"/>
                  <a:pt x="439" y="278"/>
                </a:cubicBezTo>
                <a:cubicBezTo>
                  <a:pt x="435" y="278"/>
                  <a:pt x="431" y="278"/>
                  <a:pt x="427" y="278"/>
                </a:cubicBezTo>
                <a:cubicBezTo>
                  <a:pt x="428" y="283"/>
                  <a:pt x="417" y="284"/>
                  <a:pt x="418" y="279"/>
                </a:cubicBezTo>
                <a:cubicBezTo>
                  <a:pt x="418" y="279"/>
                  <a:pt x="418" y="279"/>
                  <a:pt x="418" y="279"/>
                </a:cubicBezTo>
                <a:cubicBezTo>
                  <a:pt x="413" y="279"/>
                  <a:pt x="407" y="280"/>
                  <a:pt x="402" y="280"/>
                </a:cubicBezTo>
                <a:cubicBezTo>
                  <a:pt x="403" y="282"/>
                  <a:pt x="401" y="283"/>
                  <a:pt x="403" y="284"/>
                </a:cubicBezTo>
                <a:close/>
                <a:moveTo>
                  <a:pt x="410" y="281"/>
                </a:moveTo>
                <a:cubicBezTo>
                  <a:pt x="413" y="279"/>
                  <a:pt x="413" y="281"/>
                  <a:pt x="417" y="281"/>
                </a:cubicBezTo>
                <a:cubicBezTo>
                  <a:pt x="417" y="282"/>
                  <a:pt x="417" y="282"/>
                  <a:pt x="417" y="283"/>
                </a:cubicBezTo>
                <a:cubicBezTo>
                  <a:pt x="416" y="283"/>
                  <a:pt x="415" y="284"/>
                  <a:pt x="415" y="284"/>
                </a:cubicBezTo>
                <a:cubicBezTo>
                  <a:pt x="414" y="282"/>
                  <a:pt x="410" y="283"/>
                  <a:pt x="410" y="281"/>
                </a:cubicBezTo>
                <a:close/>
                <a:moveTo>
                  <a:pt x="360" y="286"/>
                </a:moveTo>
                <a:cubicBezTo>
                  <a:pt x="328" y="293"/>
                  <a:pt x="295" y="302"/>
                  <a:pt x="264" y="314"/>
                </a:cubicBezTo>
                <a:cubicBezTo>
                  <a:pt x="264" y="314"/>
                  <a:pt x="264" y="314"/>
                  <a:pt x="264" y="314"/>
                </a:cubicBezTo>
                <a:cubicBezTo>
                  <a:pt x="269" y="314"/>
                  <a:pt x="273" y="315"/>
                  <a:pt x="276" y="317"/>
                </a:cubicBezTo>
                <a:cubicBezTo>
                  <a:pt x="281" y="315"/>
                  <a:pt x="285" y="314"/>
                  <a:pt x="289" y="312"/>
                </a:cubicBezTo>
                <a:cubicBezTo>
                  <a:pt x="313" y="304"/>
                  <a:pt x="337" y="298"/>
                  <a:pt x="362" y="293"/>
                </a:cubicBezTo>
                <a:cubicBezTo>
                  <a:pt x="362" y="291"/>
                  <a:pt x="361" y="289"/>
                  <a:pt x="360" y="286"/>
                </a:cubicBezTo>
                <a:close/>
                <a:moveTo>
                  <a:pt x="350" y="295"/>
                </a:moveTo>
                <a:cubicBezTo>
                  <a:pt x="343" y="295"/>
                  <a:pt x="343" y="295"/>
                  <a:pt x="343" y="295"/>
                </a:cubicBezTo>
                <a:cubicBezTo>
                  <a:pt x="343" y="294"/>
                  <a:pt x="343" y="293"/>
                  <a:pt x="343" y="292"/>
                </a:cubicBezTo>
                <a:cubicBezTo>
                  <a:pt x="346" y="292"/>
                  <a:pt x="349" y="292"/>
                  <a:pt x="350" y="293"/>
                </a:cubicBezTo>
                <a:cubicBezTo>
                  <a:pt x="350" y="294"/>
                  <a:pt x="350" y="294"/>
                  <a:pt x="350" y="295"/>
                </a:cubicBezTo>
                <a:close/>
                <a:moveTo>
                  <a:pt x="529" y="286"/>
                </a:moveTo>
                <a:cubicBezTo>
                  <a:pt x="528" y="286"/>
                  <a:pt x="527" y="286"/>
                  <a:pt x="525" y="285"/>
                </a:cubicBezTo>
                <a:cubicBezTo>
                  <a:pt x="527" y="287"/>
                  <a:pt x="528" y="288"/>
                  <a:pt x="530" y="289"/>
                </a:cubicBezTo>
                <a:cubicBezTo>
                  <a:pt x="530" y="288"/>
                  <a:pt x="530" y="287"/>
                  <a:pt x="529" y="286"/>
                </a:cubicBezTo>
                <a:close/>
                <a:moveTo>
                  <a:pt x="543" y="288"/>
                </a:moveTo>
                <a:cubicBezTo>
                  <a:pt x="544" y="289"/>
                  <a:pt x="546" y="290"/>
                  <a:pt x="547" y="291"/>
                </a:cubicBezTo>
                <a:cubicBezTo>
                  <a:pt x="547" y="290"/>
                  <a:pt x="547" y="290"/>
                  <a:pt x="547" y="289"/>
                </a:cubicBezTo>
                <a:cubicBezTo>
                  <a:pt x="546" y="289"/>
                  <a:pt x="545" y="289"/>
                  <a:pt x="543" y="288"/>
                </a:cubicBezTo>
                <a:close/>
                <a:moveTo>
                  <a:pt x="555" y="291"/>
                </a:moveTo>
                <a:cubicBezTo>
                  <a:pt x="555" y="291"/>
                  <a:pt x="555" y="291"/>
                  <a:pt x="555" y="291"/>
                </a:cubicBezTo>
                <a:cubicBezTo>
                  <a:pt x="555" y="291"/>
                  <a:pt x="555" y="292"/>
                  <a:pt x="555" y="292"/>
                </a:cubicBezTo>
                <a:cubicBezTo>
                  <a:pt x="558" y="293"/>
                  <a:pt x="560" y="292"/>
                  <a:pt x="561" y="292"/>
                </a:cubicBezTo>
                <a:cubicBezTo>
                  <a:pt x="559" y="291"/>
                  <a:pt x="557" y="291"/>
                  <a:pt x="555" y="291"/>
                </a:cubicBezTo>
                <a:close/>
                <a:moveTo>
                  <a:pt x="203" y="349"/>
                </a:moveTo>
                <a:cubicBezTo>
                  <a:pt x="217" y="341"/>
                  <a:pt x="231" y="335"/>
                  <a:pt x="245" y="329"/>
                </a:cubicBezTo>
                <a:cubicBezTo>
                  <a:pt x="245" y="328"/>
                  <a:pt x="245" y="328"/>
                  <a:pt x="245" y="327"/>
                </a:cubicBezTo>
                <a:cubicBezTo>
                  <a:pt x="246" y="327"/>
                  <a:pt x="247" y="327"/>
                  <a:pt x="247" y="328"/>
                </a:cubicBezTo>
                <a:cubicBezTo>
                  <a:pt x="250" y="327"/>
                  <a:pt x="252" y="326"/>
                  <a:pt x="255" y="325"/>
                </a:cubicBezTo>
                <a:cubicBezTo>
                  <a:pt x="255" y="323"/>
                  <a:pt x="254" y="321"/>
                  <a:pt x="253" y="321"/>
                </a:cubicBezTo>
                <a:cubicBezTo>
                  <a:pt x="251" y="327"/>
                  <a:pt x="244" y="327"/>
                  <a:pt x="240" y="324"/>
                </a:cubicBezTo>
                <a:cubicBezTo>
                  <a:pt x="227" y="329"/>
                  <a:pt x="215" y="335"/>
                  <a:pt x="204" y="341"/>
                </a:cubicBezTo>
                <a:cubicBezTo>
                  <a:pt x="199" y="344"/>
                  <a:pt x="194" y="346"/>
                  <a:pt x="190" y="349"/>
                </a:cubicBezTo>
                <a:lnTo>
                  <a:pt x="203" y="349"/>
                </a:lnTo>
                <a:close/>
                <a:moveTo>
                  <a:pt x="197" y="1223"/>
                </a:moveTo>
                <a:cubicBezTo>
                  <a:pt x="195" y="1223"/>
                  <a:pt x="195" y="1223"/>
                  <a:pt x="195" y="1223"/>
                </a:cubicBezTo>
                <a:cubicBezTo>
                  <a:pt x="196" y="1223"/>
                  <a:pt x="196" y="1223"/>
                  <a:pt x="197" y="1223"/>
                </a:cubicBezTo>
                <a:cubicBezTo>
                  <a:pt x="200" y="1220"/>
                  <a:pt x="203" y="1217"/>
                  <a:pt x="206" y="1214"/>
                </a:cubicBezTo>
                <a:cubicBezTo>
                  <a:pt x="204" y="1212"/>
                  <a:pt x="202" y="1210"/>
                  <a:pt x="201" y="1209"/>
                </a:cubicBezTo>
                <a:cubicBezTo>
                  <a:pt x="200" y="1209"/>
                  <a:pt x="200" y="1210"/>
                  <a:pt x="199" y="1211"/>
                </a:cubicBezTo>
                <a:cubicBezTo>
                  <a:pt x="200" y="1212"/>
                  <a:pt x="200" y="1213"/>
                  <a:pt x="198" y="1215"/>
                </a:cubicBezTo>
                <a:cubicBezTo>
                  <a:pt x="197" y="1215"/>
                  <a:pt x="197" y="1215"/>
                  <a:pt x="196" y="1214"/>
                </a:cubicBezTo>
                <a:cubicBezTo>
                  <a:pt x="194" y="1216"/>
                  <a:pt x="193" y="1218"/>
                  <a:pt x="191" y="1219"/>
                </a:cubicBezTo>
                <a:cubicBezTo>
                  <a:pt x="188" y="1222"/>
                  <a:pt x="193" y="1227"/>
                  <a:pt x="196" y="1223"/>
                </a:cubicBezTo>
                <a:cubicBezTo>
                  <a:pt x="196" y="1223"/>
                  <a:pt x="197" y="1223"/>
                  <a:pt x="197" y="1223"/>
                </a:cubicBezTo>
                <a:close/>
                <a:moveTo>
                  <a:pt x="668" y="789"/>
                </a:moveTo>
                <a:cubicBezTo>
                  <a:pt x="668" y="790"/>
                  <a:pt x="668" y="790"/>
                  <a:pt x="667" y="791"/>
                </a:cubicBezTo>
                <a:cubicBezTo>
                  <a:pt x="666" y="791"/>
                  <a:pt x="666" y="791"/>
                  <a:pt x="666" y="791"/>
                </a:cubicBezTo>
                <a:cubicBezTo>
                  <a:pt x="662" y="797"/>
                  <a:pt x="659" y="804"/>
                  <a:pt x="658" y="812"/>
                </a:cubicBezTo>
                <a:cubicBezTo>
                  <a:pt x="658" y="811"/>
                  <a:pt x="658" y="811"/>
                  <a:pt x="659" y="811"/>
                </a:cubicBezTo>
                <a:cubicBezTo>
                  <a:pt x="659" y="810"/>
                  <a:pt x="660" y="810"/>
                  <a:pt x="660" y="811"/>
                </a:cubicBezTo>
                <a:cubicBezTo>
                  <a:pt x="661" y="810"/>
                  <a:pt x="661" y="809"/>
                  <a:pt x="661" y="808"/>
                </a:cubicBezTo>
                <a:cubicBezTo>
                  <a:pt x="665" y="808"/>
                  <a:pt x="665" y="808"/>
                  <a:pt x="665" y="808"/>
                </a:cubicBezTo>
                <a:cubicBezTo>
                  <a:pt x="666" y="803"/>
                  <a:pt x="669" y="797"/>
                  <a:pt x="673" y="792"/>
                </a:cubicBezTo>
                <a:cubicBezTo>
                  <a:pt x="676" y="789"/>
                  <a:pt x="678" y="787"/>
                  <a:pt x="681" y="785"/>
                </a:cubicBezTo>
                <a:cubicBezTo>
                  <a:pt x="681" y="785"/>
                  <a:pt x="681" y="784"/>
                  <a:pt x="681" y="784"/>
                </a:cubicBezTo>
                <a:cubicBezTo>
                  <a:pt x="683" y="784"/>
                  <a:pt x="683" y="783"/>
                  <a:pt x="685" y="783"/>
                </a:cubicBezTo>
                <a:cubicBezTo>
                  <a:pt x="687" y="782"/>
                  <a:pt x="688" y="781"/>
                  <a:pt x="690" y="781"/>
                </a:cubicBezTo>
                <a:cubicBezTo>
                  <a:pt x="690" y="778"/>
                  <a:pt x="691" y="776"/>
                  <a:pt x="694" y="776"/>
                </a:cubicBezTo>
                <a:cubicBezTo>
                  <a:pt x="694" y="776"/>
                  <a:pt x="695" y="776"/>
                  <a:pt x="695" y="776"/>
                </a:cubicBezTo>
                <a:cubicBezTo>
                  <a:pt x="696" y="775"/>
                  <a:pt x="698" y="773"/>
                  <a:pt x="699" y="772"/>
                </a:cubicBezTo>
                <a:cubicBezTo>
                  <a:pt x="706" y="772"/>
                  <a:pt x="706" y="772"/>
                  <a:pt x="706" y="772"/>
                </a:cubicBezTo>
                <a:cubicBezTo>
                  <a:pt x="706" y="772"/>
                  <a:pt x="706" y="773"/>
                  <a:pt x="706" y="773"/>
                </a:cubicBezTo>
                <a:cubicBezTo>
                  <a:pt x="704" y="773"/>
                  <a:pt x="703" y="773"/>
                  <a:pt x="702" y="773"/>
                </a:cubicBezTo>
                <a:cubicBezTo>
                  <a:pt x="703" y="774"/>
                  <a:pt x="704" y="775"/>
                  <a:pt x="705" y="776"/>
                </a:cubicBezTo>
                <a:cubicBezTo>
                  <a:pt x="709" y="776"/>
                  <a:pt x="713" y="775"/>
                  <a:pt x="717" y="775"/>
                </a:cubicBezTo>
                <a:cubicBezTo>
                  <a:pt x="717" y="774"/>
                  <a:pt x="718" y="773"/>
                  <a:pt x="718" y="772"/>
                </a:cubicBezTo>
                <a:cubicBezTo>
                  <a:pt x="721" y="772"/>
                  <a:pt x="721" y="772"/>
                  <a:pt x="721" y="772"/>
                </a:cubicBezTo>
                <a:cubicBezTo>
                  <a:pt x="724" y="773"/>
                  <a:pt x="725" y="774"/>
                  <a:pt x="727" y="774"/>
                </a:cubicBezTo>
                <a:cubicBezTo>
                  <a:pt x="731" y="774"/>
                  <a:pt x="735" y="774"/>
                  <a:pt x="738" y="774"/>
                </a:cubicBezTo>
                <a:cubicBezTo>
                  <a:pt x="734" y="775"/>
                  <a:pt x="730" y="776"/>
                  <a:pt x="726" y="777"/>
                </a:cubicBezTo>
                <a:cubicBezTo>
                  <a:pt x="726" y="777"/>
                  <a:pt x="725" y="777"/>
                  <a:pt x="724" y="777"/>
                </a:cubicBezTo>
                <a:cubicBezTo>
                  <a:pt x="723" y="778"/>
                  <a:pt x="722" y="779"/>
                  <a:pt x="720" y="779"/>
                </a:cubicBezTo>
                <a:cubicBezTo>
                  <a:pt x="719" y="779"/>
                  <a:pt x="718" y="780"/>
                  <a:pt x="717" y="780"/>
                </a:cubicBezTo>
                <a:cubicBezTo>
                  <a:pt x="718" y="780"/>
                  <a:pt x="720" y="780"/>
                  <a:pt x="721" y="780"/>
                </a:cubicBezTo>
                <a:cubicBezTo>
                  <a:pt x="722" y="781"/>
                  <a:pt x="722" y="783"/>
                  <a:pt x="722" y="786"/>
                </a:cubicBezTo>
                <a:cubicBezTo>
                  <a:pt x="721" y="786"/>
                  <a:pt x="720" y="787"/>
                  <a:pt x="719" y="787"/>
                </a:cubicBezTo>
                <a:cubicBezTo>
                  <a:pt x="720" y="787"/>
                  <a:pt x="720" y="787"/>
                  <a:pt x="720" y="787"/>
                </a:cubicBezTo>
                <a:cubicBezTo>
                  <a:pt x="721" y="786"/>
                  <a:pt x="722" y="786"/>
                  <a:pt x="723" y="786"/>
                </a:cubicBezTo>
                <a:cubicBezTo>
                  <a:pt x="723" y="785"/>
                  <a:pt x="723" y="785"/>
                  <a:pt x="723" y="784"/>
                </a:cubicBezTo>
                <a:cubicBezTo>
                  <a:pt x="726" y="782"/>
                  <a:pt x="731" y="782"/>
                  <a:pt x="736" y="782"/>
                </a:cubicBezTo>
                <a:cubicBezTo>
                  <a:pt x="739" y="781"/>
                  <a:pt x="742" y="781"/>
                  <a:pt x="745" y="780"/>
                </a:cubicBezTo>
                <a:cubicBezTo>
                  <a:pt x="745" y="780"/>
                  <a:pt x="745" y="780"/>
                  <a:pt x="745" y="780"/>
                </a:cubicBezTo>
                <a:cubicBezTo>
                  <a:pt x="745" y="779"/>
                  <a:pt x="745" y="778"/>
                  <a:pt x="745" y="777"/>
                </a:cubicBezTo>
                <a:cubicBezTo>
                  <a:pt x="744" y="777"/>
                  <a:pt x="743" y="777"/>
                  <a:pt x="743" y="778"/>
                </a:cubicBezTo>
                <a:cubicBezTo>
                  <a:pt x="743" y="776"/>
                  <a:pt x="744" y="774"/>
                  <a:pt x="744" y="772"/>
                </a:cubicBezTo>
                <a:cubicBezTo>
                  <a:pt x="757" y="772"/>
                  <a:pt x="757" y="772"/>
                  <a:pt x="757" y="772"/>
                </a:cubicBezTo>
                <a:cubicBezTo>
                  <a:pt x="757" y="774"/>
                  <a:pt x="759" y="775"/>
                  <a:pt x="759" y="777"/>
                </a:cubicBezTo>
                <a:cubicBezTo>
                  <a:pt x="762" y="775"/>
                  <a:pt x="765" y="773"/>
                  <a:pt x="769" y="772"/>
                </a:cubicBezTo>
                <a:cubicBezTo>
                  <a:pt x="790" y="772"/>
                  <a:pt x="790" y="772"/>
                  <a:pt x="790" y="772"/>
                </a:cubicBezTo>
                <a:cubicBezTo>
                  <a:pt x="787" y="773"/>
                  <a:pt x="786" y="775"/>
                  <a:pt x="783" y="775"/>
                </a:cubicBezTo>
                <a:cubicBezTo>
                  <a:pt x="783" y="777"/>
                  <a:pt x="786" y="778"/>
                  <a:pt x="788" y="779"/>
                </a:cubicBezTo>
                <a:cubicBezTo>
                  <a:pt x="788" y="778"/>
                  <a:pt x="789" y="778"/>
                  <a:pt x="789" y="777"/>
                </a:cubicBezTo>
                <a:cubicBezTo>
                  <a:pt x="790" y="777"/>
                  <a:pt x="791" y="778"/>
                  <a:pt x="793" y="778"/>
                </a:cubicBezTo>
                <a:cubicBezTo>
                  <a:pt x="792" y="777"/>
                  <a:pt x="790" y="776"/>
                  <a:pt x="790" y="775"/>
                </a:cubicBezTo>
                <a:cubicBezTo>
                  <a:pt x="788" y="773"/>
                  <a:pt x="795" y="771"/>
                  <a:pt x="794" y="775"/>
                </a:cubicBezTo>
                <a:cubicBezTo>
                  <a:pt x="796" y="774"/>
                  <a:pt x="795" y="773"/>
                  <a:pt x="795" y="772"/>
                </a:cubicBezTo>
                <a:cubicBezTo>
                  <a:pt x="802" y="772"/>
                  <a:pt x="802" y="772"/>
                  <a:pt x="802" y="772"/>
                </a:cubicBezTo>
                <a:cubicBezTo>
                  <a:pt x="802" y="772"/>
                  <a:pt x="802" y="772"/>
                  <a:pt x="802" y="772"/>
                </a:cubicBezTo>
                <a:cubicBezTo>
                  <a:pt x="802" y="772"/>
                  <a:pt x="802" y="772"/>
                  <a:pt x="802" y="772"/>
                </a:cubicBezTo>
                <a:cubicBezTo>
                  <a:pt x="806" y="771"/>
                  <a:pt x="806" y="771"/>
                  <a:pt x="806" y="771"/>
                </a:cubicBezTo>
                <a:cubicBezTo>
                  <a:pt x="774" y="768"/>
                  <a:pt x="743" y="765"/>
                  <a:pt x="712" y="769"/>
                </a:cubicBezTo>
                <a:cubicBezTo>
                  <a:pt x="698" y="770"/>
                  <a:pt x="684" y="775"/>
                  <a:pt x="674" y="783"/>
                </a:cubicBezTo>
                <a:cubicBezTo>
                  <a:pt x="674" y="783"/>
                  <a:pt x="674" y="783"/>
                  <a:pt x="675" y="783"/>
                </a:cubicBezTo>
                <a:cubicBezTo>
                  <a:pt x="675" y="787"/>
                  <a:pt x="672" y="789"/>
                  <a:pt x="670" y="790"/>
                </a:cubicBezTo>
                <a:cubicBezTo>
                  <a:pt x="669" y="789"/>
                  <a:pt x="669" y="788"/>
                  <a:pt x="669" y="788"/>
                </a:cubicBezTo>
                <a:cubicBezTo>
                  <a:pt x="669" y="788"/>
                  <a:pt x="668" y="789"/>
                  <a:pt x="668" y="789"/>
                </a:cubicBezTo>
                <a:close/>
                <a:moveTo>
                  <a:pt x="727" y="780"/>
                </a:moveTo>
                <a:cubicBezTo>
                  <a:pt x="727" y="777"/>
                  <a:pt x="729" y="777"/>
                  <a:pt x="732" y="776"/>
                </a:cubicBezTo>
                <a:cubicBezTo>
                  <a:pt x="733" y="780"/>
                  <a:pt x="729" y="782"/>
                  <a:pt x="727" y="780"/>
                </a:cubicBezTo>
                <a:close/>
                <a:moveTo>
                  <a:pt x="188" y="350"/>
                </a:moveTo>
                <a:cubicBezTo>
                  <a:pt x="187" y="351"/>
                  <a:pt x="186" y="351"/>
                  <a:pt x="186" y="351"/>
                </a:cubicBezTo>
                <a:cubicBezTo>
                  <a:pt x="186" y="352"/>
                  <a:pt x="187" y="353"/>
                  <a:pt x="189" y="352"/>
                </a:cubicBezTo>
                <a:cubicBezTo>
                  <a:pt x="189" y="352"/>
                  <a:pt x="188" y="351"/>
                  <a:pt x="188" y="350"/>
                </a:cubicBezTo>
                <a:close/>
                <a:moveTo>
                  <a:pt x="399" y="281"/>
                </a:moveTo>
                <a:cubicBezTo>
                  <a:pt x="396" y="281"/>
                  <a:pt x="394" y="281"/>
                  <a:pt x="391" y="282"/>
                </a:cubicBezTo>
                <a:cubicBezTo>
                  <a:pt x="391" y="282"/>
                  <a:pt x="391" y="282"/>
                  <a:pt x="390" y="282"/>
                </a:cubicBezTo>
                <a:cubicBezTo>
                  <a:pt x="390" y="282"/>
                  <a:pt x="390" y="282"/>
                  <a:pt x="390" y="282"/>
                </a:cubicBezTo>
                <a:cubicBezTo>
                  <a:pt x="386" y="282"/>
                  <a:pt x="382" y="283"/>
                  <a:pt x="378" y="283"/>
                </a:cubicBezTo>
                <a:cubicBezTo>
                  <a:pt x="378" y="284"/>
                  <a:pt x="378" y="284"/>
                  <a:pt x="378" y="285"/>
                </a:cubicBezTo>
                <a:cubicBezTo>
                  <a:pt x="377" y="285"/>
                  <a:pt x="376" y="284"/>
                  <a:pt x="375" y="284"/>
                </a:cubicBezTo>
                <a:cubicBezTo>
                  <a:pt x="374" y="284"/>
                  <a:pt x="372" y="284"/>
                  <a:pt x="371" y="285"/>
                </a:cubicBezTo>
                <a:cubicBezTo>
                  <a:pt x="368" y="286"/>
                  <a:pt x="366" y="288"/>
                  <a:pt x="363" y="290"/>
                </a:cubicBezTo>
                <a:cubicBezTo>
                  <a:pt x="365" y="290"/>
                  <a:pt x="366" y="291"/>
                  <a:pt x="367" y="292"/>
                </a:cubicBezTo>
                <a:cubicBezTo>
                  <a:pt x="371" y="291"/>
                  <a:pt x="375" y="291"/>
                  <a:pt x="380" y="290"/>
                </a:cubicBezTo>
                <a:cubicBezTo>
                  <a:pt x="380" y="289"/>
                  <a:pt x="380" y="288"/>
                  <a:pt x="381" y="287"/>
                </a:cubicBezTo>
                <a:cubicBezTo>
                  <a:pt x="386" y="285"/>
                  <a:pt x="387" y="290"/>
                  <a:pt x="389" y="288"/>
                </a:cubicBezTo>
                <a:cubicBezTo>
                  <a:pt x="389" y="286"/>
                  <a:pt x="389" y="285"/>
                  <a:pt x="390" y="284"/>
                </a:cubicBezTo>
                <a:cubicBezTo>
                  <a:pt x="392" y="284"/>
                  <a:pt x="394" y="284"/>
                  <a:pt x="395" y="284"/>
                </a:cubicBezTo>
                <a:cubicBezTo>
                  <a:pt x="396" y="285"/>
                  <a:pt x="397" y="287"/>
                  <a:pt x="396" y="288"/>
                </a:cubicBezTo>
                <a:cubicBezTo>
                  <a:pt x="398" y="288"/>
                  <a:pt x="399" y="287"/>
                  <a:pt x="400" y="287"/>
                </a:cubicBezTo>
                <a:cubicBezTo>
                  <a:pt x="398" y="285"/>
                  <a:pt x="397" y="282"/>
                  <a:pt x="399" y="281"/>
                </a:cubicBezTo>
                <a:close/>
                <a:moveTo>
                  <a:pt x="462" y="285"/>
                </a:moveTo>
                <a:cubicBezTo>
                  <a:pt x="462" y="285"/>
                  <a:pt x="462" y="285"/>
                  <a:pt x="462" y="284"/>
                </a:cubicBezTo>
                <a:cubicBezTo>
                  <a:pt x="462" y="285"/>
                  <a:pt x="461" y="285"/>
                  <a:pt x="461" y="285"/>
                </a:cubicBezTo>
                <a:cubicBezTo>
                  <a:pt x="461" y="285"/>
                  <a:pt x="462" y="285"/>
                  <a:pt x="462" y="285"/>
                </a:cubicBezTo>
                <a:close/>
                <a:moveTo>
                  <a:pt x="593" y="1142"/>
                </a:moveTo>
                <a:cubicBezTo>
                  <a:pt x="595" y="1142"/>
                  <a:pt x="596" y="1139"/>
                  <a:pt x="598" y="1138"/>
                </a:cubicBezTo>
                <a:cubicBezTo>
                  <a:pt x="597" y="1138"/>
                  <a:pt x="596" y="1137"/>
                  <a:pt x="596" y="1136"/>
                </a:cubicBezTo>
                <a:cubicBezTo>
                  <a:pt x="595" y="1136"/>
                  <a:pt x="595" y="1136"/>
                  <a:pt x="595" y="1135"/>
                </a:cubicBezTo>
                <a:cubicBezTo>
                  <a:pt x="594" y="1136"/>
                  <a:pt x="594" y="1136"/>
                  <a:pt x="593" y="1135"/>
                </a:cubicBezTo>
                <a:cubicBezTo>
                  <a:pt x="593" y="1135"/>
                  <a:pt x="593" y="1135"/>
                  <a:pt x="592" y="1134"/>
                </a:cubicBezTo>
                <a:cubicBezTo>
                  <a:pt x="581" y="1128"/>
                  <a:pt x="569" y="1120"/>
                  <a:pt x="558" y="1113"/>
                </a:cubicBezTo>
                <a:cubicBezTo>
                  <a:pt x="546" y="1113"/>
                  <a:pt x="546" y="1113"/>
                  <a:pt x="546" y="1113"/>
                </a:cubicBezTo>
                <a:cubicBezTo>
                  <a:pt x="554" y="1119"/>
                  <a:pt x="563" y="1125"/>
                  <a:pt x="572" y="1130"/>
                </a:cubicBezTo>
                <a:cubicBezTo>
                  <a:pt x="575" y="1130"/>
                  <a:pt x="575" y="1130"/>
                  <a:pt x="575" y="1130"/>
                </a:cubicBezTo>
                <a:cubicBezTo>
                  <a:pt x="575" y="1130"/>
                  <a:pt x="576" y="1131"/>
                  <a:pt x="576" y="1131"/>
                </a:cubicBezTo>
                <a:cubicBezTo>
                  <a:pt x="578" y="1131"/>
                  <a:pt x="579" y="1130"/>
                  <a:pt x="582" y="1131"/>
                </a:cubicBezTo>
                <a:cubicBezTo>
                  <a:pt x="581" y="1131"/>
                  <a:pt x="581" y="1130"/>
                  <a:pt x="580" y="1130"/>
                </a:cubicBezTo>
                <a:cubicBezTo>
                  <a:pt x="584" y="1130"/>
                  <a:pt x="584" y="1130"/>
                  <a:pt x="584" y="1130"/>
                </a:cubicBezTo>
                <a:cubicBezTo>
                  <a:pt x="583" y="1130"/>
                  <a:pt x="583" y="1131"/>
                  <a:pt x="583" y="1132"/>
                </a:cubicBezTo>
                <a:cubicBezTo>
                  <a:pt x="583" y="1132"/>
                  <a:pt x="583" y="1132"/>
                  <a:pt x="583" y="1132"/>
                </a:cubicBezTo>
                <a:cubicBezTo>
                  <a:pt x="579" y="1136"/>
                  <a:pt x="583" y="1134"/>
                  <a:pt x="584" y="1137"/>
                </a:cubicBezTo>
                <a:cubicBezTo>
                  <a:pt x="585" y="1137"/>
                  <a:pt x="585" y="1138"/>
                  <a:pt x="585" y="1138"/>
                </a:cubicBezTo>
                <a:cubicBezTo>
                  <a:pt x="586" y="1138"/>
                  <a:pt x="586" y="1138"/>
                  <a:pt x="586" y="1138"/>
                </a:cubicBezTo>
                <a:cubicBezTo>
                  <a:pt x="587" y="1137"/>
                  <a:pt x="588" y="1136"/>
                  <a:pt x="589" y="1136"/>
                </a:cubicBezTo>
                <a:cubicBezTo>
                  <a:pt x="590" y="1137"/>
                  <a:pt x="591" y="1139"/>
                  <a:pt x="590" y="1141"/>
                </a:cubicBezTo>
                <a:cubicBezTo>
                  <a:pt x="591" y="1141"/>
                  <a:pt x="592" y="1142"/>
                  <a:pt x="593" y="1142"/>
                </a:cubicBezTo>
                <a:close/>
                <a:moveTo>
                  <a:pt x="342" y="313"/>
                </a:moveTo>
                <a:cubicBezTo>
                  <a:pt x="333" y="315"/>
                  <a:pt x="325" y="318"/>
                  <a:pt x="316" y="321"/>
                </a:cubicBezTo>
                <a:cubicBezTo>
                  <a:pt x="317" y="325"/>
                  <a:pt x="313" y="326"/>
                  <a:pt x="313" y="329"/>
                </a:cubicBezTo>
                <a:cubicBezTo>
                  <a:pt x="315" y="328"/>
                  <a:pt x="317" y="328"/>
                  <a:pt x="319" y="327"/>
                </a:cubicBezTo>
                <a:cubicBezTo>
                  <a:pt x="319" y="326"/>
                  <a:pt x="319" y="325"/>
                  <a:pt x="319" y="324"/>
                </a:cubicBezTo>
                <a:cubicBezTo>
                  <a:pt x="322" y="324"/>
                  <a:pt x="325" y="325"/>
                  <a:pt x="324" y="322"/>
                </a:cubicBezTo>
                <a:cubicBezTo>
                  <a:pt x="326" y="322"/>
                  <a:pt x="328" y="322"/>
                  <a:pt x="329" y="324"/>
                </a:cubicBezTo>
                <a:cubicBezTo>
                  <a:pt x="334" y="322"/>
                  <a:pt x="339" y="320"/>
                  <a:pt x="345" y="319"/>
                </a:cubicBezTo>
                <a:cubicBezTo>
                  <a:pt x="342" y="318"/>
                  <a:pt x="342" y="315"/>
                  <a:pt x="342" y="313"/>
                </a:cubicBezTo>
                <a:close/>
                <a:moveTo>
                  <a:pt x="474" y="286"/>
                </a:moveTo>
                <a:cubicBezTo>
                  <a:pt x="475" y="286"/>
                  <a:pt x="475" y="286"/>
                  <a:pt x="476" y="286"/>
                </a:cubicBezTo>
                <a:cubicBezTo>
                  <a:pt x="474" y="284"/>
                  <a:pt x="473" y="283"/>
                  <a:pt x="471" y="284"/>
                </a:cubicBezTo>
                <a:cubicBezTo>
                  <a:pt x="472" y="284"/>
                  <a:pt x="473" y="285"/>
                  <a:pt x="474" y="286"/>
                </a:cubicBezTo>
                <a:close/>
                <a:moveTo>
                  <a:pt x="506" y="281"/>
                </a:moveTo>
                <a:cubicBezTo>
                  <a:pt x="506" y="280"/>
                  <a:pt x="506" y="280"/>
                  <a:pt x="506" y="280"/>
                </a:cubicBezTo>
                <a:cubicBezTo>
                  <a:pt x="506" y="280"/>
                  <a:pt x="506" y="280"/>
                  <a:pt x="506" y="280"/>
                </a:cubicBezTo>
                <a:cubicBezTo>
                  <a:pt x="506" y="280"/>
                  <a:pt x="506" y="280"/>
                  <a:pt x="506" y="281"/>
                </a:cubicBezTo>
                <a:close/>
                <a:moveTo>
                  <a:pt x="482" y="291"/>
                </a:moveTo>
                <a:cubicBezTo>
                  <a:pt x="482" y="290"/>
                  <a:pt x="481" y="290"/>
                  <a:pt x="481" y="290"/>
                </a:cubicBezTo>
                <a:cubicBezTo>
                  <a:pt x="480" y="290"/>
                  <a:pt x="480" y="290"/>
                  <a:pt x="480" y="290"/>
                </a:cubicBezTo>
                <a:cubicBezTo>
                  <a:pt x="481" y="290"/>
                  <a:pt x="482" y="292"/>
                  <a:pt x="482" y="291"/>
                </a:cubicBezTo>
                <a:close/>
                <a:moveTo>
                  <a:pt x="249" y="816"/>
                </a:moveTo>
                <a:cubicBezTo>
                  <a:pt x="249" y="816"/>
                  <a:pt x="249" y="816"/>
                  <a:pt x="249" y="816"/>
                </a:cubicBezTo>
                <a:cubicBezTo>
                  <a:pt x="249" y="817"/>
                  <a:pt x="249" y="817"/>
                  <a:pt x="249" y="817"/>
                </a:cubicBezTo>
                <a:cubicBezTo>
                  <a:pt x="249" y="816"/>
                  <a:pt x="249" y="816"/>
                  <a:pt x="249" y="816"/>
                </a:cubicBezTo>
                <a:close/>
                <a:moveTo>
                  <a:pt x="371" y="351"/>
                </a:moveTo>
                <a:cubicBezTo>
                  <a:pt x="374" y="351"/>
                  <a:pt x="376" y="350"/>
                  <a:pt x="378" y="350"/>
                </a:cubicBezTo>
                <a:cubicBezTo>
                  <a:pt x="376" y="352"/>
                  <a:pt x="377" y="353"/>
                  <a:pt x="377" y="356"/>
                </a:cubicBezTo>
                <a:cubicBezTo>
                  <a:pt x="383" y="355"/>
                  <a:pt x="388" y="354"/>
                  <a:pt x="393" y="353"/>
                </a:cubicBezTo>
                <a:cubicBezTo>
                  <a:pt x="393" y="353"/>
                  <a:pt x="393" y="353"/>
                  <a:pt x="393" y="353"/>
                </a:cubicBezTo>
                <a:cubicBezTo>
                  <a:pt x="393" y="351"/>
                  <a:pt x="393" y="349"/>
                  <a:pt x="393" y="347"/>
                </a:cubicBezTo>
                <a:cubicBezTo>
                  <a:pt x="405" y="347"/>
                  <a:pt x="405" y="347"/>
                  <a:pt x="405" y="347"/>
                </a:cubicBezTo>
                <a:cubicBezTo>
                  <a:pt x="405" y="348"/>
                  <a:pt x="405" y="349"/>
                  <a:pt x="405" y="350"/>
                </a:cubicBezTo>
                <a:cubicBezTo>
                  <a:pt x="405" y="350"/>
                  <a:pt x="404" y="351"/>
                  <a:pt x="403" y="351"/>
                </a:cubicBezTo>
                <a:cubicBezTo>
                  <a:pt x="405" y="351"/>
                  <a:pt x="407" y="350"/>
                  <a:pt x="409" y="350"/>
                </a:cubicBezTo>
                <a:cubicBezTo>
                  <a:pt x="412" y="349"/>
                  <a:pt x="416" y="348"/>
                  <a:pt x="420" y="347"/>
                </a:cubicBezTo>
                <a:cubicBezTo>
                  <a:pt x="420" y="348"/>
                  <a:pt x="420" y="348"/>
                  <a:pt x="420" y="348"/>
                </a:cubicBezTo>
                <a:cubicBezTo>
                  <a:pt x="422" y="348"/>
                  <a:pt x="423" y="348"/>
                  <a:pt x="424" y="348"/>
                </a:cubicBezTo>
                <a:cubicBezTo>
                  <a:pt x="424" y="348"/>
                  <a:pt x="424" y="347"/>
                  <a:pt x="424" y="347"/>
                </a:cubicBezTo>
                <a:cubicBezTo>
                  <a:pt x="431" y="347"/>
                  <a:pt x="431" y="347"/>
                  <a:pt x="431" y="347"/>
                </a:cubicBezTo>
                <a:cubicBezTo>
                  <a:pt x="485" y="340"/>
                  <a:pt x="541" y="341"/>
                  <a:pt x="596" y="345"/>
                </a:cubicBezTo>
                <a:cubicBezTo>
                  <a:pt x="608" y="345"/>
                  <a:pt x="608" y="345"/>
                  <a:pt x="608" y="345"/>
                </a:cubicBezTo>
                <a:cubicBezTo>
                  <a:pt x="608" y="346"/>
                  <a:pt x="608" y="346"/>
                  <a:pt x="609" y="347"/>
                </a:cubicBezTo>
                <a:cubicBezTo>
                  <a:pt x="613" y="347"/>
                  <a:pt x="617" y="347"/>
                  <a:pt x="622" y="348"/>
                </a:cubicBezTo>
                <a:cubicBezTo>
                  <a:pt x="622" y="347"/>
                  <a:pt x="621" y="346"/>
                  <a:pt x="621" y="345"/>
                </a:cubicBezTo>
                <a:cubicBezTo>
                  <a:pt x="629" y="345"/>
                  <a:pt x="629" y="345"/>
                  <a:pt x="629" y="345"/>
                </a:cubicBezTo>
                <a:cubicBezTo>
                  <a:pt x="630" y="346"/>
                  <a:pt x="630" y="348"/>
                  <a:pt x="630" y="349"/>
                </a:cubicBezTo>
                <a:cubicBezTo>
                  <a:pt x="641" y="350"/>
                  <a:pt x="652" y="352"/>
                  <a:pt x="663" y="353"/>
                </a:cubicBezTo>
                <a:cubicBezTo>
                  <a:pt x="665" y="351"/>
                  <a:pt x="668" y="350"/>
                  <a:pt x="673" y="351"/>
                </a:cubicBezTo>
                <a:cubicBezTo>
                  <a:pt x="673" y="353"/>
                  <a:pt x="673" y="354"/>
                  <a:pt x="672" y="355"/>
                </a:cubicBezTo>
                <a:cubicBezTo>
                  <a:pt x="676" y="355"/>
                  <a:pt x="680" y="356"/>
                  <a:pt x="683" y="356"/>
                </a:cubicBezTo>
                <a:cubicBezTo>
                  <a:pt x="683" y="356"/>
                  <a:pt x="683" y="356"/>
                  <a:pt x="683" y="356"/>
                </a:cubicBezTo>
                <a:cubicBezTo>
                  <a:pt x="683" y="353"/>
                  <a:pt x="681" y="351"/>
                  <a:pt x="680" y="348"/>
                </a:cubicBezTo>
                <a:cubicBezTo>
                  <a:pt x="674" y="347"/>
                  <a:pt x="667" y="346"/>
                  <a:pt x="661" y="345"/>
                </a:cubicBezTo>
                <a:cubicBezTo>
                  <a:pt x="661" y="345"/>
                  <a:pt x="661" y="346"/>
                  <a:pt x="660" y="346"/>
                </a:cubicBezTo>
                <a:cubicBezTo>
                  <a:pt x="656" y="346"/>
                  <a:pt x="654" y="348"/>
                  <a:pt x="649" y="347"/>
                </a:cubicBezTo>
                <a:cubicBezTo>
                  <a:pt x="648" y="347"/>
                  <a:pt x="648" y="346"/>
                  <a:pt x="648" y="345"/>
                </a:cubicBezTo>
                <a:cubicBezTo>
                  <a:pt x="659" y="345"/>
                  <a:pt x="659" y="345"/>
                  <a:pt x="659" y="345"/>
                </a:cubicBezTo>
                <a:cubicBezTo>
                  <a:pt x="567" y="332"/>
                  <a:pt x="473" y="329"/>
                  <a:pt x="382" y="349"/>
                </a:cubicBezTo>
                <a:cubicBezTo>
                  <a:pt x="378" y="350"/>
                  <a:pt x="375" y="350"/>
                  <a:pt x="371" y="351"/>
                </a:cubicBezTo>
                <a:close/>
                <a:moveTo>
                  <a:pt x="646" y="345"/>
                </a:moveTo>
                <a:cubicBezTo>
                  <a:pt x="644" y="347"/>
                  <a:pt x="638" y="346"/>
                  <a:pt x="634" y="345"/>
                </a:cubicBezTo>
                <a:lnTo>
                  <a:pt x="646" y="345"/>
                </a:lnTo>
                <a:close/>
                <a:moveTo>
                  <a:pt x="99" y="390"/>
                </a:moveTo>
                <a:cubicBezTo>
                  <a:pt x="99" y="392"/>
                  <a:pt x="100" y="394"/>
                  <a:pt x="101" y="395"/>
                </a:cubicBezTo>
                <a:cubicBezTo>
                  <a:pt x="102" y="394"/>
                  <a:pt x="103" y="393"/>
                  <a:pt x="104" y="392"/>
                </a:cubicBezTo>
                <a:cubicBezTo>
                  <a:pt x="103" y="391"/>
                  <a:pt x="102" y="390"/>
                  <a:pt x="99" y="390"/>
                </a:cubicBezTo>
                <a:close/>
                <a:moveTo>
                  <a:pt x="310" y="330"/>
                </a:moveTo>
                <a:cubicBezTo>
                  <a:pt x="307" y="330"/>
                  <a:pt x="304" y="330"/>
                  <a:pt x="301" y="331"/>
                </a:cubicBezTo>
                <a:cubicBezTo>
                  <a:pt x="290" y="331"/>
                  <a:pt x="290" y="331"/>
                  <a:pt x="290" y="331"/>
                </a:cubicBezTo>
                <a:cubicBezTo>
                  <a:pt x="277" y="336"/>
                  <a:pt x="264" y="342"/>
                  <a:pt x="251" y="348"/>
                </a:cubicBezTo>
                <a:cubicBezTo>
                  <a:pt x="267" y="348"/>
                  <a:pt x="267" y="348"/>
                  <a:pt x="267" y="348"/>
                </a:cubicBezTo>
                <a:cubicBezTo>
                  <a:pt x="281" y="342"/>
                  <a:pt x="296" y="336"/>
                  <a:pt x="310" y="330"/>
                </a:cubicBezTo>
                <a:close/>
                <a:moveTo>
                  <a:pt x="341" y="359"/>
                </a:moveTo>
                <a:cubicBezTo>
                  <a:pt x="341" y="361"/>
                  <a:pt x="342" y="362"/>
                  <a:pt x="341" y="363"/>
                </a:cubicBezTo>
                <a:cubicBezTo>
                  <a:pt x="337" y="365"/>
                  <a:pt x="335" y="364"/>
                  <a:pt x="332" y="362"/>
                </a:cubicBezTo>
                <a:cubicBezTo>
                  <a:pt x="314" y="368"/>
                  <a:pt x="296" y="376"/>
                  <a:pt x="280" y="384"/>
                </a:cubicBezTo>
                <a:cubicBezTo>
                  <a:pt x="294" y="384"/>
                  <a:pt x="294" y="384"/>
                  <a:pt x="294" y="384"/>
                </a:cubicBezTo>
                <a:cubicBezTo>
                  <a:pt x="317" y="373"/>
                  <a:pt x="341" y="365"/>
                  <a:pt x="365" y="359"/>
                </a:cubicBezTo>
                <a:cubicBezTo>
                  <a:pt x="366" y="358"/>
                  <a:pt x="367" y="357"/>
                  <a:pt x="367" y="356"/>
                </a:cubicBezTo>
                <a:cubicBezTo>
                  <a:pt x="369" y="356"/>
                  <a:pt x="371" y="356"/>
                  <a:pt x="372" y="356"/>
                </a:cubicBezTo>
                <a:cubicBezTo>
                  <a:pt x="372" y="354"/>
                  <a:pt x="369" y="354"/>
                  <a:pt x="370" y="351"/>
                </a:cubicBezTo>
                <a:cubicBezTo>
                  <a:pt x="361" y="354"/>
                  <a:pt x="351" y="356"/>
                  <a:pt x="341" y="359"/>
                </a:cubicBezTo>
                <a:close/>
                <a:moveTo>
                  <a:pt x="165" y="887"/>
                </a:moveTo>
                <a:cubicBezTo>
                  <a:pt x="165" y="887"/>
                  <a:pt x="164" y="888"/>
                  <a:pt x="164" y="888"/>
                </a:cubicBezTo>
                <a:cubicBezTo>
                  <a:pt x="164" y="888"/>
                  <a:pt x="164" y="888"/>
                  <a:pt x="165" y="888"/>
                </a:cubicBezTo>
                <a:cubicBezTo>
                  <a:pt x="165" y="888"/>
                  <a:pt x="165" y="888"/>
                  <a:pt x="165" y="887"/>
                </a:cubicBezTo>
                <a:close/>
                <a:moveTo>
                  <a:pt x="67" y="421"/>
                </a:moveTo>
                <a:cubicBezTo>
                  <a:pt x="66" y="423"/>
                  <a:pt x="67" y="424"/>
                  <a:pt x="68" y="427"/>
                </a:cubicBezTo>
                <a:cubicBezTo>
                  <a:pt x="69" y="426"/>
                  <a:pt x="70" y="425"/>
                  <a:pt x="70" y="424"/>
                </a:cubicBezTo>
                <a:cubicBezTo>
                  <a:pt x="70" y="423"/>
                  <a:pt x="70" y="422"/>
                  <a:pt x="70" y="421"/>
                </a:cubicBezTo>
                <a:cubicBezTo>
                  <a:pt x="73" y="421"/>
                  <a:pt x="73" y="421"/>
                  <a:pt x="73" y="421"/>
                </a:cubicBezTo>
                <a:cubicBezTo>
                  <a:pt x="80" y="414"/>
                  <a:pt x="87" y="407"/>
                  <a:pt x="95" y="401"/>
                </a:cubicBezTo>
                <a:cubicBezTo>
                  <a:pt x="94" y="400"/>
                  <a:pt x="93" y="399"/>
                  <a:pt x="94" y="397"/>
                </a:cubicBezTo>
                <a:cubicBezTo>
                  <a:pt x="92" y="398"/>
                  <a:pt x="93" y="401"/>
                  <a:pt x="89" y="400"/>
                </a:cubicBezTo>
                <a:cubicBezTo>
                  <a:pt x="89" y="402"/>
                  <a:pt x="91" y="402"/>
                  <a:pt x="90" y="404"/>
                </a:cubicBezTo>
                <a:cubicBezTo>
                  <a:pt x="85" y="404"/>
                  <a:pt x="85" y="404"/>
                  <a:pt x="85" y="404"/>
                </a:cubicBezTo>
                <a:cubicBezTo>
                  <a:pt x="85" y="401"/>
                  <a:pt x="88" y="400"/>
                  <a:pt x="88" y="398"/>
                </a:cubicBezTo>
                <a:cubicBezTo>
                  <a:pt x="88" y="398"/>
                  <a:pt x="87" y="398"/>
                  <a:pt x="87" y="398"/>
                </a:cubicBezTo>
                <a:cubicBezTo>
                  <a:pt x="86" y="399"/>
                  <a:pt x="85" y="400"/>
                  <a:pt x="84" y="401"/>
                </a:cubicBezTo>
                <a:cubicBezTo>
                  <a:pt x="84" y="402"/>
                  <a:pt x="84" y="403"/>
                  <a:pt x="84" y="404"/>
                </a:cubicBezTo>
                <a:cubicBezTo>
                  <a:pt x="81" y="404"/>
                  <a:pt x="81" y="404"/>
                  <a:pt x="81" y="404"/>
                </a:cubicBezTo>
                <a:cubicBezTo>
                  <a:pt x="75" y="410"/>
                  <a:pt x="69" y="415"/>
                  <a:pt x="63" y="421"/>
                </a:cubicBezTo>
                <a:lnTo>
                  <a:pt x="67" y="421"/>
                </a:lnTo>
                <a:close/>
                <a:moveTo>
                  <a:pt x="139" y="891"/>
                </a:moveTo>
                <a:cubicBezTo>
                  <a:pt x="138" y="891"/>
                  <a:pt x="137" y="890"/>
                  <a:pt x="135" y="890"/>
                </a:cubicBezTo>
                <a:cubicBezTo>
                  <a:pt x="135" y="892"/>
                  <a:pt x="134" y="895"/>
                  <a:pt x="133" y="897"/>
                </a:cubicBezTo>
                <a:cubicBezTo>
                  <a:pt x="133" y="899"/>
                  <a:pt x="134" y="901"/>
                  <a:pt x="135" y="903"/>
                </a:cubicBezTo>
                <a:cubicBezTo>
                  <a:pt x="132" y="903"/>
                  <a:pt x="132" y="903"/>
                  <a:pt x="132" y="903"/>
                </a:cubicBezTo>
                <a:cubicBezTo>
                  <a:pt x="127" y="925"/>
                  <a:pt x="121" y="947"/>
                  <a:pt x="116" y="968"/>
                </a:cubicBezTo>
                <a:cubicBezTo>
                  <a:pt x="117" y="967"/>
                  <a:pt x="119" y="967"/>
                  <a:pt x="118" y="964"/>
                </a:cubicBezTo>
                <a:cubicBezTo>
                  <a:pt x="121" y="964"/>
                  <a:pt x="122" y="965"/>
                  <a:pt x="123" y="965"/>
                </a:cubicBezTo>
                <a:cubicBezTo>
                  <a:pt x="124" y="968"/>
                  <a:pt x="122" y="969"/>
                  <a:pt x="122" y="971"/>
                </a:cubicBezTo>
                <a:cubicBezTo>
                  <a:pt x="125" y="960"/>
                  <a:pt x="128" y="949"/>
                  <a:pt x="130" y="938"/>
                </a:cubicBezTo>
                <a:cubicBezTo>
                  <a:pt x="128" y="938"/>
                  <a:pt x="128" y="938"/>
                  <a:pt x="128" y="938"/>
                </a:cubicBezTo>
                <a:cubicBezTo>
                  <a:pt x="128" y="938"/>
                  <a:pt x="128" y="937"/>
                  <a:pt x="128" y="936"/>
                </a:cubicBezTo>
                <a:cubicBezTo>
                  <a:pt x="129" y="937"/>
                  <a:pt x="130" y="937"/>
                  <a:pt x="131" y="937"/>
                </a:cubicBezTo>
                <a:cubicBezTo>
                  <a:pt x="131" y="936"/>
                  <a:pt x="131" y="935"/>
                  <a:pt x="131" y="934"/>
                </a:cubicBezTo>
                <a:cubicBezTo>
                  <a:pt x="131" y="935"/>
                  <a:pt x="130" y="935"/>
                  <a:pt x="129" y="935"/>
                </a:cubicBezTo>
                <a:cubicBezTo>
                  <a:pt x="127" y="933"/>
                  <a:pt x="128" y="928"/>
                  <a:pt x="132" y="929"/>
                </a:cubicBezTo>
                <a:cubicBezTo>
                  <a:pt x="132" y="929"/>
                  <a:pt x="132" y="930"/>
                  <a:pt x="133" y="930"/>
                </a:cubicBezTo>
                <a:cubicBezTo>
                  <a:pt x="135" y="920"/>
                  <a:pt x="137" y="911"/>
                  <a:pt x="139" y="901"/>
                </a:cubicBezTo>
                <a:cubicBezTo>
                  <a:pt x="139" y="901"/>
                  <a:pt x="138" y="901"/>
                  <a:pt x="138" y="901"/>
                </a:cubicBezTo>
                <a:cubicBezTo>
                  <a:pt x="134" y="898"/>
                  <a:pt x="134" y="892"/>
                  <a:pt x="139" y="891"/>
                </a:cubicBezTo>
                <a:close/>
                <a:moveTo>
                  <a:pt x="579" y="1134"/>
                </a:moveTo>
                <a:cubicBezTo>
                  <a:pt x="579" y="1134"/>
                  <a:pt x="579" y="1134"/>
                  <a:pt x="578" y="1134"/>
                </a:cubicBezTo>
                <a:cubicBezTo>
                  <a:pt x="579" y="1134"/>
                  <a:pt x="579" y="1134"/>
                  <a:pt x="579" y="1134"/>
                </a:cubicBezTo>
                <a:cubicBezTo>
                  <a:pt x="579" y="1134"/>
                  <a:pt x="579" y="1134"/>
                  <a:pt x="579" y="1134"/>
                </a:cubicBezTo>
                <a:close/>
                <a:moveTo>
                  <a:pt x="201" y="385"/>
                </a:moveTo>
                <a:cubicBezTo>
                  <a:pt x="214" y="376"/>
                  <a:pt x="226" y="369"/>
                  <a:pt x="239" y="362"/>
                </a:cubicBezTo>
                <a:cubicBezTo>
                  <a:pt x="239" y="360"/>
                  <a:pt x="240" y="359"/>
                  <a:pt x="240" y="357"/>
                </a:cubicBezTo>
                <a:cubicBezTo>
                  <a:pt x="242" y="357"/>
                  <a:pt x="246" y="357"/>
                  <a:pt x="247" y="358"/>
                </a:cubicBezTo>
                <a:cubicBezTo>
                  <a:pt x="247" y="358"/>
                  <a:pt x="247" y="358"/>
                  <a:pt x="247" y="358"/>
                </a:cubicBezTo>
                <a:cubicBezTo>
                  <a:pt x="247" y="358"/>
                  <a:pt x="248" y="358"/>
                  <a:pt x="248" y="357"/>
                </a:cubicBezTo>
                <a:cubicBezTo>
                  <a:pt x="248" y="357"/>
                  <a:pt x="248" y="357"/>
                  <a:pt x="248" y="357"/>
                </a:cubicBezTo>
                <a:cubicBezTo>
                  <a:pt x="248" y="354"/>
                  <a:pt x="248" y="352"/>
                  <a:pt x="248" y="350"/>
                </a:cubicBezTo>
                <a:cubicBezTo>
                  <a:pt x="227" y="360"/>
                  <a:pt x="208" y="372"/>
                  <a:pt x="189" y="385"/>
                </a:cubicBezTo>
                <a:lnTo>
                  <a:pt x="201" y="385"/>
                </a:lnTo>
                <a:close/>
                <a:moveTo>
                  <a:pt x="899" y="788"/>
                </a:moveTo>
                <a:cubicBezTo>
                  <a:pt x="899" y="788"/>
                  <a:pt x="898" y="787"/>
                  <a:pt x="898" y="787"/>
                </a:cubicBezTo>
                <a:cubicBezTo>
                  <a:pt x="898" y="784"/>
                  <a:pt x="901" y="785"/>
                  <a:pt x="903" y="784"/>
                </a:cubicBezTo>
                <a:cubicBezTo>
                  <a:pt x="903" y="784"/>
                  <a:pt x="903" y="783"/>
                  <a:pt x="903" y="782"/>
                </a:cubicBezTo>
                <a:cubicBezTo>
                  <a:pt x="899" y="782"/>
                  <a:pt x="895" y="782"/>
                  <a:pt x="891" y="781"/>
                </a:cubicBezTo>
                <a:cubicBezTo>
                  <a:pt x="891" y="781"/>
                  <a:pt x="891" y="782"/>
                  <a:pt x="891" y="782"/>
                </a:cubicBezTo>
                <a:cubicBezTo>
                  <a:pt x="889" y="782"/>
                  <a:pt x="888" y="781"/>
                  <a:pt x="888" y="781"/>
                </a:cubicBezTo>
                <a:cubicBezTo>
                  <a:pt x="885" y="781"/>
                  <a:pt x="882" y="781"/>
                  <a:pt x="879" y="780"/>
                </a:cubicBezTo>
                <a:cubicBezTo>
                  <a:pt x="879" y="783"/>
                  <a:pt x="878" y="785"/>
                  <a:pt x="876" y="786"/>
                </a:cubicBezTo>
                <a:cubicBezTo>
                  <a:pt x="879" y="787"/>
                  <a:pt x="882" y="787"/>
                  <a:pt x="886" y="787"/>
                </a:cubicBezTo>
                <a:cubicBezTo>
                  <a:pt x="886" y="787"/>
                  <a:pt x="886" y="786"/>
                  <a:pt x="886" y="785"/>
                </a:cubicBezTo>
                <a:cubicBezTo>
                  <a:pt x="888" y="784"/>
                  <a:pt x="888" y="784"/>
                  <a:pt x="891" y="785"/>
                </a:cubicBezTo>
                <a:cubicBezTo>
                  <a:pt x="891" y="786"/>
                  <a:pt x="891" y="787"/>
                  <a:pt x="891" y="788"/>
                </a:cubicBezTo>
                <a:cubicBezTo>
                  <a:pt x="894" y="788"/>
                  <a:pt x="896" y="788"/>
                  <a:pt x="899" y="788"/>
                </a:cubicBezTo>
                <a:close/>
                <a:moveTo>
                  <a:pt x="772" y="778"/>
                </a:moveTo>
                <a:cubicBezTo>
                  <a:pt x="772" y="777"/>
                  <a:pt x="773" y="776"/>
                  <a:pt x="775" y="775"/>
                </a:cubicBezTo>
                <a:cubicBezTo>
                  <a:pt x="772" y="775"/>
                  <a:pt x="769" y="777"/>
                  <a:pt x="767" y="778"/>
                </a:cubicBezTo>
                <a:cubicBezTo>
                  <a:pt x="768" y="778"/>
                  <a:pt x="770" y="778"/>
                  <a:pt x="772" y="778"/>
                </a:cubicBezTo>
                <a:close/>
                <a:moveTo>
                  <a:pt x="1098" y="769"/>
                </a:moveTo>
                <a:cubicBezTo>
                  <a:pt x="1091" y="771"/>
                  <a:pt x="1084" y="773"/>
                  <a:pt x="1077" y="774"/>
                </a:cubicBezTo>
                <a:cubicBezTo>
                  <a:pt x="1077" y="775"/>
                  <a:pt x="1078" y="776"/>
                  <a:pt x="1078" y="777"/>
                </a:cubicBezTo>
                <a:cubicBezTo>
                  <a:pt x="1079" y="777"/>
                  <a:pt x="1081" y="777"/>
                  <a:pt x="1082" y="777"/>
                </a:cubicBezTo>
                <a:cubicBezTo>
                  <a:pt x="1083" y="778"/>
                  <a:pt x="1083" y="779"/>
                  <a:pt x="1083" y="780"/>
                </a:cubicBezTo>
                <a:cubicBezTo>
                  <a:pt x="1084" y="779"/>
                  <a:pt x="1086" y="779"/>
                  <a:pt x="1087" y="779"/>
                </a:cubicBezTo>
                <a:cubicBezTo>
                  <a:pt x="1086" y="777"/>
                  <a:pt x="1084" y="776"/>
                  <a:pt x="1082" y="775"/>
                </a:cubicBezTo>
                <a:cubicBezTo>
                  <a:pt x="1083" y="772"/>
                  <a:pt x="1086" y="773"/>
                  <a:pt x="1089" y="773"/>
                </a:cubicBezTo>
                <a:cubicBezTo>
                  <a:pt x="1089" y="775"/>
                  <a:pt x="1090" y="776"/>
                  <a:pt x="1092" y="777"/>
                </a:cubicBezTo>
                <a:cubicBezTo>
                  <a:pt x="1093" y="777"/>
                  <a:pt x="1093" y="777"/>
                  <a:pt x="1094" y="777"/>
                </a:cubicBezTo>
                <a:cubicBezTo>
                  <a:pt x="1096" y="776"/>
                  <a:pt x="1099" y="776"/>
                  <a:pt x="1101" y="775"/>
                </a:cubicBezTo>
                <a:cubicBezTo>
                  <a:pt x="1101" y="775"/>
                  <a:pt x="1102" y="775"/>
                  <a:pt x="1102" y="775"/>
                </a:cubicBezTo>
                <a:cubicBezTo>
                  <a:pt x="1102" y="774"/>
                  <a:pt x="1102" y="773"/>
                  <a:pt x="1103" y="772"/>
                </a:cubicBezTo>
                <a:cubicBezTo>
                  <a:pt x="1102" y="770"/>
                  <a:pt x="1101" y="768"/>
                  <a:pt x="1098" y="769"/>
                </a:cubicBezTo>
                <a:close/>
                <a:moveTo>
                  <a:pt x="754" y="362"/>
                </a:moveTo>
                <a:cubicBezTo>
                  <a:pt x="753" y="362"/>
                  <a:pt x="753" y="362"/>
                  <a:pt x="753" y="362"/>
                </a:cubicBezTo>
                <a:cubicBezTo>
                  <a:pt x="753" y="362"/>
                  <a:pt x="753" y="362"/>
                  <a:pt x="753" y="362"/>
                </a:cubicBezTo>
                <a:cubicBezTo>
                  <a:pt x="752" y="362"/>
                  <a:pt x="752" y="362"/>
                  <a:pt x="751" y="361"/>
                </a:cubicBezTo>
                <a:cubicBezTo>
                  <a:pt x="751" y="362"/>
                  <a:pt x="751" y="362"/>
                  <a:pt x="751" y="362"/>
                </a:cubicBezTo>
                <a:cubicBezTo>
                  <a:pt x="741" y="363"/>
                  <a:pt x="741" y="363"/>
                  <a:pt x="741" y="363"/>
                </a:cubicBezTo>
                <a:cubicBezTo>
                  <a:pt x="741" y="362"/>
                  <a:pt x="741" y="362"/>
                  <a:pt x="742" y="362"/>
                </a:cubicBezTo>
                <a:cubicBezTo>
                  <a:pt x="742" y="362"/>
                  <a:pt x="743" y="362"/>
                  <a:pt x="744" y="362"/>
                </a:cubicBezTo>
                <a:cubicBezTo>
                  <a:pt x="744" y="362"/>
                  <a:pt x="744" y="361"/>
                  <a:pt x="745" y="361"/>
                </a:cubicBezTo>
                <a:cubicBezTo>
                  <a:pt x="747" y="361"/>
                  <a:pt x="749" y="361"/>
                  <a:pt x="751" y="361"/>
                </a:cubicBezTo>
                <a:cubicBezTo>
                  <a:pt x="745" y="360"/>
                  <a:pt x="738" y="359"/>
                  <a:pt x="732" y="358"/>
                </a:cubicBezTo>
                <a:cubicBezTo>
                  <a:pt x="733" y="358"/>
                  <a:pt x="733" y="358"/>
                  <a:pt x="733" y="358"/>
                </a:cubicBezTo>
                <a:cubicBezTo>
                  <a:pt x="733" y="359"/>
                  <a:pt x="733" y="360"/>
                  <a:pt x="733" y="362"/>
                </a:cubicBezTo>
                <a:cubicBezTo>
                  <a:pt x="730" y="362"/>
                  <a:pt x="727" y="362"/>
                  <a:pt x="727" y="360"/>
                </a:cubicBezTo>
                <a:cubicBezTo>
                  <a:pt x="728" y="359"/>
                  <a:pt x="730" y="357"/>
                  <a:pt x="732" y="357"/>
                </a:cubicBezTo>
                <a:cubicBezTo>
                  <a:pt x="728" y="357"/>
                  <a:pt x="724" y="356"/>
                  <a:pt x="720" y="355"/>
                </a:cubicBezTo>
                <a:cubicBezTo>
                  <a:pt x="720" y="355"/>
                  <a:pt x="720" y="355"/>
                  <a:pt x="720" y="355"/>
                </a:cubicBezTo>
                <a:cubicBezTo>
                  <a:pt x="717" y="357"/>
                  <a:pt x="710" y="361"/>
                  <a:pt x="709" y="355"/>
                </a:cubicBezTo>
                <a:cubicBezTo>
                  <a:pt x="712" y="357"/>
                  <a:pt x="713" y="355"/>
                  <a:pt x="714" y="354"/>
                </a:cubicBezTo>
                <a:cubicBezTo>
                  <a:pt x="707" y="353"/>
                  <a:pt x="700" y="351"/>
                  <a:pt x="692" y="350"/>
                </a:cubicBezTo>
                <a:cubicBezTo>
                  <a:pt x="693" y="351"/>
                  <a:pt x="693" y="353"/>
                  <a:pt x="693" y="356"/>
                </a:cubicBezTo>
                <a:cubicBezTo>
                  <a:pt x="691" y="356"/>
                  <a:pt x="690" y="357"/>
                  <a:pt x="688" y="357"/>
                </a:cubicBezTo>
                <a:cubicBezTo>
                  <a:pt x="696" y="358"/>
                  <a:pt x="703" y="360"/>
                  <a:pt x="711" y="361"/>
                </a:cubicBezTo>
                <a:cubicBezTo>
                  <a:pt x="711" y="361"/>
                  <a:pt x="711" y="361"/>
                  <a:pt x="711" y="361"/>
                </a:cubicBezTo>
                <a:cubicBezTo>
                  <a:pt x="715" y="360"/>
                  <a:pt x="719" y="360"/>
                  <a:pt x="721" y="358"/>
                </a:cubicBezTo>
                <a:cubicBezTo>
                  <a:pt x="723" y="358"/>
                  <a:pt x="724" y="359"/>
                  <a:pt x="723" y="361"/>
                </a:cubicBezTo>
                <a:cubicBezTo>
                  <a:pt x="720" y="360"/>
                  <a:pt x="719" y="361"/>
                  <a:pt x="719" y="363"/>
                </a:cubicBezTo>
                <a:cubicBezTo>
                  <a:pt x="746" y="368"/>
                  <a:pt x="772" y="373"/>
                  <a:pt x="798" y="379"/>
                </a:cubicBezTo>
                <a:cubicBezTo>
                  <a:pt x="806" y="379"/>
                  <a:pt x="806" y="379"/>
                  <a:pt x="806" y="379"/>
                </a:cubicBezTo>
                <a:cubicBezTo>
                  <a:pt x="806" y="380"/>
                  <a:pt x="807" y="380"/>
                  <a:pt x="807" y="381"/>
                </a:cubicBezTo>
                <a:cubicBezTo>
                  <a:pt x="808" y="382"/>
                  <a:pt x="809" y="382"/>
                  <a:pt x="811" y="382"/>
                </a:cubicBezTo>
                <a:cubicBezTo>
                  <a:pt x="811" y="382"/>
                  <a:pt x="810" y="380"/>
                  <a:pt x="809" y="379"/>
                </a:cubicBezTo>
                <a:cubicBezTo>
                  <a:pt x="826" y="379"/>
                  <a:pt x="826" y="379"/>
                  <a:pt x="826" y="379"/>
                </a:cubicBezTo>
                <a:cubicBezTo>
                  <a:pt x="803" y="373"/>
                  <a:pt x="779" y="368"/>
                  <a:pt x="755" y="362"/>
                </a:cubicBezTo>
                <a:lnTo>
                  <a:pt x="754" y="362"/>
                </a:lnTo>
                <a:close/>
                <a:moveTo>
                  <a:pt x="842" y="317"/>
                </a:moveTo>
                <a:cubicBezTo>
                  <a:pt x="839" y="316"/>
                  <a:pt x="838" y="318"/>
                  <a:pt x="836" y="318"/>
                </a:cubicBezTo>
                <a:cubicBezTo>
                  <a:pt x="836" y="319"/>
                  <a:pt x="843" y="320"/>
                  <a:pt x="842" y="317"/>
                </a:cubicBezTo>
                <a:close/>
                <a:moveTo>
                  <a:pt x="808" y="347"/>
                </a:moveTo>
                <a:cubicBezTo>
                  <a:pt x="807" y="349"/>
                  <a:pt x="807" y="351"/>
                  <a:pt x="802" y="349"/>
                </a:cubicBezTo>
                <a:cubicBezTo>
                  <a:pt x="802" y="351"/>
                  <a:pt x="802" y="352"/>
                  <a:pt x="802" y="353"/>
                </a:cubicBezTo>
                <a:cubicBezTo>
                  <a:pt x="803" y="353"/>
                  <a:pt x="803" y="353"/>
                  <a:pt x="804" y="353"/>
                </a:cubicBezTo>
                <a:cubicBezTo>
                  <a:pt x="805" y="353"/>
                  <a:pt x="806" y="353"/>
                  <a:pt x="807" y="354"/>
                </a:cubicBezTo>
                <a:cubicBezTo>
                  <a:pt x="809" y="354"/>
                  <a:pt x="810" y="355"/>
                  <a:pt x="812" y="355"/>
                </a:cubicBezTo>
                <a:cubicBezTo>
                  <a:pt x="813" y="354"/>
                  <a:pt x="814" y="353"/>
                  <a:pt x="817" y="354"/>
                </a:cubicBezTo>
                <a:cubicBezTo>
                  <a:pt x="815" y="350"/>
                  <a:pt x="810" y="354"/>
                  <a:pt x="808" y="351"/>
                </a:cubicBezTo>
                <a:cubicBezTo>
                  <a:pt x="808" y="350"/>
                  <a:pt x="809" y="349"/>
                  <a:pt x="810" y="348"/>
                </a:cubicBezTo>
                <a:cubicBezTo>
                  <a:pt x="810" y="348"/>
                  <a:pt x="809" y="348"/>
                  <a:pt x="809" y="348"/>
                </a:cubicBezTo>
                <a:cubicBezTo>
                  <a:pt x="809" y="348"/>
                  <a:pt x="809" y="347"/>
                  <a:pt x="809" y="347"/>
                </a:cubicBezTo>
                <a:cubicBezTo>
                  <a:pt x="809" y="347"/>
                  <a:pt x="809" y="347"/>
                  <a:pt x="808" y="347"/>
                </a:cubicBezTo>
                <a:close/>
                <a:moveTo>
                  <a:pt x="813" y="323"/>
                </a:moveTo>
                <a:cubicBezTo>
                  <a:pt x="812" y="323"/>
                  <a:pt x="812" y="324"/>
                  <a:pt x="812" y="325"/>
                </a:cubicBezTo>
                <a:cubicBezTo>
                  <a:pt x="813" y="325"/>
                  <a:pt x="814" y="325"/>
                  <a:pt x="815" y="325"/>
                </a:cubicBezTo>
                <a:cubicBezTo>
                  <a:pt x="814" y="324"/>
                  <a:pt x="813" y="324"/>
                  <a:pt x="813" y="323"/>
                </a:cubicBezTo>
                <a:close/>
                <a:moveTo>
                  <a:pt x="114" y="1002"/>
                </a:moveTo>
                <a:cubicBezTo>
                  <a:pt x="117" y="992"/>
                  <a:pt x="120" y="982"/>
                  <a:pt x="122" y="972"/>
                </a:cubicBezTo>
                <a:cubicBezTo>
                  <a:pt x="121" y="973"/>
                  <a:pt x="121" y="974"/>
                  <a:pt x="119" y="973"/>
                </a:cubicBezTo>
                <a:cubicBezTo>
                  <a:pt x="117" y="973"/>
                  <a:pt x="119" y="969"/>
                  <a:pt x="116" y="970"/>
                </a:cubicBezTo>
                <a:cubicBezTo>
                  <a:pt x="116" y="969"/>
                  <a:pt x="116" y="969"/>
                  <a:pt x="116" y="969"/>
                </a:cubicBezTo>
                <a:cubicBezTo>
                  <a:pt x="113" y="980"/>
                  <a:pt x="111" y="991"/>
                  <a:pt x="108" y="1001"/>
                </a:cubicBezTo>
                <a:cubicBezTo>
                  <a:pt x="107" y="1006"/>
                  <a:pt x="113" y="1007"/>
                  <a:pt x="114" y="1002"/>
                </a:cubicBezTo>
                <a:close/>
                <a:moveTo>
                  <a:pt x="394" y="1074"/>
                </a:moveTo>
                <a:cubicBezTo>
                  <a:pt x="393" y="1075"/>
                  <a:pt x="392" y="1075"/>
                  <a:pt x="392" y="1074"/>
                </a:cubicBezTo>
                <a:cubicBezTo>
                  <a:pt x="392" y="1075"/>
                  <a:pt x="393" y="1076"/>
                  <a:pt x="394" y="1077"/>
                </a:cubicBezTo>
                <a:cubicBezTo>
                  <a:pt x="395" y="1077"/>
                  <a:pt x="396" y="1077"/>
                  <a:pt x="397" y="1078"/>
                </a:cubicBezTo>
                <a:cubicBezTo>
                  <a:pt x="398" y="1077"/>
                  <a:pt x="399" y="1076"/>
                  <a:pt x="401" y="1076"/>
                </a:cubicBezTo>
                <a:cubicBezTo>
                  <a:pt x="398" y="1072"/>
                  <a:pt x="396" y="1069"/>
                  <a:pt x="394" y="1065"/>
                </a:cubicBezTo>
                <a:cubicBezTo>
                  <a:pt x="393" y="1065"/>
                  <a:pt x="392" y="1066"/>
                  <a:pt x="391" y="1067"/>
                </a:cubicBezTo>
                <a:cubicBezTo>
                  <a:pt x="391" y="1067"/>
                  <a:pt x="391" y="1068"/>
                  <a:pt x="391" y="1069"/>
                </a:cubicBezTo>
                <a:cubicBezTo>
                  <a:pt x="392" y="1069"/>
                  <a:pt x="393" y="1069"/>
                  <a:pt x="394" y="1069"/>
                </a:cubicBezTo>
                <a:cubicBezTo>
                  <a:pt x="395" y="1071"/>
                  <a:pt x="396" y="1073"/>
                  <a:pt x="394" y="1074"/>
                </a:cubicBezTo>
                <a:close/>
                <a:moveTo>
                  <a:pt x="343" y="829"/>
                </a:moveTo>
                <a:cubicBezTo>
                  <a:pt x="344" y="828"/>
                  <a:pt x="344" y="827"/>
                  <a:pt x="344" y="826"/>
                </a:cubicBezTo>
                <a:cubicBezTo>
                  <a:pt x="341" y="848"/>
                  <a:pt x="340" y="870"/>
                  <a:pt x="341" y="892"/>
                </a:cubicBezTo>
                <a:cubicBezTo>
                  <a:pt x="341" y="892"/>
                  <a:pt x="341" y="891"/>
                  <a:pt x="342" y="890"/>
                </a:cubicBezTo>
                <a:cubicBezTo>
                  <a:pt x="345" y="891"/>
                  <a:pt x="347" y="893"/>
                  <a:pt x="348" y="895"/>
                </a:cubicBezTo>
                <a:cubicBezTo>
                  <a:pt x="348" y="894"/>
                  <a:pt x="348" y="893"/>
                  <a:pt x="348" y="892"/>
                </a:cubicBezTo>
                <a:cubicBezTo>
                  <a:pt x="347" y="892"/>
                  <a:pt x="347" y="892"/>
                  <a:pt x="347" y="892"/>
                </a:cubicBezTo>
                <a:cubicBezTo>
                  <a:pt x="347" y="892"/>
                  <a:pt x="347" y="892"/>
                  <a:pt x="348" y="892"/>
                </a:cubicBezTo>
                <a:cubicBezTo>
                  <a:pt x="347" y="890"/>
                  <a:pt x="347" y="888"/>
                  <a:pt x="347" y="887"/>
                </a:cubicBezTo>
                <a:cubicBezTo>
                  <a:pt x="347" y="885"/>
                  <a:pt x="346" y="884"/>
                  <a:pt x="347" y="882"/>
                </a:cubicBezTo>
                <a:cubicBezTo>
                  <a:pt x="347" y="882"/>
                  <a:pt x="347" y="882"/>
                  <a:pt x="347" y="882"/>
                </a:cubicBezTo>
                <a:cubicBezTo>
                  <a:pt x="347" y="865"/>
                  <a:pt x="348" y="847"/>
                  <a:pt x="350" y="829"/>
                </a:cubicBezTo>
                <a:cubicBezTo>
                  <a:pt x="347" y="830"/>
                  <a:pt x="347" y="829"/>
                  <a:pt x="343" y="829"/>
                </a:cubicBezTo>
                <a:close/>
                <a:moveTo>
                  <a:pt x="338" y="758"/>
                </a:moveTo>
                <a:cubicBezTo>
                  <a:pt x="336" y="758"/>
                  <a:pt x="336" y="758"/>
                  <a:pt x="336" y="758"/>
                </a:cubicBezTo>
                <a:cubicBezTo>
                  <a:pt x="334" y="764"/>
                  <a:pt x="333" y="770"/>
                  <a:pt x="331" y="776"/>
                </a:cubicBezTo>
                <a:cubicBezTo>
                  <a:pt x="338" y="776"/>
                  <a:pt x="338" y="776"/>
                  <a:pt x="338" y="776"/>
                </a:cubicBezTo>
                <a:cubicBezTo>
                  <a:pt x="340" y="769"/>
                  <a:pt x="341" y="763"/>
                  <a:pt x="343" y="757"/>
                </a:cubicBezTo>
                <a:cubicBezTo>
                  <a:pt x="343" y="757"/>
                  <a:pt x="343" y="757"/>
                  <a:pt x="342" y="757"/>
                </a:cubicBezTo>
                <a:cubicBezTo>
                  <a:pt x="342" y="755"/>
                  <a:pt x="343" y="755"/>
                  <a:pt x="344" y="754"/>
                </a:cubicBezTo>
                <a:cubicBezTo>
                  <a:pt x="345" y="750"/>
                  <a:pt x="347" y="746"/>
                  <a:pt x="348" y="742"/>
                </a:cubicBezTo>
                <a:cubicBezTo>
                  <a:pt x="347" y="743"/>
                  <a:pt x="346" y="743"/>
                  <a:pt x="344" y="742"/>
                </a:cubicBezTo>
                <a:cubicBezTo>
                  <a:pt x="344" y="742"/>
                  <a:pt x="344" y="741"/>
                  <a:pt x="344" y="740"/>
                </a:cubicBezTo>
                <a:cubicBezTo>
                  <a:pt x="349" y="740"/>
                  <a:pt x="349" y="740"/>
                  <a:pt x="349" y="740"/>
                </a:cubicBezTo>
                <a:cubicBezTo>
                  <a:pt x="349" y="740"/>
                  <a:pt x="349" y="740"/>
                  <a:pt x="349" y="741"/>
                </a:cubicBezTo>
                <a:cubicBezTo>
                  <a:pt x="351" y="732"/>
                  <a:pt x="355" y="724"/>
                  <a:pt x="358" y="717"/>
                </a:cubicBezTo>
                <a:cubicBezTo>
                  <a:pt x="357" y="715"/>
                  <a:pt x="356" y="712"/>
                  <a:pt x="357" y="709"/>
                </a:cubicBezTo>
                <a:cubicBezTo>
                  <a:pt x="358" y="709"/>
                  <a:pt x="360" y="709"/>
                  <a:pt x="361" y="710"/>
                </a:cubicBezTo>
                <a:cubicBezTo>
                  <a:pt x="362" y="708"/>
                  <a:pt x="362" y="707"/>
                  <a:pt x="363" y="705"/>
                </a:cubicBezTo>
                <a:cubicBezTo>
                  <a:pt x="363" y="705"/>
                  <a:pt x="362" y="704"/>
                  <a:pt x="362" y="704"/>
                </a:cubicBezTo>
                <a:cubicBezTo>
                  <a:pt x="364" y="704"/>
                  <a:pt x="364" y="704"/>
                  <a:pt x="364" y="704"/>
                </a:cubicBezTo>
                <a:cubicBezTo>
                  <a:pt x="367" y="698"/>
                  <a:pt x="370" y="692"/>
                  <a:pt x="373" y="686"/>
                </a:cubicBezTo>
                <a:cubicBezTo>
                  <a:pt x="372" y="686"/>
                  <a:pt x="372" y="685"/>
                  <a:pt x="372" y="684"/>
                </a:cubicBezTo>
                <a:cubicBezTo>
                  <a:pt x="370" y="684"/>
                  <a:pt x="368" y="684"/>
                  <a:pt x="367" y="684"/>
                </a:cubicBezTo>
                <a:cubicBezTo>
                  <a:pt x="361" y="694"/>
                  <a:pt x="356" y="705"/>
                  <a:pt x="351" y="716"/>
                </a:cubicBezTo>
                <a:cubicBezTo>
                  <a:pt x="352" y="716"/>
                  <a:pt x="352" y="716"/>
                  <a:pt x="352" y="716"/>
                </a:cubicBezTo>
                <a:cubicBezTo>
                  <a:pt x="352" y="717"/>
                  <a:pt x="351" y="717"/>
                  <a:pt x="351" y="717"/>
                </a:cubicBezTo>
                <a:cubicBezTo>
                  <a:pt x="349" y="721"/>
                  <a:pt x="348" y="725"/>
                  <a:pt x="346" y="728"/>
                </a:cubicBezTo>
                <a:cubicBezTo>
                  <a:pt x="343" y="737"/>
                  <a:pt x="340" y="746"/>
                  <a:pt x="337" y="755"/>
                </a:cubicBezTo>
                <a:cubicBezTo>
                  <a:pt x="338" y="756"/>
                  <a:pt x="338" y="757"/>
                  <a:pt x="338" y="758"/>
                </a:cubicBezTo>
                <a:close/>
                <a:moveTo>
                  <a:pt x="496" y="1107"/>
                </a:moveTo>
                <a:cubicBezTo>
                  <a:pt x="495" y="1105"/>
                  <a:pt x="495" y="1102"/>
                  <a:pt x="498" y="1100"/>
                </a:cubicBezTo>
                <a:cubicBezTo>
                  <a:pt x="497" y="1100"/>
                  <a:pt x="496" y="1099"/>
                  <a:pt x="495" y="1099"/>
                </a:cubicBezTo>
                <a:cubicBezTo>
                  <a:pt x="494" y="1100"/>
                  <a:pt x="492" y="1101"/>
                  <a:pt x="489" y="1102"/>
                </a:cubicBezTo>
                <a:cubicBezTo>
                  <a:pt x="489" y="1099"/>
                  <a:pt x="489" y="1097"/>
                  <a:pt x="488" y="1095"/>
                </a:cubicBezTo>
                <a:cubicBezTo>
                  <a:pt x="491" y="1095"/>
                  <a:pt x="491" y="1095"/>
                  <a:pt x="491" y="1095"/>
                </a:cubicBezTo>
                <a:cubicBezTo>
                  <a:pt x="483" y="1089"/>
                  <a:pt x="475" y="1082"/>
                  <a:pt x="468" y="1075"/>
                </a:cubicBezTo>
                <a:cubicBezTo>
                  <a:pt x="468" y="1076"/>
                  <a:pt x="468" y="1077"/>
                  <a:pt x="468" y="1078"/>
                </a:cubicBezTo>
                <a:cubicBezTo>
                  <a:pt x="460" y="1078"/>
                  <a:pt x="460" y="1078"/>
                  <a:pt x="460" y="1078"/>
                </a:cubicBezTo>
                <a:cubicBezTo>
                  <a:pt x="471" y="1089"/>
                  <a:pt x="484" y="1099"/>
                  <a:pt x="496" y="1109"/>
                </a:cubicBezTo>
                <a:cubicBezTo>
                  <a:pt x="496" y="1108"/>
                  <a:pt x="496" y="1107"/>
                  <a:pt x="496" y="1107"/>
                </a:cubicBezTo>
                <a:close/>
                <a:moveTo>
                  <a:pt x="442" y="1133"/>
                </a:moveTo>
                <a:cubicBezTo>
                  <a:pt x="444" y="1134"/>
                  <a:pt x="445" y="1135"/>
                  <a:pt x="446" y="1137"/>
                </a:cubicBezTo>
                <a:cubicBezTo>
                  <a:pt x="448" y="1134"/>
                  <a:pt x="444" y="1135"/>
                  <a:pt x="446" y="1132"/>
                </a:cubicBezTo>
                <a:cubicBezTo>
                  <a:pt x="446" y="1132"/>
                  <a:pt x="446" y="1132"/>
                  <a:pt x="447" y="1131"/>
                </a:cubicBezTo>
                <a:cubicBezTo>
                  <a:pt x="450" y="1131"/>
                  <a:pt x="450" y="1131"/>
                  <a:pt x="450" y="1131"/>
                </a:cubicBezTo>
                <a:cubicBezTo>
                  <a:pt x="444" y="1125"/>
                  <a:pt x="437" y="1118"/>
                  <a:pt x="430" y="1111"/>
                </a:cubicBezTo>
                <a:cubicBezTo>
                  <a:pt x="430" y="1112"/>
                  <a:pt x="429" y="1113"/>
                  <a:pt x="428" y="1114"/>
                </a:cubicBezTo>
                <a:cubicBezTo>
                  <a:pt x="424" y="1114"/>
                  <a:pt x="424" y="1114"/>
                  <a:pt x="424" y="1114"/>
                </a:cubicBezTo>
                <a:cubicBezTo>
                  <a:pt x="427" y="1117"/>
                  <a:pt x="430" y="1121"/>
                  <a:pt x="433" y="1124"/>
                </a:cubicBezTo>
                <a:cubicBezTo>
                  <a:pt x="436" y="1126"/>
                  <a:pt x="438" y="1129"/>
                  <a:pt x="441" y="1131"/>
                </a:cubicBezTo>
                <a:cubicBezTo>
                  <a:pt x="443" y="1131"/>
                  <a:pt x="443" y="1131"/>
                  <a:pt x="443" y="1131"/>
                </a:cubicBezTo>
                <a:cubicBezTo>
                  <a:pt x="443" y="1132"/>
                  <a:pt x="443" y="1132"/>
                  <a:pt x="442" y="1133"/>
                </a:cubicBezTo>
                <a:close/>
                <a:moveTo>
                  <a:pt x="355" y="680"/>
                </a:moveTo>
                <a:cubicBezTo>
                  <a:pt x="355" y="680"/>
                  <a:pt x="355" y="680"/>
                  <a:pt x="355" y="680"/>
                </a:cubicBezTo>
                <a:cubicBezTo>
                  <a:pt x="355" y="680"/>
                  <a:pt x="355" y="680"/>
                  <a:pt x="355" y="681"/>
                </a:cubicBezTo>
                <a:cubicBezTo>
                  <a:pt x="355" y="681"/>
                  <a:pt x="355" y="680"/>
                  <a:pt x="355" y="680"/>
                </a:cubicBezTo>
                <a:close/>
                <a:moveTo>
                  <a:pt x="456" y="1138"/>
                </a:moveTo>
                <a:cubicBezTo>
                  <a:pt x="452" y="1139"/>
                  <a:pt x="451" y="1138"/>
                  <a:pt x="447" y="1137"/>
                </a:cubicBezTo>
                <a:cubicBezTo>
                  <a:pt x="448" y="1138"/>
                  <a:pt x="450" y="1140"/>
                  <a:pt x="451" y="1141"/>
                </a:cubicBezTo>
                <a:cubicBezTo>
                  <a:pt x="452" y="1140"/>
                  <a:pt x="454" y="1139"/>
                  <a:pt x="456" y="1138"/>
                </a:cubicBezTo>
                <a:close/>
                <a:moveTo>
                  <a:pt x="227" y="813"/>
                </a:moveTo>
                <a:cubicBezTo>
                  <a:pt x="227" y="813"/>
                  <a:pt x="227" y="813"/>
                  <a:pt x="226" y="813"/>
                </a:cubicBezTo>
                <a:cubicBezTo>
                  <a:pt x="226" y="813"/>
                  <a:pt x="226" y="812"/>
                  <a:pt x="226" y="812"/>
                </a:cubicBezTo>
                <a:cubicBezTo>
                  <a:pt x="233" y="812"/>
                  <a:pt x="233" y="812"/>
                  <a:pt x="233" y="812"/>
                </a:cubicBezTo>
                <a:cubicBezTo>
                  <a:pt x="239" y="792"/>
                  <a:pt x="245" y="771"/>
                  <a:pt x="252" y="751"/>
                </a:cubicBezTo>
                <a:cubicBezTo>
                  <a:pt x="252" y="749"/>
                  <a:pt x="252" y="748"/>
                  <a:pt x="253" y="746"/>
                </a:cubicBezTo>
                <a:cubicBezTo>
                  <a:pt x="254" y="746"/>
                  <a:pt x="254" y="746"/>
                  <a:pt x="255" y="746"/>
                </a:cubicBezTo>
                <a:cubicBezTo>
                  <a:pt x="255" y="745"/>
                  <a:pt x="255" y="745"/>
                  <a:pt x="255" y="745"/>
                </a:cubicBezTo>
                <a:cubicBezTo>
                  <a:pt x="254" y="744"/>
                  <a:pt x="253" y="743"/>
                  <a:pt x="254" y="741"/>
                </a:cubicBezTo>
                <a:cubicBezTo>
                  <a:pt x="254" y="741"/>
                  <a:pt x="254" y="741"/>
                  <a:pt x="254" y="741"/>
                </a:cubicBezTo>
                <a:cubicBezTo>
                  <a:pt x="254" y="741"/>
                  <a:pt x="253" y="741"/>
                  <a:pt x="253" y="741"/>
                </a:cubicBezTo>
                <a:cubicBezTo>
                  <a:pt x="256" y="741"/>
                  <a:pt x="256" y="741"/>
                  <a:pt x="256" y="741"/>
                </a:cubicBezTo>
                <a:cubicBezTo>
                  <a:pt x="259" y="733"/>
                  <a:pt x="263" y="725"/>
                  <a:pt x="266" y="718"/>
                </a:cubicBezTo>
                <a:cubicBezTo>
                  <a:pt x="266" y="718"/>
                  <a:pt x="265" y="718"/>
                  <a:pt x="264" y="718"/>
                </a:cubicBezTo>
                <a:cubicBezTo>
                  <a:pt x="264" y="716"/>
                  <a:pt x="261" y="715"/>
                  <a:pt x="260" y="713"/>
                </a:cubicBezTo>
                <a:cubicBezTo>
                  <a:pt x="256" y="723"/>
                  <a:pt x="252" y="733"/>
                  <a:pt x="248" y="743"/>
                </a:cubicBezTo>
                <a:cubicBezTo>
                  <a:pt x="249" y="744"/>
                  <a:pt x="249" y="745"/>
                  <a:pt x="249" y="747"/>
                </a:cubicBezTo>
                <a:cubicBezTo>
                  <a:pt x="248" y="748"/>
                  <a:pt x="247" y="748"/>
                  <a:pt x="246" y="748"/>
                </a:cubicBezTo>
                <a:cubicBezTo>
                  <a:pt x="245" y="751"/>
                  <a:pt x="244" y="755"/>
                  <a:pt x="243" y="758"/>
                </a:cubicBezTo>
                <a:cubicBezTo>
                  <a:pt x="243" y="758"/>
                  <a:pt x="244" y="758"/>
                  <a:pt x="244" y="758"/>
                </a:cubicBezTo>
                <a:cubicBezTo>
                  <a:pt x="245" y="758"/>
                  <a:pt x="245" y="759"/>
                  <a:pt x="245" y="759"/>
                </a:cubicBezTo>
                <a:cubicBezTo>
                  <a:pt x="242" y="759"/>
                  <a:pt x="242" y="759"/>
                  <a:pt x="242" y="759"/>
                </a:cubicBezTo>
                <a:cubicBezTo>
                  <a:pt x="236" y="777"/>
                  <a:pt x="230" y="796"/>
                  <a:pt x="225" y="814"/>
                </a:cubicBezTo>
                <a:cubicBezTo>
                  <a:pt x="226" y="814"/>
                  <a:pt x="227" y="814"/>
                  <a:pt x="227" y="813"/>
                </a:cubicBezTo>
                <a:close/>
                <a:moveTo>
                  <a:pt x="237" y="778"/>
                </a:moveTo>
                <a:cubicBezTo>
                  <a:pt x="240" y="778"/>
                  <a:pt x="241" y="778"/>
                  <a:pt x="243" y="779"/>
                </a:cubicBezTo>
                <a:cubicBezTo>
                  <a:pt x="242" y="781"/>
                  <a:pt x="241" y="784"/>
                  <a:pt x="238" y="784"/>
                </a:cubicBezTo>
                <a:cubicBezTo>
                  <a:pt x="237" y="782"/>
                  <a:pt x="236" y="780"/>
                  <a:pt x="237" y="778"/>
                </a:cubicBezTo>
                <a:close/>
                <a:moveTo>
                  <a:pt x="235" y="787"/>
                </a:moveTo>
                <a:cubicBezTo>
                  <a:pt x="237" y="787"/>
                  <a:pt x="239" y="788"/>
                  <a:pt x="239" y="791"/>
                </a:cubicBezTo>
                <a:cubicBezTo>
                  <a:pt x="238" y="791"/>
                  <a:pt x="236" y="792"/>
                  <a:pt x="234" y="791"/>
                </a:cubicBezTo>
                <a:cubicBezTo>
                  <a:pt x="233" y="789"/>
                  <a:pt x="234" y="788"/>
                  <a:pt x="235" y="787"/>
                </a:cubicBezTo>
                <a:close/>
                <a:moveTo>
                  <a:pt x="216" y="854"/>
                </a:moveTo>
                <a:cubicBezTo>
                  <a:pt x="219" y="854"/>
                  <a:pt x="221" y="855"/>
                  <a:pt x="222" y="857"/>
                </a:cubicBezTo>
                <a:cubicBezTo>
                  <a:pt x="222" y="856"/>
                  <a:pt x="223" y="855"/>
                  <a:pt x="223" y="854"/>
                </a:cubicBezTo>
                <a:cubicBezTo>
                  <a:pt x="220" y="853"/>
                  <a:pt x="219" y="850"/>
                  <a:pt x="218" y="848"/>
                </a:cubicBezTo>
                <a:cubicBezTo>
                  <a:pt x="224" y="848"/>
                  <a:pt x="224" y="848"/>
                  <a:pt x="224" y="848"/>
                </a:cubicBezTo>
                <a:cubicBezTo>
                  <a:pt x="226" y="837"/>
                  <a:pt x="229" y="827"/>
                  <a:pt x="232" y="817"/>
                </a:cubicBezTo>
                <a:cubicBezTo>
                  <a:pt x="231" y="819"/>
                  <a:pt x="227" y="820"/>
                  <a:pt x="224" y="819"/>
                </a:cubicBezTo>
                <a:cubicBezTo>
                  <a:pt x="221" y="831"/>
                  <a:pt x="218" y="842"/>
                  <a:pt x="216" y="854"/>
                </a:cubicBezTo>
                <a:close/>
                <a:moveTo>
                  <a:pt x="192" y="828"/>
                </a:moveTo>
                <a:cubicBezTo>
                  <a:pt x="197" y="827"/>
                  <a:pt x="196" y="823"/>
                  <a:pt x="199" y="821"/>
                </a:cubicBezTo>
                <a:cubicBezTo>
                  <a:pt x="200" y="821"/>
                  <a:pt x="200" y="822"/>
                  <a:pt x="200" y="822"/>
                </a:cubicBezTo>
                <a:cubicBezTo>
                  <a:pt x="202" y="813"/>
                  <a:pt x="204" y="804"/>
                  <a:pt x="205" y="795"/>
                </a:cubicBezTo>
                <a:cubicBezTo>
                  <a:pt x="205" y="795"/>
                  <a:pt x="205" y="795"/>
                  <a:pt x="205" y="795"/>
                </a:cubicBezTo>
                <a:cubicBezTo>
                  <a:pt x="205" y="793"/>
                  <a:pt x="206" y="792"/>
                  <a:pt x="206" y="790"/>
                </a:cubicBezTo>
                <a:cubicBezTo>
                  <a:pt x="210" y="776"/>
                  <a:pt x="214" y="762"/>
                  <a:pt x="218" y="748"/>
                </a:cubicBezTo>
                <a:cubicBezTo>
                  <a:pt x="217" y="748"/>
                  <a:pt x="217" y="749"/>
                  <a:pt x="216" y="749"/>
                </a:cubicBezTo>
                <a:cubicBezTo>
                  <a:pt x="217" y="752"/>
                  <a:pt x="216" y="756"/>
                  <a:pt x="214" y="759"/>
                </a:cubicBezTo>
                <a:cubicBezTo>
                  <a:pt x="212" y="759"/>
                  <a:pt x="212" y="759"/>
                  <a:pt x="212" y="759"/>
                </a:cubicBezTo>
                <a:cubicBezTo>
                  <a:pt x="210" y="759"/>
                  <a:pt x="209" y="758"/>
                  <a:pt x="208" y="757"/>
                </a:cubicBezTo>
                <a:cubicBezTo>
                  <a:pt x="205" y="766"/>
                  <a:pt x="203" y="774"/>
                  <a:pt x="201" y="783"/>
                </a:cubicBezTo>
                <a:cubicBezTo>
                  <a:pt x="201" y="784"/>
                  <a:pt x="201" y="785"/>
                  <a:pt x="202" y="785"/>
                </a:cubicBezTo>
                <a:cubicBezTo>
                  <a:pt x="202" y="782"/>
                  <a:pt x="204" y="782"/>
                  <a:pt x="205" y="783"/>
                </a:cubicBezTo>
                <a:cubicBezTo>
                  <a:pt x="205" y="786"/>
                  <a:pt x="203" y="787"/>
                  <a:pt x="200" y="786"/>
                </a:cubicBezTo>
                <a:cubicBezTo>
                  <a:pt x="199" y="790"/>
                  <a:pt x="198" y="794"/>
                  <a:pt x="197" y="799"/>
                </a:cubicBezTo>
                <a:cubicBezTo>
                  <a:pt x="196" y="804"/>
                  <a:pt x="195" y="810"/>
                  <a:pt x="194" y="815"/>
                </a:cubicBezTo>
                <a:cubicBezTo>
                  <a:pt x="194" y="815"/>
                  <a:pt x="194" y="815"/>
                  <a:pt x="194" y="815"/>
                </a:cubicBezTo>
                <a:cubicBezTo>
                  <a:pt x="195" y="817"/>
                  <a:pt x="199" y="816"/>
                  <a:pt x="200" y="817"/>
                </a:cubicBezTo>
                <a:cubicBezTo>
                  <a:pt x="200" y="819"/>
                  <a:pt x="199" y="820"/>
                  <a:pt x="198" y="821"/>
                </a:cubicBezTo>
                <a:cubicBezTo>
                  <a:pt x="195" y="822"/>
                  <a:pt x="194" y="820"/>
                  <a:pt x="194" y="818"/>
                </a:cubicBezTo>
                <a:cubicBezTo>
                  <a:pt x="193" y="821"/>
                  <a:pt x="193" y="824"/>
                  <a:pt x="192" y="828"/>
                </a:cubicBezTo>
                <a:close/>
                <a:moveTo>
                  <a:pt x="101" y="385"/>
                </a:moveTo>
                <a:cubicBezTo>
                  <a:pt x="103" y="386"/>
                  <a:pt x="103" y="388"/>
                  <a:pt x="105" y="389"/>
                </a:cubicBezTo>
                <a:cubicBezTo>
                  <a:pt x="107" y="388"/>
                  <a:pt x="105" y="387"/>
                  <a:pt x="104" y="385"/>
                </a:cubicBezTo>
                <a:cubicBezTo>
                  <a:pt x="112" y="385"/>
                  <a:pt x="112" y="385"/>
                  <a:pt x="112" y="385"/>
                </a:cubicBezTo>
                <a:cubicBezTo>
                  <a:pt x="119" y="379"/>
                  <a:pt x="126" y="373"/>
                  <a:pt x="133" y="368"/>
                </a:cubicBezTo>
                <a:cubicBezTo>
                  <a:pt x="121" y="368"/>
                  <a:pt x="121" y="368"/>
                  <a:pt x="121" y="368"/>
                </a:cubicBezTo>
                <a:cubicBezTo>
                  <a:pt x="114" y="374"/>
                  <a:pt x="107" y="379"/>
                  <a:pt x="101" y="385"/>
                </a:cubicBezTo>
                <a:close/>
                <a:moveTo>
                  <a:pt x="301" y="652"/>
                </a:moveTo>
                <a:cubicBezTo>
                  <a:pt x="296" y="652"/>
                  <a:pt x="296" y="652"/>
                  <a:pt x="296" y="652"/>
                </a:cubicBezTo>
                <a:cubicBezTo>
                  <a:pt x="295" y="651"/>
                  <a:pt x="295" y="650"/>
                  <a:pt x="294" y="649"/>
                </a:cubicBezTo>
                <a:cubicBezTo>
                  <a:pt x="290" y="655"/>
                  <a:pt x="286" y="662"/>
                  <a:pt x="282" y="669"/>
                </a:cubicBezTo>
                <a:cubicBezTo>
                  <a:pt x="290" y="669"/>
                  <a:pt x="290" y="669"/>
                  <a:pt x="290" y="669"/>
                </a:cubicBezTo>
                <a:cubicBezTo>
                  <a:pt x="294" y="663"/>
                  <a:pt x="297" y="657"/>
                  <a:pt x="301" y="652"/>
                </a:cubicBezTo>
                <a:close/>
                <a:moveTo>
                  <a:pt x="326" y="616"/>
                </a:moveTo>
                <a:cubicBezTo>
                  <a:pt x="317" y="616"/>
                  <a:pt x="317" y="616"/>
                  <a:pt x="317" y="616"/>
                </a:cubicBezTo>
                <a:cubicBezTo>
                  <a:pt x="313" y="621"/>
                  <a:pt x="308" y="627"/>
                  <a:pt x="304" y="633"/>
                </a:cubicBezTo>
                <a:cubicBezTo>
                  <a:pt x="313" y="633"/>
                  <a:pt x="313" y="633"/>
                  <a:pt x="313" y="633"/>
                </a:cubicBezTo>
                <a:cubicBezTo>
                  <a:pt x="317" y="627"/>
                  <a:pt x="321" y="621"/>
                  <a:pt x="326" y="616"/>
                </a:cubicBezTo>
                <a:close/>
                <a:moveTo>
                  <a:pt x="355" y="640"/>
                </a:moveTo>
                <a:cubicBezTo>
                  <a:pt x="356" y="638"/>
                  <a:pt x="358" y="636"/>
                  <a:pt x="360" y="634"/>
                </a:cubicBezTo>
                <a:cubicBezTo>
                  <a:pt x="359" y="634"/>
                  <a:pt x="359" y="633"/>
                  <a:pt x="358" y="633"/>
                </a:cubicBezTo>
                <a:cubicBezTo>
                  <a:pt x="361" y="633"/>
                  <a:pt x="361" y="633"/>
                  <a:pt x="361" y="633"/>
                </a:cubicBezTo>
                <a:cubicBezTo>
                  <a:pt x="367" y="625"/>
                  <a:pt x="374" y="617"/>
                  <a:pt x="381" y="610"/>
                </a:cubicBezTo>
                <a:cubicBezTo>
                  <a:pt x="380" y="609"/>
                  <a:pt x="378" y="610"/>
                  <a:pt x="377" y="608"/>
                </a:cubicBezTo>
                <a:cubicBezTo>
                  <a:pt x="378" y="607"/>
                  <a:pt x="378" y="606"/>
                  <a:pt x="377" y="605"/>
                </a:cubicBezTo>
                <a:cubicBezTo>
                  <a:pt x="376" y="607"/>
                  <a:pt x="374" y="609"/>
                  <a:pt x="372" y="610"/>
                </a:cubicBezTo>
                <a:cubicBezTo>
                  <a:pt x="365" y="618"/>
                  <a:pt x="358" y="625"/>
                  <a:pt x="352" y="634"/>
                </a:cubicBezTo>
                <a:cubicBezTo>
                  <a:pt x="352" y="634"/>
                  <a:pt x="352" y="634"/>
                  <a:pt x="352" y="634"/>
                </a:cubicBezTo>
                <a:cubicBezTo>
                  <a:pt x="352" y="637"/>
                  <a:pt x="353" y="639"/>
                  <a:pt x="355" y="640"/>
                </a:cubicBezTo>
                <a:close/>
                <a:moveTo>
                  <a:pt x="156" y="921"/>
                </a:moveTo>
                <a:cubicBezTo>
                  <a:pt x="158" y="921"/>
                  <a:pt x="158" y="920"/>
                  <a:pt x="159" y="920"/>
                </a:cubicBezTo>
                <a:cubicBezTo>
                  <a:pt x="159" y="920"/>
                  <a:pt x="159" y="920"/>
                  <a:pt x="159" y="920"/>
                </a:cubicBezTo>
                <a:cubicBezTo>
                  <a:pt x="161" y="910"/>
                  <a:pt x="163" y="901"/>
                  <a:pt x="164" y="892"/>
                </a:cubicBezTo>
                <a:cubicBezTo>
                  <a:pt x="160" y="891"/>
                  <a:pt x="159" y="887"/>
                  <a:pt x="161" y="884"/>
                </a:cubicBezTo>
                <a:cubicBezTo>
                  <a:pt x="165" y="884"/>
                  <a:pt x="165" y="884"/>
                  <a:pt x="165" y="884"/>
                </a:cubicBezTo>
                <a:cubicBezTo>
                  <a:pt x="169" y="865"/>
                  <a:pt x="172" y="845"/>
                  <a:pt x="176" y="826"/>
                </a:cubicBezTo>
                <a:cubicBezTo>
                  <a:pt x="175" y="825"/>
                  <a:pt x="175" y="823"/>
                  <a:pt x="174" y="822"/>
                </a:cubicBezTo>
                <a:cubicBezTo>
                  <a:pt x="175" y="821"/>
                  <a:pt x="176" y="821"/>
                  <a:pt x="177" y="822"/>
                </a:cubicBezTo>
                <a:cubicBezTo>
                  <a:pt x="178" y="819"/>
                  <a:pt x="178" y="816"/>
                  <a:pt x="179" y="813"/>
                </a:cubicBezTo>
                <a:cubicBezTo>
                  <a:pt x="179" y="813"/>
                  <a:pt x="179" y="813"/>
                  <a:pt x="179" y="813"/>
                </a:cubicBezTo>
                <a:cubicBezTo>
                  <a:pt x="179" y="813"/>
                  <a:pt x="179" y="813"/>
                  <a:pt x="179" y="813"/>
                </a:cubicBezTo>
                <a:cubicBezTo>
                  <a:pt x="181" y="802"/>
                  <a:pt x="184" y="792"/>
                  <a:pt x="186" y="782"/>
                </a:cubicBezTo>
                <a:cubicBezTo>
                  <a:pt x="185" y="782"/>
                  <a:pt x="183" y="782"/>
                  <a:pt x="182" y="782"/>
                </a:cubicBezTo>
                <a:cubicBezTo>
                  <a:pt x="182" y="781"/>
                  <a:pt x="181" y="780"/>
                  <a:pt x="181" y="780"/>
                </a:cubicBezTo>
                <a:cubicBezTo>
                  <a:pt x="183" y="778"/>
                  <a:pt x="184" y="779"/>
                  <a:pt x="187" y="780"/>
                </a:cubicBezTo>
                <a:cubicBezTo>
                  <a:pt x="188" y="774"/>
                  <a:pt x="189" y="769"/>
                  <a:pt x="191" y="764"/>
                </a:cubicBezTo>
                <a:cubicBezTo>
                  <a:pt x="191" y="762"/>
                  <a:pt x="191" y="761"/>
                  <a:pt x="192" y="759"/>
                </a:cubicBezTo>
                <a:cubicBezTo>
                  <a:pt x="185" y="760"/>
                  <a:pt x="185" y="760"/>
                  <a:pt x="185" y="760"/>
                </a:cubicBezTo>
                <a:cubicBezTo>
                  <a:pt x="185" y="759"/>
                  <a:pt x="185" y="759"/>
                  <a:pt x="185" y="759"/>
                </a:cubicBezTo>
                <a:cubicBezTo>
                  <a:pt x="182" y="769"/>
                  <a:pt x="180" y="779"/>
                  <a:pt x="177" y="789"/>
                </a:cubicBezTo>
                <a:cubicBezTo>
                  <a:pt x="178" y="789"/>
                  <a:pt x="179" y="789"/>
                  <a:pt x="179" y="789"/>
                </a:cubicBezTo>
                <a:cubicBezTo>
                  <a:pt x="180" y="792"/>
                  <a:pt x="178" y="792"/>
                  <a:pt x="177" y="792"/>
                </a:cubicBezTo>
                <a:cubicBezTo>
                  <a:pt x="174" y="803"/>
                  <a:pt x="172" y="814"/>
                  <a:pt x="170" y="825"/>
                </a:cubicBezTo>
                <a:cubicBezTo>
                  <a:pt x="170" y="826"/>
                  <a:pt x="169" y="827"/>
                  <a:pt x="169" y="827"/>
                </a:cubicBezTo>
                <a:cubicBezTo>
                  <a:pt x="169" y="827"/>
                  <a:pt x="169" y="827"/>
                  <a:pt x="169" y="827"/>
                </a:cubicBezTo>
                <a:cubicBezTo>
                  <a:pt x="168" y="834"/>
                  <a:pt x="166" y="841"/>
                  <a:pt x="165" y="848"/>
                </a:cubicBezTo>
                <a:cubicBezTo>
                  <a:pt x="169" y="848"/>
                  <a:pt x="169" y="848"/>
                  <a:pt x="169" y="848"/>
                </a:cubicBezTo>
                <a:cubicBezTo>
                  <a:pt x="168" y="850"/>
                  <a:pt x="168" y="852"/>
                  <a:pt x="168" y="854"/>
                </a:cubicBezTo>
                <a:cubicBezTo>
                  <a:pt x="166" y="855"/>
                  <a:pt x="165" y="855"/>
                  <a:pt x="164" y="854"/>
                </a:cubicBezTo>
                <a:cubicBezTo>
                  <a:pt x="164" y="856"/>
                  <a:pt x="163" y="857"/>
                  <a:pt x="163" y="859"/>
                </a:cubicBezTo>
                <a:cubicBezTo>
                  <a:pt x="164" y="858"/>
                  <a:pt x="165" y="858"/>
                  <a:pt x="167" y="858"/>
                </a:cubicBezTo>
                <a:cubicBezTo>
                  <a:pt x="168" y="860"/>
                  <a:pt x="166" y="864"/>
                  <a:pt x="162" y="863"/>
                </a:cubicBezTo>
                <a:cubicBezTo>
                  <a:pt x="161" y="872"/>
                  <a:pt x="159" y="882"/>
                  <a:pt x="158" y="891"/>
                </a:cubicBezTo>
                <a:cubicBezTo>
                  <a:pt x="158" y="892"/>
                  <a:pt x="159" y="892"/>
                  <a:pt x="158" y="894"/>
                </a:cubicBezTo>
                <a:cubicBezTo>
                  <a:pt x="158" y="894"/>
                  <a:pt x="157" y="894"/>
                  <a:pt x="157" y="894"/>
                </a:cubicBezTo>
                <a:cubicBezTo>
                  <a:pt x="156" y="903"/>
                  <a:pt x="154" y="911"/>
                  <a:pt x="153" y="920"/>
                </a:cubicBezTo>
                <a:cubicBezTo>
                  <a:pt x="156" y="920"/>
                  <a:pt x="156" y="920"/>
                  <a:pt x="156" y="920"/>
                </a:cubicBezTo>
                <a:cubicBezTo>
                  <a:pt x="155" y="920"/>
                  <a:pt x="155" y="921"/>
                  <a:pt x="156" y="921"/>
                </a:cubicBezTo>
                <a:close/>
                <a:moveTo>
                  <a:pt x="377" y="326"/>
                </a:moveTo>
                <a:cubicBezTo>
                  <a:pt x="345" y="334"/>
                  <a:pt x="313" y="346"/>
                  <a:pt x="282" y="361"/>
                </a:cubicBezTo>
                <a:cubicBezTo>
                  <a:pt x="284" y="362"/>
                  <a:pt x="285" y="364"/>
                  <a:pt x="285" y="366"/>
                </a:cubicBezTo>
                <a:cubicBezTo>
                  <a:pt x="287" y="366"/>
                  <a:pt x="289" y="365"/>
                  <a:pt x="291" y="364"/>
                </a:cubicBezTo>
                <a:cubicBezTo>
                  <a:pt x="290" y="364"/>
                  <a:pt x="290" y="364"/>
                  <a:pt x="290" y="364"/>
                </a:cubicBezTo>
                <a:cubicBezTo>
                  <a:pt x="286" y="358"/>
                  <a:pt x="296" y="358"/>
                  <a:pt x="295" y="362"/>
                </a:cubicBezTo>
                <a:cubicBezTo>
                  <a:pt x="330" y="346"/>
                  <a:pt x="367" y="335"/>
                  <a:pt x="405" y="328"/>
                </a:cubicBezTo>
                <a:cubicBezTo>
                  <a:pt x="407" y="325"/>
                  <a:pt x="411" y="323"/>
                  <a:pt x="415" y="325"/>
                </a:cubicBezTo>
                <a:cubicBezTo>
                  <a:pt x="415" y="325"/>
                  <a:pt x="415" y="326"/>
                  <a:pt x="415" y="326"/>
                </a:cubicBezTo>
                <a:cubicBezTo>
                  <a:pt x="419" y="326"/>
                  <a:pt x="423" y="325"/>
                  <a:pt x="426" y="324"/>
                </a:cubicBezTo>
                <a:cubicBezTo>
                  <a:pt x="425" y="323"/>
                  <a:pt x="424" y="322"/>
                  <a:pt x="424" y="319"/>
                </a:cubicBezTo>
                <a:cubicBezTo>
                  <a:pt x="424" y="318"/>
                  <a:pt x="425" y="317"/>
                  <a:pt x="426" y="317"/>
                </a:cubicBezTo>
                <a:cubicBezTo>
                  <a:pt x="424" y="317"/>
                  <a:pt x="423" y="317"/>
                  <a:pt x="422" y="317"/>
                </a:cubicBezTo>
                <a:cubicBezTo>
                  <a:pt x="422" y="318"/>
                  <a:pt x="422" y="319"/>
                  <a:pt x="422" y="320"/>
                </a:cubicBezTo>
                <a:cubicBezTo>
                  <a:pt x="419" y="321"/>
                  <a:pt x="418" y="322"/>
                  <a:pt x="415" y="322"/>
                </a:cubicBezTo>
                <a:cubicBezTo>
                  <a:pt x="413" y="321"/>
                  <a:pt x="414" y="319"/>
                  <a:pt x="411" y="319"/>
                </a:cubicBezTo>
                <a:cubicBezTo>
                  <a:pt x="411" y="319"/>
                  <a:pt x="410" y="319"/>
                  <a:pt x="410" y="319"/>
                </a:cubicBezTo>
                <a:cubicBezTo>
                  <a:pt x="410" y="322"/>
                  <a:pt x="407" y="322"/>
                  <a:pt x="405" y="321"/>
                </a:cubicBezTo>
                <a:cubicBezTo>
                  <a:pt x="405" y="321"/>
                  <a:pt x="405" y="320"/>
                  <a:pt x="405" y="320"/>
                </a:cubicBezTo>
                <a:cubicBezTo>
                  <a:pt x="403" y="321"/>
                  <a:pt x="402" y="321"/>
                  <a:pt x="401" y="321"/>
                </a:cubicBezTo>
                <a:cubicBezTo>
                  <a:pt x="401" y="324"/>
                  <a:pt x="402" y="327"/>
                  <a:pt x="401" y="327"/>
                </a:cubicBezTo>
                <a:cubicBezTo>
                  <a:pt x="401" y="325"/>
                  <a:pt x="396" y="326"/>
                  <a:pt x="394" y="326"/>
                </a:cubicBezTo>
                <a:cubicBezTo>
                  <a:pt x="394" y="325"/>
                  <a:pt x="393" y="324"/>
                  <a:pt x="393" y="323"/>
                </a:cubicBezTo>
                <a:cubicBezTo>
                  <a:pt x="389" y="324"/>
                  <a:pt x="384" y="325"/>
                  <a:pt x="379" y="326"/>
                </a:cubicBezTo>
                <a:cubicBezTo>
                  <a:pt x="384" y="327"/>
                  <a:pt x="389" y="325"/>
                  <a:pt x="393" y="327"/>
                </a:cubicBezTo>
                <a:cubicBezTo>
                  <a:pt x="393" y="328"/>
                  <a:pt x="393" y="329"/>
                  <a:pt x="393" y="330"/>
                </a:cubicBezTo>
                <a:cubicBezTo>
                  <a:pt x="384" y="330"/>
                  <a:pt x="384" y="330"/>
                  <a:pt x="384" y="330"/>
                </a:cubicBezTo>
                <a:cubicBezTo>
                  <a:pt x="382" y="330"/>
                  <a:pt x="381" y="330"/>
                  <a:pt x="379" y="330"/>
                </a:cubicBezTo>
                <a:cubicBezTo>
                  <a:pt x="379" y="328"/>
                  <a:pt x="378" y="327"/>
                  <a:pt x="377" y="326"/>
                </a:cubicBezTo>
                <a:close/>
                <a:moveTo>
                  <a:pt x="695" y="1210"/>
                </a:moveTo>
                <a:cubicBezTo>
                  <a:pt x="688" y="1211"/>
                  <a:pt x="682" y="1211"/>
                  <a:pt x="676" y="1211"/>
                </a:cubicBezTo>
                <a:cubicBezTo>
                  <a:pt x="676" y="1212"/>
                  <a:pt x="676" y="1213"/>
                  <a:pt x="676" y="1214"/>
                </a:cubicBezTo>
                <a:cubicBezTo>
                  <a:pt x="673" y="1215"/>
                  <a:pt x="672" y="1212"/>
                  <a:pt x="670" y="1214"/>
                </a:cubicBezTo>
                <a:cubicBezTo>
                  <a:pt x="669" y="1216"/>
                  <a:pt x="668" y="1217"/>
                  <a:pt x="667" y="1219"/>
                </a:cubicBezTo>
                <a:cubicBezTo>
                  <a:pt x="671" y="1219"/>
                  <a:pt x="676" y="1219"/>
                  <a:pt x="680" y="1218"/>
                </a:cubicBezTo>
                <a:cubicBezTo>
                  <a:pt x="679" y="1217"/>
                  <a:pt x="678" y="1216"/>
                  <a:pt x="679" y="1214"/>
                </a:cubicBezTo>
                <a:cubicBezTo>
                  <a:pt x="681" y="1215"/>
                  <a:pt x="681" y="1213"/>
                  <a:pt x="684" y="1214"/>
                </a:cubicBezTo>
                <a:cubicBezTo>
                  <a:pt x="685" y="1215"/>
                  <a:pt x="684" y="1217"/>
                  <a:pt x="683" y="1218"/>
                </a:cubicBezTo>
                <a:cubicBezTo>
                  <a:pt x="688" y="1218"/>
                  <a:pt x="692" y="1218"/>
                  <a:pt x="697" y="1217"/>
                </a:cubicBezTo>
                <a:cubicBezTo>
                  <a:pt x="696" y="1217"/>
                  <a:pt x="695" y="1217"/>
                  <a:pt x="694" y="1216"/>
                </a:cubicBezTo>
                <a:cubicBezTo>
                  <a:pt x="696" y="1214"/>
                  <a:pt x="695" y="1212"/>
                  <a:pt x="695" y="1210"/>
                </a:cubicBezTo>
                <a:close/>
                <a:moveTo>
                  <a:pt x="958" y="1181"/>
                </a:moveTo>
                <a:cubicBezTo>
                  <a:pt x="959" y="1175"/>
                  <a:pt x="965" y="1174"/>
                  <a:pt x="970" y="1174"/>
                </a:cubicBezTo>
                <a:cubicBezTo>
                  <a:pt x="974" y="1172"/>
                  <a:pt x="979" y="1170"/>
                  <a:pt x="983" y="1167"/>
                </a:cubicBezTo>
                <a:cubicBezTo>
                  <a:pt x="983" y="1167"/>
                  <a:pt x="984" y="1166"/>
                  <a:pt x="984" y="1166"/>
                </a:cubicBezTo>
                <a:cubicBezTo>
                  <a:pt x="980" y="1166"/>
                  <a:pt x="979" y="1165"/>
                  <a:pt x="977" y="1163"/>
                </a:cubicBezTo>
                <a:cubicBezTo>
                  <a:pt x="971" y="1167"/>
                  <a:pt x="964" y="1170"/>
                  <a:pt x="957" y="1174"/>
                </a:cubicBezTo>
                <a:cubicBezTo>
                  <a:pt x="956" y="1175"/>
                  <a:pt x="955" y="1177"/>
                  <a:pt x="954" y="1178"/>
                </a:cubicBezTo>
                <a:cubicBezTo>
                  <a:pt x="958" y="1178"/>
                  <a:pt x="956" y="1180"/>
                  <a:pt x="958" y="1181"/>
                </a:cubicBezTo>
                <a:close/>
                <a:moveTo>
                  <a:pt x="751" y="1209"/>
                </a:moveTo>
                <a:cubicBezTo>
                  <a:pt x="749" y="1208"/>
                  <a:pt x="747" y="1208"/>
                  <a:pt x="746" y="1208"/>
                </a:cubicBezTo>
                <a:cubicBezTo>
                  <a:pt x="736" y="1208"/>
                  <a:pt x="725" y="1208"/>
                  <a:pt x="715" y="1209"/>
                </a:cubicBezTo>
                <a:cubicBezTo>
                  <a:pt x="714" y="1209"/>
                  <a:pt x="713" y="1209"/>
                  <a:pt x="712" y="1209"/>
                </a:cubicBezTo>
                <a:cubicBezTo>
                  <a:pt x="712" y="1210"/>
                  <a:pt x="711" y="1210"/>
                  <a:pt x="711" y="1210"/>
                </a:cubicBezTo>
                <a:cubicBezTo>
                  <a:pt x="710" y="1210"/>
                  <a:pt x="710" y="1210"/>
                  <a:pt x="709" y="1209"/>
                </a:cubicBezTo>
                <a:cubicBezTo>
                  <a:pt x="706" y="1210"/>
                  <a:pt x="702" y="1210"/>
                  <a:pt x="698" y="1210"/>
                </a:cubicBezTo>
                <a:cubicBezTo>
                  <a:pt x="700" y="1212"/>
                  <a:pt x="701" y="1215"/>
                  <a:pt x="702" y="1217"/>
                </a:cubicBezTo>
                <a:cubicBezTo>
                  <a:pt x="705" y="1216"/>
                  <a:pt x="708" y="1216"/>
                  <a:pt x="712" y="1216"/>
                </a:cubicBezTo>
                <a:cubicBezTo>
                  <a:pt x="714" y="1216"/>
                  <a:pt x="716" y="1216"/>
                  <a:pt x="718" y="1216"/>
                </a:cubicBezTo>
                <a:cubicBezTo>
                  <a:pt x="718" y="1215"/>
                  <a:pt x="719" y="1214"/>
                  <a:pt x="720" y="1213"/>
                </a:cubicBezTo>
                <a:cubicBezTo>
                  <a:pt x="722" y="1214"/>
                  <a:pt x="724" y="1214"/>
                  <a:pt x="725" y="1215"/>
                </a:cubicBezTo>
                <a:cubicBezTo>
                  <a:pt x="726" y="1215"/>
                  <a:pt x="726" y="1215"/>
                  <a:pt x="726" y="1215"/>
                </a:cubicBezTo>
                <a:cubicBezTo>
                  <a:pt x="729" y="1213"/>
                  <a:pt x="730" y="1210"/>
                  <a:pt x="734" y="1210"/>
                </a:cubicBezTo>
                <a:cubicBezTo>
                  <a:pt x="734" y="1211"/>
                  <a:pt x="737" y="1211"/>
                  <a:pt x="735" y="1212"/>
                </a:cubicBezTo>
                <a:cubicBezTo>
                  <a:pt x="734" y="1213"/>
                  <a:pt x="733" y="1214"/>
                  <a:pt x="732" y="1215"/>
                </a:cubicBezTo>
                <a:cubicBezTo>
                  <a:pt x="738" y="1215"/>
                  <a:pt x="743" y="1214"/>
                  <a:pt x="749" y="1214"/>
                </a:cubicBezTo>
                <a:cubicBezTo>
                  <a:pt x="749" y="1214"/>
                  <a:pt x="749" y="1214"/>
                  <a:pt x="749" y="1214"/>
                </a:cubicBezTo>
                <a:cubicBezTo>
                  <a:pt x="748" y="1212"/>
                  <a:pt x="750" y="1210"/>
                  <a:pt x="751" y="1209"/>
                </a:cubicBezTo>
                <a:close/>
                <a:moveTo>
                  <a:pt x="575" y="1212"/>
                </a:moveTo>
                <a:cubicBezTo>
                  <a:pt x="569" y="1209"/>
                  <a:pt x="562" y="1206"/>
                  <a:pt x="556" y="1203"/>
                </a:cubicBezTo>
                <a:cubicBezTo>
                  <a:pt x="558" y="1205"/>
                  <a:pt x="558" y="1208"/>
                  <a:pt x="556" y="1211"/>
                </a:cubicBezTo>
                <a:cubicBezTo>
                  <a:pt x="562" y="1214"/>
                  <a:pt x="568" y="1216"/>
                  <a:pt x="574" y="1219"/>
                </a:cubicBezTo>
                <a:cubicBezTo>
                  <a:pt x="573" y="1218"/>
                  <a:pt x="573" y="1217"/>
                  <a:pt x="572" y="1216"/>
                </a:cubicBezTo>
                <a:cubicBezTo>
                  <a:pt x="573" y="1214"/>
                  <a:pt x="574" y="1212"/>
                  <a:pt x="575" y="1212"/>
                </a:cubicBezTo>
                <a:close/>
                <a:moveTo>
                  <a:pt x="937" y="1171"/>
                </a:moveTo>
                <a:cubicBezTo>
                  <a:pt x="937" y="1171"/>
                  <a:pt x="937" y="1171"/>
                  <a:pt x="938" y="1170"/>
                </a:cubicBezTo>
                <a:cubicBezTo>
                  <a:pt x="939" y="1169"/>
                  <a:pt x="941" y="1168"/>
                  <a:pt x="943" y="1168"/>
                </a:cubicBezTo>
                <a:cubicBezTo>
                  <a:pt x="945" y="1167"/>
                  <a:pt x="947" y="1166"/>
                  <a:pt x="949" y="1165"/>
                </a:cubicBezTo>
                <a:cubicBezTo>
                  <a:pt x="949" y="1164"/>
                  <a:pt x="949" y="1164"/>
                  <a:pt x="949" y="1163"/>
                </a:cubicBezTo>
                <a:cubicBezTo>
                  <a:pt x="946" y="1162"/>
                  <a:pt x="944" y="1164"/>
                  <a:pt x="941" y="1163"/>
                </a:cubicBezTo>
                <a:cubicBezTo>
                  <a:pt x="941" y="1163"/>
                  <a:pt x="941" y="1163"/>
                  <a:pt x="941" y="1163"/>
                </a:cubicBezTo>
                <a:cubicBezTo>
                  <a:pt x="954" y="1162"/>
                  <a:pt x="954" y="1162"/>
                  <a:pt x="954" y="1162"/>
                </a:cubicBezTo>
                <a:cubicBezTo>
                  <a:pt x="961" y="1158"/>
                  <a:pt x="969" y="1154"/>
                  <a:pt x="976" y="1150"/>
                </a:cubicBezTo>
                <a:cubicBezTo>
                  <a:pt x="981" y="1148"/>
                  <a:pt x="985" y="1145"/>
                  <a:pt x="990" y="1143"/>
                </a:cubicBezTo>
                <a:cubicBezTo>
                  <a:pt x="987" y="1143"/>
                  <a:pt x="983" y="1143"/>
                  <a:pt x="980" y="1143"/>
                </a:cubicBezTo>
                <a:cubicBezTo>
                  <a:pt x="980" y="1144"/>
                  <a:pt x="980" y="1145"/>
                  <a:pt x="978" y="1145"/>
                </a:cubicBezTo>
                <a:cubicBezTo>
                  <a:pt x="977" y="1145"/>
                  <a:pt x="977" y="1145"/>
                  <a:pt x="977" y="1145"/>
                </a:cubicBezTo>
                <a:cubicBezTo>
                  <a:pt x="977" y="1145"/>
                  <a:pt x="977" y="1145"/>
                  <a:pt x="977" y="1145"/>
                </a:cubicBezTo>
                <a:cubicBezTo>
                  <a:pt x="977" y="1144"/>
                  <a:pt x="976" y="1144"/>
                  <a:pt x="976" y="1143"/>
                </a:cubicBezTo>
                <a:cubicBezTo>
                  <a:pt x="963" y="1150"/>
                  <a:pt x="950" y="1157"/>
                  <a:pt x="937" y="1164"/>
                </a:cubicBezTo>
                <a:cubicBezTo>
                  <a:pt x="937" y="1164"/>
                  <a:pt x="938" y="1164"/>
                  <a:pt x="938" y="1164"/>
                </a:cubicBezTo>
                <a:cubicBezTo>
                  <a:pt x="938" y="1166"/>
                  <a:pt x="936" y="1170"/>
                  <a:pt x="937" y="1171"/>
                </a:cubicBezTo>
                <a:close/>
                <a:moveTo>
                  <a:pt x="443" y="1167"/>
                </a:moveTo>
                <a:cubicBezTo>
                  <a:pt x="437" y="1161"/>
                  <a:pt x="431" y="1156"/>
                  <a:pt x="425" y="1150"/>
                </a:cubicBezTo>
                <a:cubicBezTo>
                  <a:pt x="424" y="1150"/>
                  <a:pt x="424" y="1150"/>
                  <a:pt x="424" y="1150"/>
                </a:cubicBezTo>
                <a:cubicBezTo>
                  <a:pt x="424" y="1149"/>
                  <a:pt x="424" y="1149"/>
                  <a:pt x="424" y="1149"/>
                </a:cubicBezTo>
                <a:cubicBezTo>
                  <a:pt x="411" y="1136"/>
                  <a:pt x="399" y="1122"/>
                  <a:pt x="388" y="1107"/>
                </a:cubicBezTo>
                <a:cubicBezTo>
                  <a:pt x="386" y="1107"/>
                  <a:pt x="385" y="1106"/>
                  <a:pt x="384" y="1105"/>
                </a:cubicBezTo>
                <a:cubicBezTo>
                  <a:pt x="384" y="1103"/>
                  <a:pt x="385" y="1103"/>
                  <a:pt x="385" y="1103"/>
                </a:cubicBezTo>
                <a:cubicBezTo>
                  <a:pt x="384" y="1101"/>
                  <a:pt x="383" y="1100"/>
                  <a:pt x="382" y="1098"/>
                </a:cubicBezTo>
                <a:cubicBezTo>
                  <a:pt x="382" y="1098"/>
                  <a:pt x="381" y="1098"/>
                  <a:pt x="381" y="1098"/>
                </a:cubicBezTo>
                <a:cubicBezTo>
                  <a:pt x="380" y="1098"/>
                  <a:pt x="381" y="1097"/>
                  <a:pt x="381" y="1096"/>
                </a:cubicBezTo>
                <a:cubicBezTo>
                  <a:pt x="381" y="1096"/>
                  <a:pt x="381" y="1096"/>
                  <a:pt x="381" y="1096"/>
                </a:cubicBezTo>
                <a:cubicBezTo>
                  <a:pt x="375" y="1087"/>
                  <a:pt x="369" y="1078"/>
                  <a:pt x="364" y="1068"/>
                </a:cubicBezTo>
                <a:cubicBezTo>
                  <a:pt x="362" y="1068"/>
                  <a:pt x="360" y="1067"/>
                  <a:pt x="358" y="1066"/>
                </a:cubicBezTo>
                <a:cubicBezTo>
                  <a:pt x="359" y="1067"/>
                  <a:pt x="359" y="1067"/>
                  <a:pt x="359" y="1068"/>
                </a:cubicBezTo>
                <a:cubicBezTo>
                  <a:pt x="359" y="1068"/>
                  <a:pt x="358" y="1068"/>
                  <a:pt x="358" y="1069"/>
                </a:cubicBezTo>
                <a:cubicBezTo>
                  <a:pt x="363" y="1078"/>
                  <a:pt x="368" y="1087"/>
                  <a:pt x="374" y="1096"/>
                </a:cubicBezTo>
                <a:cubicBezTo>
                  <a:pt x="376" y="1096"/>
                  <a:pt x="376" y="1096"/>
                  <a:pt x="376" y="1096"/>
                </a:cubicBezTo>
                <a:cubicBezTo>
                  <a:pt x="378" y="1097"/>
                  <a:pt x="378" y="1099"/>
                  <a:pt x="378" y="1101"/>
                </a:cubicBezTo>
                <a:cubicBezTo>
                  <a:pt x="378" y="1101"/>
                  <a:pt x="377" y="1101"/>
                  <a:pt x="377" y="1101"/>
                </a:cubicBezTo>
                <a:cubicBezTo>
                  <a:pt x="378" y="1103"/>
                  <a:pt x="380" y="1105"/>
                  <a:pt x="381" y="1107"/>
                </a:cubicBezTo>
                <a:cubicBezTo>
                  <a:pt x="382" y="1107"/>
                  <a:pt x="383" y="1107"/>
                  <a:pt x="383" y="1108"/>
                </a:cubicBezTo>
                <a:cubicBezTo>
                  <a:pt x="383" y="1109"/>
                  <a:pt x="383" y="1109"/>
                  <a:pt x="383" y="1110"/>
                </a:cubicBezTo>
                <a:cubicBezTo>
                  <a:pt x="398" y="1131"/>
                  <a:pt x="415" y="1150"/>
                  <a:pt x="435" y="1167"/>
                </a:cubicBezTo>
                <a:lnTo>
                  <a:pt x="443" y="1167"/>
                </a:lnTo>
                <a:close/>
                <a:moveTo>
                  <a:pt x="874" y="1176"/>
                </a:moveTo>
                <a:cubicBezTo>
                  <a:pt x="875" y="1176"/>
                  <a:pt x="875" y="1175"/>
                  <a:pt x="875" y="1175"/>
                </a:cubicBezTo>
                <a:cubicBezTo>
                  <a:pt x="878" y="1175"/>
                  <a:pt x="881" y="1173"/>
                  <a:pt x="882" y="1170"/>
                </a:cubicBezTo>
                <a:cubicBezTo>
                  <a:pt x="885" y="1170"/>
                  <a:pt x="886" y="1171"/>
                  <a:pt x="886" y="1172"/>
                </a:cubicBezTo>
                <a:cubicBezTo>
                  <a:pt x="891" y="1171"/>
                  <a:pt x="896" y="1169"/>
                  <a:pt x="900" y="1167"/>
                </a:cubicBezTo>
                <a:cubicBezTo>
                  <a:pt x="900" y="1166"/>
                  <a:pt x="901" y="1166"/>
                  <a:pt x="901" y="1165"/>
                </a:cubicBezTo>
                <a:cubicBezTo>
                  <a:pt x="902" y="1165"/>
                  <a:pt x="903" y="1166"/>
                  <a:pt x="903" y="1166"/>
                </a:cubicBezTo>
                <a:cubicBezTo>
                  <a:pt x="920" y="1159"/>
                  <a:pt x="938" y="1151"/>
                  <a:pt x="954" y="1142"/>
                </a:cubicBezTo>
                <a:cubicBezTo>
                  <a:pt x="951" y="1142"/>
                  <a:pt x="947" y="1142"/>
                  <a:pt x="943" y="1142"/>
                </a:cubicBezTo>
                <a:cubicBezTo>
                  <a:pt x="944" y="1143"/>
                  <a:pt x="945" y="1144"/>
                  <a:pt x="945" y="1145"/>
                </a:cubicBezTo>
                <a:cubicBezTo>
                  <a:pt x="937" y="1145"/>
                  <a:pt x="937" y="1145"/>
                  <a:pt x="937" y="1145"/>
                </a:cubicBezTo>
                <a:cubicBezTo>
                  <a:pt x="937" y="1145"/>
                  <a:pt x="937" y="1145"/>
                  <a:pt x="937" y="1145"/>
                </a:cubicBezTo>
                <a:cubicBezTo>
                  <a:pt x="936" y="1145"/>
                  <a:pt x="936" y="1144"/>
                  <a:pt x="935" y="1143"/>
                </a:cubicBezTo>
                <a:cubicBezTo>
                  <a:pt x="930" y="1146"/>
                  <a:pt x="924" y="1148"/>
                  <a:pt x="919" y="1151"/>
                </a:cubicBezTo>
                <a:cubicBezTo>
                  <a:pt x="909" y="1155"/>
                  <a:pt x="899" y="1160"/>
                  <a:pt x="889" y="1164"/>
                </a:cubicBezTo>
                <a:cubicBezTo>
                  <a:pt x="889" y="1164"/>
                  <a:pt x="889" y="1165"/>
                  <a:pt x="889" y="1165"/>
                </a:cubicBezTo>
                <a:cubicBezTo>
                  <a:pt x="887" y="1166"/>
                  <a:pt x="885" y="1166"/>
                  <a:pt x="884" y="1165"/>
                </a:cubicBezTo>
                <a:cubicBezTo>
                  <a:pt x="882" y="1166"/>
                  <a:pt x="880" y="1167"/>
                  <a:pt x="877" y="1168"/>
                </a:cubicBezTo>
                <a:cubicBezTo>
                  <a:pt x="875" y="1170"/>
                  <a:pt x="870" y="1172"/>
                  <a:pt x="866" y="1171"/>
                </a:cubicBezTo>
                <a:cubicBezTo>
                  <a:pt x="854" y="1176"/>
                  <a:pt x="841" y="1179"/>
                  <a:pt x="828" y="1181"/>
                </a:cubicBezTo>
                <a:cubicBezTo>
                  <a:pt x="828" y="1181"/>
                  <a:pt x="828" y="1181"/>
                  <a:pt x="828" y="1181"/>
                </a:cubicBezTo>
                <a:cubicBezTo>
                  <a:pt x="828" y="1181"/>
                  <a:pt x="828" y="1182"/>
                  <a:pt x="828" y="1182"/>
                </a:cubicBezTo>
                <a:cubicBezTo>
                  <a:pt x="824" y="1182"/>
                  <a:pt x="824" y="1182"/>
                  <a:pt x="824" y="1182"/>
                </a:cubicBezTo>
                <a:cubicBezTo>
                  <a:pt x="784" y="1188"/>
                  <a:pt x="742" y="1188"/>
                  <a:pt x="701" y="1190"/>
                </a:cubicBezTo>
                <a:cubicBezTo>
                  <a:pt x="683" y="1191"/>
                  <a:pt x="664" y="1194"/>
                  <a:pt x="646" y="1191"/>
                </a:cubicBezTo>
                <a:cubicBezTo>
                  <a:pt x="635" y="1189"/>
                  <a:pt x="626" y="1186"/>
                  <a:pt x="616" y="1182"/>
                </a:cubicBezTo>
                <a:cubicBezTo>
                  <a:pt x="616" y="1182"/>
                  <a:pt x="616" y="1182"/>
                  <a:pt x="616" y="1182"/>
                </a:cubicBezTo>
                <a:cubicBezTo>
                  <a:pt x="607" y="1185"/>
                  <a:pt x="601" y="1179"/>
                  <a:pt x="598" y="1172"/>
                </a:cubicBezTo>
                <a:cubicBezTo>
                  <a:pt x="585" y="1165"/>
                  <a:pt x="572" y="1157"/>
                  <a:pt x="560" y="1148"/>
                </a:cubicBezTo>
                <a:cubicBezTo>
                  <a:pt x="554" y="1149"/>
                  <a:pt x="554" y="1149"/>
                  <a:pt x="554" y="1149"/>
                </a:cubicBezTo>
                <a:cubicBezTo>
                  <a:pt x="554" y="1149"/>
                  <a:pt x="554" y="1149"/>
                  <a:pt x="554" y="1149"/>
                </a:cubicBezTo>
                <a:cubicBezTo>
                  <a:pt x="554" y="1149"/>
                  <a:pt x="554" y="1149"/>
                  <a:pt x="554" y="1149"/>
                </a:cubicBezTo>
                <a:cubicBezTo>
                  <a:pt x="549" y="1149"/>
                  <a:pt x="549" y="1149"/>
                  <a:pt x="549" y="1149"/>
                </a:cubicBezTo>
                <a:cubicBezTo>
                  <a:pt x="557" y="1155"/>
                  <a:pt x="565" y="1160"/>
                  <a:pt x="573" y="1166"/>
                </a:cubicBezTo>
                <a:cubicBezTo>
                  <a:pt x="581" y="1166"/>
                  <a:pt x="581" y="1166"/>
                  <a:pt x="581" y="1166"/>
                </a:cubicBezTo>
                <a:cubicBezTo>
                  <a:pt x="580" y="1167"/>
                  <a:pt x="579" y="1168"/>
                  <a:pt x="578" y="1169"/>
                </a:cubicBezTo>
                <a:cubicBezTo>
                  <a:pt x="593" y="1178"/>
                  <a:pt x="608" y="1186"/>
                  <a:pt x="624" y="1192"/>
                </a:cubicBezTo>
                <a:cubicBezTo>
                  <a:pt x="656" y="1204"/>
                  <a:pt x="691" y="1197"/>
                  <a:pt x="724" y="1195"/>
                </a:cubicBezTo>
                <a:cubicBezTo>
                  <a:pt x="763" y="1193"/>
                  <a:pt x="803" y="1194"/>
                  <a:pt x="840" y="1186"/>
                </a:cubicBezTo>
                <a:cubicBezTo>
                  <a:pt x="852" y="1183"/>
                  <a:pt x="863" y="1180"/>
                  <a:pt x="874" y="1176"/>
                </a:cubicBezTo>
                <a:close/>
                <a:moveTo>
                  <a:pt x="821" y="1209"/>
                </a:moveTo>
                <a:cubicBezTo>
                  <a:pt x="820" y="1207"/>
                  <a:pt x="820" y="1205"/>
                  <a:pt x="820" y="1203"/>
                </a:cubicBezTo>
                <a:cubicBezTo>
                  <a:pt x="820" y="1203"/>
                  <a:pt x="820" y="1203"/>
                  <a:pt x="820" y="1203"/>
                </a:cubicBezTo>
                <a:cubicBezTo>
                  <a:pt x="819" y="1206"/>
                  <a:pt x="815" y="1206"/>
                  <a:pt x="812" y="1208"/>
                </a:cubicBezTo>
                <a:cubicBezTo>
                  <a:pt x="813" y="1208"/>
                  <a:pt x="813" y="1209"/>
                  <a:pt x="814" y="1210"/>
                </a:cubicBezTo>
                <a:cubicBezTo>
                  <a:pt x="816" y="1210"/>
                  <a:pt x="818" y="1209"/>
                  <a:pt x="821" y="1209"/>
                </a:cubicBezTo>
                <a:close/>
                <a:moveTo>
                  <a:pt x="602" y="1201"/>
                </a:moveTo>
                <a:cubicBezTo>
                  <a:pt x="583" y="1195"/>
                  <a:pt x="564" y="1186"/>
                  <a:pt x="545" y="1176"/>
                </a:cubicBezTo>
                <a:cubicBezTo>
                  <a:pt x="542" y="1176"/>
                  <a:pt x="540" y="1175"/>
                  <a:pt x="539" y="1173"/>
                </a:cubicBezTo>
                <a:cubicBezTo>
                  <a:pt x="538" y="1172"/>
                  <a:pt x="537" y="1171"/>
                  <a:pt x="536" y="1171"/>
                </a:cubicBezTo>
                <a:cubicBezTo>
                  <a:pt x="534" y="1172"/>
                  <a:pt x="531" y="1173"/>
                  <a:pt x="529" y="1175"/>
                </a:cubicBezTo>
                <a:cubicBezTo>
                  <a:pt x="546" y="1185"/>
                  <a:pt x="564" y="1194"/>
                  <a:pt x="583" y="1201"/>
                </a:cubicBezTo>
                <a:cubicBezTo>
                  <a:pt x="591" y="1201"/>
                  <a:pt x="591" y="1201"/>
                  <a:pt x="591" y="1201"/>
                </a:cubicBezTo>
                <a:cubicBezTo>
                  <a:pt x="590" y="1202"/>
                  <a:pt x="589" y="1202"/>
                  <a:pt x="588" y="1203"/>
                </a:cubicBezTo>
                <a:cubicBezTo>
                  <a:pt x="590" y="1204"/>
                  <a:pt x="592" y="1205"/>
                  <a:pt x="594" y="1205"/>
                </a:cubicBezTo>
                <a:cubicBezTo>
                  <a:pt x="593" y="1204"/>
                  <a:pt x="592" y="1203"/>
                  <a:pt x="592" y="1201"/>
                </a:cubicBezTo>
                <a:lnTo>
                  <a:pt x="602" y="1201"/>
                </a:lnTo>
                <a:close/>
                <a:moveTo>
                  <a:pt x="229" y="1005"/>
                </a:moveTo>
                <a:cubicBezTo>
                  <a:pt x="227" y="1006"/>
                  <a:pt x="224" y="1006"/>
                  <a:pt x="222" y="1006"/>
                </a:cubicBezTo>
                <a:cubicBezTo>
                  <a:pt x="222" y="1006"/>
                  <a:pt x="222" y="1006"/>
                  <a:pt x="222" y="1007"/>
                </a:cubicBezTo>
                <a:cubicBezTo>
                  <a:pt x="224" y="1006"/>
                  <a:pt x="227" y="1007"/>
                  <a:pt x="229" y="1007"/>
                </a:cubicBezTo>
                <a:cubicBezTo>
                  <a:pt x="229" y="1006"/>
                  <a:pt x="229" y="1006"/>
                  <a:pt x="229" y="1005"/>
                </a:cubicBezTo>
                <a:close/>
                <a:moveTo>
                  <a:pt x="348" y="1097"/>
                </a:moveTo>
                <a:cubicBezTo>
                  <a:pt x="339" y="1080"/>
                  <a:pt x="330" y="1062"/>
                  <a:pt x="324" y="1044"/>
                </a:cubicBezTo>
                <a:cubicBezTo>
                  <a:pt x="317" y="1044"/>
                  <a:pt x="317" y="1044"/>
                  <a:pt x="317" y="1044"/>
                </a:cubicBezTo>
                <a:cubicBezTo>
                  <a:pt x="323" y="1062"/>
                  <a:pt x="331" y="1080"/>
                  <a:pt x="341" y="1097"/>
                </a:cubicBezTo>
                <a:cubicBezTo>
                  <a:pt x="344" y="1097"/>
                  <a:pt x="346" y="1097"/>
                  <a:pt x="348" y="1097"/>
                </a:cubicBezTo>
                <a:close/>
                <a:moveTo>
                  <a:pt x="162" y="1029"/>
                </a:moveTo>
                <a:cubicBezTo>
                  <a:pt x="162" y="1030"/>
                  <a:pt x="162" y="1030"/>
                  <a:pt x="162" y="1030"/>
                </a:cubicBezTo>
                <a:cubicBezTo>
                  <a:pt x="159" y="1030"/>
                  <a:pt x="158" y="1029"/>
                  <a:pt x="157" y="1027"/>
                </a:cubicBezTo>
                <a:cubicBezTo>
                  <a:pt x="157" y="1029"/>
                  <a:pt x="157" y="1030"/>
                  <a:pt x="156" y="1031"/>
                </a:cubicBezTo>
                <a:cubicBezTo>
                  <a:pt x="161" y="1032"/>
                  <a:pt x="162" y="1036"/>
                  <a:pt x="160" y="1039"/>
                </a:cubicBezTo>
                <a:cubicBezTo>
                  <a:pt x="156" y="1038"/>
                  <a:pt x="155" y="1040"/>
                  <a:pt x="153" y="1041"/>
                </a:cubicBezTo>
                <a:cubicBezTo>
                  <a:pt x="151" y="1048"/>
                  <a:pt x="148" y="1055"/>
                  <a:pt x="146" y="1062"/>
                </a:cubicBezTo>
                <a:cubicBezTo>
                  <a:pt x="153" y="1062"/>
                  <a:pt x="153" y="1062"/>
                  <a:pt x="153" y="1062"/>
                </a:cubicBezTo>
                <a:cubicBezTo>
                  <a:pt x="157" y="1051"/>
                  <a:pt x="161" y="1040"/>
                  <a:pt x="164" y="1029"/>
                </a:cubicBezTo>
                <a:cubicBezTo>
                  <a:pt x="163" y="1029"/>
                  <a:pt x="162" y="1029"/>
                  <a:pt x="162" y="1029"/>
                </a:cubicBezTo>
                <a:close/>
                <a:moveTo>
                  <a:pt x="230" y="990"/>
                </a:moveTo>
                <a:cubicBezTo>
                  <a:pt x="233" y="960"/>
                  <a:pt x="235" y="931"/>
                  <a:pt x="239" y="901"/>
                </a:cubicBezTo>
                <a:cubicBezTo>
                  <a:pt x="239" y="902"/>
                  <a:pt x="239" y="902"/>
                  <a:pt x="239" y="902"/>
                </a:cubicBezTo>
                <a:cubicBezTo>
                  <a:pt x="236" y="902"/>
                  <a:pt x="236" y="902"/>
                  <a:pt x="236" y="902"/>
                </a:cubicBezTo>
                <a:cubicBezTo>
                  <a:pt x="235" y="900"/>
                  <a:pt x="233" y="898"/>
                  <a:pt x="232" y="896"/>
                </a:cubicBezTo>
                <a:cubicBezTo>
                  <a:pt x="231" y="905"/>
                  <a:pt x="229" y="915"/>
                  <a:pt x="228" y="924"/>
                </a:cubicBezTo>
                <a:cubicBezTo>
                  <a:pt x="230" y="927"/>
                  <a:pt x="232" y="933"/>
                  <a:pt x="227" y="934"/>
                </a:cubicBezTo>
                <a:cubicBezTo>
                  <a:pt x="226" y="947"/>
                  <a:pt x="225" y="959"/>
                  <a:pt x="224" y="971"/>
                </a:cubicBezTo>
                <a:cubicBezTo>
                  <a:pt x="224" y="981"/>
                  <a:pt x="223" y="990"/>
                  <a:pt x="223" y="1000"/>
                </a:cubicBezTo>
                <a:cubicBezTo>
                  <a:pt x="225" y="1001"/>
                  <a:pt x="227" y="1002"/>
                  <a:pt x="229" y="1002"/>
                </a:cubicBezTo>
                <a:cubicBezTo>
                  <a:pt x="230" y="1000"/>
                  <a:pt x="230" y="997"/>
                  <a:pt x="230" y="994"/>
                </a:cubicBezTo>
                <a:cubicBezTo>
                  <a:pt x="230" y="994"/>
                  <a:pt x="230" y="994"/>
                  <a:pt x="229" y="994"/>
                </a:cubicBezTo>
                <a:cubicBezTo>
                  <a:pt x="229" y="994"/>
                  <a:pt x="228" y="992"/>
                  <a:pt x="229" y="990"/>
                </a:cubicBezTo>
                <a:lnTo>
                  <a:pt x="230" y="990"/>
                </a:lnTo>
                <a:close/>
                <a:moveTo>
                  <a:pt x="267" y="1008"/>
                </a:moveTo>
                <a:cubicBezTo>
                  <a:pt x="260" y="1008"/>
                  <a:pt x="260" y="1008"/>
                  <a:pt x="260" y="1008"/>
                </a:cubicBezTo>
                <a:cubicBezTo>
                  <a:pt x="263" y="1026"/>
                  <a:pt x="267" y="1044"/>
                  <a:pt x="271" y="1061"/>
                </a:cubicBezTo>
                <a:cubicBezTo>
                  <a:pt x="277" y="1061"/>
                  <a:pt x="277" y="1061"/>
                  <a:pt x="277" y="1061"/>
                </a:cubicBezTo>
                <a:cubicBezTo>
                  <a:pt x="273" y="1044"/>
                  <a:pt x="270" y="1026"/>
                  <a:pt x="267" y="1008"/>
                </a:cubicBezTo>
                <a:close/>
                <a:moveTo>
                  <a:pt x="278" y="897"/>
                </a:moveTo>
                <a:cubicBezTo>
                  <a:pt x="278" y="873"/>
                  <a:pt x="280" y="848"/>
                  <a:pt x="283" y="824"/>
                </a:cubicBezTo>
                <a:cubicBezTo>
                  <a:pt x="282" y="825"/>
                  <a:pt x="282" y="825"/>
                  <a:pt x="281" y="825"/>
                </a:cubicBezTo>
                <a:cubicBezTo>
                  <a:pt x="280" y="823"/>
                  <a:pt x="278" y="821"/>
                  <a:pt x="280" y="819"/>
                </a:cubicBezTo>
                <a:cubicBezTo>
                  <a:pt x="282" y="819"/>
                  <a:pt x="283" y="820"/>
                  <a:pt x="283" y="820"/>
                </a:cubicBezTo>
                <a:cubicBezTo>
                  <a:pt x="287" y="796"/>
                  <a:pt x="292" y="773"/>
                  <a:pt x="299" y="750"/>
                </a:cubicBezTo>
                <a:cubicBezTo>
                  <a:pt x="299" y="750"/>
                  <a:pt x="299" y="750"/>
                  <a:pt x="299" y="750"/>
                </a:cubicBezTo>
                <a:cubicBezTo>
                  <a:pt x="299" y="747"/>
                  <a:pt x="296" y="746"/>
                  <a:pt x="295" y="743"/>
                </a:cubicBezTo>
                <a:cubicBezTo>
                  <a:pt x="297" y="742"/>
                  <a:pt x="300" y="744"/>
                  <a:pt x="300" y="746"/>
                </a:cubicBezTo>
                <a:cubicBezTo>
                  <a:pt x="301" y="745"/>
                  <a:pt x="301" y="744"/>
                  <a:pt x="301" y="744"/>
                </a:cubicBezTo>
                <a:cubicBezTo>
                  <a:pt x="301" y="744"/>
                  <a:pt x="301" y="744"/>
                  <a:pt x="300" y="744"/>
                </a:cubicBezTo>
                <a:cubicBezTo>
                  <a:pt x="300" y="742"/>
                  <a:pt x="301" y="741"/>
                  <a:pt x="301" y="740"/>
                </a:cubicBezTo>
                <a:cubicBezTo>
                  <a:pt x="302" y="740"/>
                  <a:pt x="302" y="740"/>
                  <a:pt x="302" y="740"/>
                </a:cubicBezTo>
                <a:cubicBezTo>
                  <a:pt x="304" y="734"/>
                  <a:pt x="306" y="729"/>
                  <a:pt x="309" y="723"/>
                </a:cubicBezTo>
                <a:cubicBezTo>
                  <a:pt x="307" y="723"/>
                  <a:pt x="307" y="723"/>
                  <a:pt x="307" y="723"/>
                </a:cubicBezTo>
                <a:cubicBezTo>
                  <a:pt x="306" y="719"/>
                  <a:pt x="307" y="714"/>
                  <a:pt x="310" y="710"/>
                </a:cubicBezTo>
                <a:cubicBezTo>
                  <a:pt x="311" y="712"/>
                  <a:pt x="311" y="713"/>
                  <a:pt x="313" y="713"/>
                </a:cubicBezTo>
                <a:cubicBezTo>
                  <a:pt x="317" y="704"/>
                  <a:pt x="321" y="695"/>
                  <a:pt x="325" y="686"/>
                </a:cubicBezTo>
                <a:cubicBezTo>
                  <a:pt x="325" y="685"/>
                  <a:pt x="326" y="684"/>
                  <a:pt x="327" y="684"/>
                </a:cubicBezTo>
                <a:cubicBezTo>
                  <a:pt x="327" y="683"/>
                  <a:pt x="328" y="682"/>
                  <a:pt x="328" y="681"/>
                </a:cubicBezTo>
                <a:cubicBezTo>
                  <a:pt x="327" y="680"/>
                  <a:pt x="328" y="679"/>
                  <a:pt x="329" y="678"/>
                </a:cubicBezTo>
                <a:cubicBezTo>
                  <a:pt x="325" y="676"/>
                  <a:pt x="326" y="672"/>
                  <a:pt x="330" y="670"/>
                </a:cubicBezTo>
                <a:cubicBezTo>
                  <a:pt x="329" y="670"/>
                  <a:pt x="328" y="669"/>
                  <a:pt x="327" y="669"/>
                </a:cubicBezTo>
                <a:cubicBezTo>
                  <a:pt x="326" y="672"/>
                  <a:pt x="324" y="675"/>
                  <a:pt x="322" y="678"/>
                </a:cubicBezTo>
                <a:cubicBezTo>
                  <a:pt x="323" y="679"/>
                  <a:pt x="323" y="680"/>
                  <a:pt x="321" y="680"/>
                </a:cubicBezTo>
                <a:cubicBezTo>
                  <a:pt x="321" y="680"/>
                  <a:pt x="321" y="680"/>
                  <a:pt x="321" y="681"/>
                </a:cubicBezTo>
                <a:cubicBezTo>
                  <a:pt x="322" y="682"/>
                  <a:pt x="321" y="685"/>
                  <a:pt x="322" y="687"/>
                </a:cubicBezTo>
                <a:cubicBezTo>
                  <a:pt x="317" y="687"/>
                  <a:pt x="317" y="687"/>
                  <a:pt x="317" y="687"/>
                </a:cubicBezTo>
                <a:cubicBezTo>
                  <a:pt x="314" y="693"/>
                  <a:pt x="312" y="699"/>
                  <a:pt x="309" y="704"/>
                </a:cubicBezTo>
                <a:cubicBezTo>
                  <a:pt x="312" y="704"/>
                  <a:pt x="312" y="704"/>
                  <a:pt x="312" y="704"/>
                </a:cubicBezTo>
                <a:cubicBezTo>
                  <a:pt x="312" y="706"/>
                  <a:pt x="312" y="707"/>
                  <a:pt x="313" y="709"/>
                </a:cubicBezTo>
                <a:cubicBezTo>
                  <a:pt x="312" y="710"/>
                  <a:pt x="308" y="710"/>
                  <a:pt x="307" y="709"/>
                </a:cubicBezTo>
                <a:cubicBezTo>
                  <a:pt x="301" y="722"/>
                  <a:pt x="296" y="736"/>
                  <a:pt x="292" y="750"/>
                </a:cubicBezTo>
                <a:cubicBezTo>
                  <a:pt x="293" y="750"/>
                  <a:pt x="294" y="750"/>
                  <a:pt x="296" y="751"/>
                </a:cubicBezTo>
                <a:cubicBezTo>
                  <a:pt x="296" y="754"/>
                  <a:pt x="295" y="757"/>
                  <a:pt x="294" y="759"/>
                </a:cubicBezTo>
                <a:cubicBezTo>
                  <a:pt x="289" y="759"/>
                  <a:pt x="289" y="759"/>
                  <a:pt x="289" y="759"/>
                </a:cubicBezTo>
                <a:cubicBezTo>
                  <a:pt x="287" y="767"/>
                  <a:pt x="285" y="776"/>
                  <a:pt x="283" y="785"/>
                </a:cubicBezTo>
                <a:cubicBezTo>
                  <a:pt x="283" y="786"/>
                  <a:pt x="283" y="786"/>
                  <a:pt x="284" y="787"/>
                </a:cubicBezTo>
                <a:cubicBezTo>
                  <a:pt x="283" y="787"/>
                  <a:pt x="282" y="787"/>
                  <a:pt x="282" y="788"/>
                </a:cubicBezTo>
                <a:cubicBezTo>
                  <a:pt x="282" y="788"/>
                  <a:pt x="282" y="788"/>
                  <a:pt x="282" y="788"/>
                </a:cubicBezTo>
                <a:cubicBezTo>
                  <a:pt x="282" y="789"/>
                  <a:pt x="282" y="790"/>
                  <a:pt x="281" y="791"/>
                </a:cubicBezTo>
                <a:cubicBezTo>
                  <a:pt x="282" y="791"/>
                  <a:pt x="283" y="791"/>
                  <a:pt x="283" y="790"/>
                </a:cubicBezTo>
                <a:cubicBezTo>
                  <a:pt x="284" y="792"/>
                  <a:pt x="283" y="793"/>
                  <a:pt x="282" y="794"/>
                </a:cubicBezTo>
                <a:cubicBezTo>
                  <a:pt x="281" y="794"/>
                  <a:pt x="281" y="794"/>
                  <a:pt x="281" y="794"/>
                </a:cubicBezTo>
                <a:cubicBezTo>
                  <a:pt x="279" y="801"/>
                  <a:pt x="278" y="809"/>
                  <a:pt x="277" y="816"/>
                </a:cubicBezTo>
                <a:cubicBezTo>
                  <a:pt x="277" y="816"/>
                  <a:pt x="277" y="817"/>
                  <a:pt x="277" y="817"/>
                </a:cubicBezTo>
                <a:cubicBezTo>
                  <a:pt x="277" y="817"/>
                  <a:pt x="277" y="817"/>
                  <a:pt x="277" y="817"/>
                </a:cubicBezTo>
                <a:cubicBezTo>
                  <a:pt x="277" y="818"/>
                  <a:pt x="277" y="819"/>
                  <a:pt x="276" y="820"/>
                </a:cubicBezTo>
                <a:cubicBezTo>
                  <a:pt x="275" y="832"/>
                  <a:pt x="273" y="845"/>
                  <a:pt x="273" y="858"/>
                </a:cubicBezTo>
                <a:cubicBezTo>
                  <a:pt x="274" y="856"/>
                  <a:pt x="276" y="856"/>
                  <a:pt x="278" y="855"/>
                </a:cubicBezTo>
                <a:cubicBezTo>
                  <a:pt x="279" y="856"/>
                  <a:pt x="279" y="859"/>
                  <a:pt x="278" y="861"/>
                </a:cubicBezTo>
                <a:cubicBezTo>
                  <a:pt x="276" y="861"/>
                  <a:pt x="274" y="861"/>
                  <a:pt x="272" y="861"/>
                </a:cubicBezTo>
                <a:cubicBezTo>
                  <a:pt x="272" y="873"/>
                  <a:pt x="271" y="885"/>
                  <a:pt x="271" y="897"/>
                </a:cubicBezTo>
                <a:cubicBezTo>
                  <a:pt x="271" y="897"/>
                  <a:pt x="272" y="897"/>
                  <a:pt x="272" y="897"/>
                </a:cubicBezTo>
                <a:cubicBezTo>
                  <a:pt x="272" y="899"/>
                  <a:pt x="272" y="900"/>
                  <a:pt x="273" y="901"/>
                </a:cubicBezTo>
                <a:cubicBezTo>
                  <a:pt x="271" y="901"/>
                  <a:pt x="271" y="901"/>
                  <a:pt x="271" y="901"/>
                </a:cubicBezTo>
                <a:cubicBezTo>
                  <a:pt x="271" y="920"/>
                  <a:pt x="273" y="940"/>
                  <a:pt x="275" y="959"/>
                </a:cubicBezTo>
                <a:cubicBezTo>
                  <a:pt x="276" y="959"/>
                  <a:pt x="277" y="960"/>
                  <a:pt x="279" y="961"/>
                </a:cubicBezTo>
                <a:cubicBezTo>
                  <a:pt x="278" y="964"/>
                  <a:pt x="278" y="964"/>
                  <a:pt x="278" y="968"/>
                </a:cubicBezTo>
                <a:cubicBezTo>
                  <a:pt x="279" y="968"/>
                  <a:pt x="281" y="968"/>
                  <a:pt x="283" y="969"/>
                </a:cubicBezTo>
                <a:cubicBezTo>
                  <a:pt x="280" y="945"/>
                  <a:pt x="278" y="921"/>
                  <a:pt x="278" y="897"/>
                </a:cubicBezTo>
                <a:close/>
                <a:moveTo>
                  <a:pt x="276" y="969"/>
                </a:moveTo>
                <a:cubicBezTo>
                  <a:pt x="276" y="969"/>
                  <a:pt x="276" y="969"/>
                  <a:pt x="276" y="969"/>
                </a:cubicBezTo>
                <a:cubicBezTo>
                  <a:pt x="276" y="969"/>
                  <a:pt x="276" y="969"/>
                  <a:pt x="276" y="969"/>
                </a:cubicBezTo>
                <a:cubicBezTo>
                  <a:pt x="276" y="969"/>
                  <a:pt x="276" y="969"/>
                  <a:pt x="276" y="969"/>
                </a:cubicBezTo>
                <a:close/>
                <a:moveTo>
                  <a:pt x="152" y="314"/>
                </a:moveTo>
                <a:cubicBezTo>
                  <a:pt x="152" y="314"/>
                  <a:pt x="152" y="314"/>
                  <a:pt x="152" y="314"/>
                </a:cubicBezTo>
                <a:cubicBezTo>
                  <a:pt x="153" y="314"/>
                  <a:pt x="153" y="314"/>
                  <a:pt x="153" y="314"/>
                </a:cubicBezTo>
                <a:cubicBezTo>
                  <a:pt x="156" y="314"/>
                  <a:pt x="156" y="314"/>
                  <a:pt x="156" y="314"/>
                </a:cubicBezTo>
                <a:cubicBezTo>
                  <a:pt x="157" y="314"/>
                  <a:pt x="158" y="315"/>
                  <a:pt x="158" y="316"/>
                </a:cubicBezTo>
                <a:cubicBezTo>
                  <a:pt x="160" y="316"/>
                  <a:pt x="159" y="315"/>
                  <a:pt x="159" y="314"/>
                </a:cubicBezTo>
                <a:cubicBezTo>
                  <a:pt x="164" y="314"/>
                  <a:pt x="164" y="314"/>
                  <a:pt x="164" y="314"/>
                </a:cubicBezTo>
                <a:cubicBezTo>
                  <a:pt x="176" y="306"/>
                  <a:pt x="188" y="299"/>
                  <a:pt x="201" y="292"/>
                </a:cubicBezTo>
                <a:cubicBezTo>
                  <a:pt x="201" y="291"/>
                  <a:pt x="201" y="289"/>
                  <a:pt x="201" y="287"/>
                </a:cubicBezTo>
                <a:cubicBezTo>
                  <a:pt x="204" y="288"/>
                  <a:pt x="207" y="287"/>
                  <a:pt x="209" y="288"/>
                </a:cubicBezTo>
                <a:cubicBezTo>
                  <a:pt x="211" y="287"/>
                  <a:pt x="212" y="286"/>
                  <a:pt x="214" y="285"/>
                </a:cubicBezTo>
                <a:cubicBezTo>
                  <a:pt x="213" y="284"/>
                  <a:pt x="213" y="283"/>
                  <a:pt x="213" y="281"/>
                </a:cubicBezTo>
                <a:cubicBezTo>
                  <a:pt x="215" y="280"/>
                  <a:pt x="220" y="280"/>
                  <a:pt x="221" y="282"/>
                </a:cubicBezTo>
                <a:cubicBezTo>
                  <a:pt x="221" y="282"/>
                  <a:pt x="221" y="282"/>
                  <a:pt x="221" y="282"/>
                </a:cubicBezTo>
                <a:cubicBezTo>
                  <a:pt x="242" y="273"/>
                  <a:pt x="262" y="265"/>
                  <a:pt x="284" y="260"/>
                </a:cubicBezTo>
                <a:cubicBezTo>
                  <a:pt x="279" y="260"/>
                  <a:pt x="279" y="260"/>
                  <a:pt x="279" y="260"/>
                </a:cubicBezTo>
                <a:cubicBezTo>
                  <a:pt x="278" y="258"/>
                  <a:pt x="279" y="256"/>
                  <a:pt x="279" y="255"/>
                </a:cubicBezTo>
                <a:cubicBezTo>
                  <a:pt x="281" y="255"/>
                  <a:pt x="281" y="254"/>
                  <a:pt x="282" y="253"/>
                </a:cubicBezTo>
                <a:cubicBezTo>
                  <a:pt x="269" y="257"/>
                  <a:pt x="256" y="261"/>
                  <a:pt x="244" y="265"/>
                </a:cubicBezTo>
                <a:cubicBezTo>
                  <a:pt x="233" y="269"/>
                  <a:pt x="224" y="273"/>
                  <a:pt x="214" y="277"/>
                </a:cubicBezTo>
                <a:cubicBezTo>
                  <a:pt x="221" y="277"/>
                  <a:pt x="221" y="277"/>
                  <a:pt x="221" y="277"/>
                </a:cubicBezTo>
                <a:cubicBezTo>
                  <a:pt x="220" y="278"/>
                  <a:pt x="220" y="279"/>
                  <a:pt x="219" y="280"/>
                </a:cubicBezTo>
                <a:cubicBezTo>
                  <a:pt x="216" y="280"/>
                  <a:pt x="214" y="279"/>
                  <a:pt x="213" y="278"/>
                </a:cubicBezTo>
                <a:cubicBezTo>
                  <a:pt x="212" y="278"/>
                  <a:pt x="212" y="278"/>
                  <a:pt x="211" y="279"/>
                </a:cubicBezTo>
                <a:cubicBezTo>
                  <a:pt x="212" y="279"/>
                  <a:pt x="212" y="279"/>
                  <a:pt x="212" y="279"/>
                </a:cubicBezTo>
                <a:cubicBezTo>
                  <a:pt x="213" y="282"/>
                  <a:pt x="209" y="282"/>
                  <a:pt x="207" y="281"/>
                </a:cubicBezTo>
                <a:cubicBezTo>
                  <a:pt x="202" y="283"/>
                  <a:pt x="196" y="286"/>
                  <a:pt x="190" y="289"/>
                </a:cubicBezTo>
                <a:cubicBezTo>
                  <a:pt x="192" y="291"/>
                  <a:pt x="192" y="293"/>
                  <a:pt x="191" y="296"/>
                </a:cubicBezTo>
                <a:cubicBezTo>
                  <a:pt x="181" y="296"/>
                  <a:pt x="181" y="296"/>
                  <a:pt x="181" y="296"/>
                </a:cubicBezTo>
                <a:cubicBezTo>
                  <a:pt x="181" y="295"/>
                  <a:pt x="182" y="295"/>
                  <a:pt x="182" y="294"/>
                </a:cubicBezTo>
                <a:cubicBezTo>
                  <a:pt x="171" y="300"/>
                  <a:pt x="160" y="307"/>
                  <a:pt x="150" y="314"/>
                </a:cubicBezTo>
                <a:lnTo>
                  <a:pt x="152" y="314"/>
                </a:lnTo>
                <a:close/>
                <a:moveTo>
                  <a:pt x="535" y="243"/>
                </a:moveTo>
                <a:cubicBezTo>
                  <a:pt x="535" y="242"/>
                  <a:pt x="534" y="241"/>
                  <a:pt x="534" y="240"/>
                </a:cubicBezTo>
                <a:cubicBezTo>
                  <a:pt x="532" y="240"/>
                  <a:pt x="531" y="240"/>
                  <a:pt x="530" y="239"/>
                </a:cubicBezTo>
                <a:cubicBezTo>
                  <a:pt x="531" y="241"/>
                  <a:pt x="532" y="243"/>
                  <a:pt x="535" y="243"/>
                </a:cubicBezTo>
                <a:close/>
                <a:moveTo>
                  <a:pt x="284" y="256"/>
                </a:moveTo>
                <a:cubicBezTo>
                  <a:pt x="285" y="256"/>
                  <a:pt x="286" y="257"/>
                  <a:pt x="287" y="259"/>
                </a:cubicBezTo>
                <a:cubicBezTo>
                  <a:pt x="294" y="257"/>
                  <a:pt x="300" y="255"/>
                  <a:pt x="307" y="254"/>
                </a:cubicBezTo>
                <a:cubicBezTo>
                  <a:pt x="305" y="252"/>
                  <a:pt x="305" y="250"/>
                  <a:pt x="305" y="248"/>
                </a:cubicBezTo>
                <a:cubicBezTo>
                  <a:pt x="304" y="248"/>
                  <a:pt x="302" y="249"/>
                  <a:pt x="301" y="249"/>
                </a:cubicBezTo>
                <a:cubicBezTo>
                  <a:pt x="301" y="251"/>
                  <a:pt x="301" y="253"/>
                  <a:pt x="298" y="254"/>
                </a:cubicBezTo>
                <a:cubicBezTo>
                  <a:pt x="297" y="253"/>
                  <a:pt x="296" y="251"/>
                  <a:pt x="294" y="250"/>
                </a:cubicBezTo>
                <a:cubicBezTo>
                  <a:pt x="292" y="251"/>
                  <a:pt x="291" y="251"/>
                  <a:pt x="289" y="251"/>
                </a:cubicBezTo>
                <a:cubicBezTo>
                  <a:pt x="289" y="252"/>
                  <a:pt x="290" y="252"/>
                  <a:pt x="289" y="253"/>
                </a:cubicBezTo>
                <a:cubicBezTo>
                  <a:pt x="288" y="254"/>
                  <a:pt x="285" y="254"/>
                  <a:pt x="284" y="256"/>
                </a:cubicBezTo>
                <a:close/>
                <a:moveTo>
                  <a:pt x="311" y="247"/>
                </a:moveTo>
                <a:cubicBezTo>
                  <a:pt x="312" y="248"/>
                  <a:pt x="313" y="249"/>
                  <a:pt x="316" y="249"/>
                </a:cubicBezTo>
                <a:cubicBezTo>
                  <a:pt x="316" y="250"/>
                  <a:pt x="316" y="251"/>
                  <a:pt x="316" y="252"/>
                </a:cubicBezTo>
                <a:cubicBezTo>
                  <a:pt x="319" y="252"/>
                  <a:pt x="322" y="251"/>
                  <a:pt x="326" y="251"/>
                </a:cubicBezTo>
                <a:cubicBezTo>
                  <a:pt x="326" y="250"/>
                  <a:pt x="326" y="250"/>
                  <a:pt x="326" y="249"/>
                </a:cubicBezTo>
                <a:cubicBezTo>
                  <a:pt x="329" y="249"/>
                  <a:pt x="331" y="249"/>
                  <a:pt x="332" y="250"/>
                </a:cubicBezTo>
                <a:cubicBezTo>
                  <a:pt x="334" y="249"/>
                  <a:pt x="336" y="249"/>
                  <a:pt x="338" y="249"/>
                </a:cubicBezTo>
                <a:cubicBezTo>
                  <a:pt x="338" y="245"/>
                  <a:pt x="335" y="242"/>
                  <a:pt x="341" y="245"/>
                </a:cubicBezTo>
                <a:cubicBezTo>
                  <a:pt x="341" y="244"/>
                  <a:pt x="341" y="243"/>
                  <a:pt x="341" y="242"/>
                </a:cubicBezTo>
                <a:cubicBezTo>
                  <a:pt x="338" y="243"/>
                  <a:pt x="336" y="243"/>
                  <a:pt x="334" y="243"/>
                </a:cubicBezTo>
                <a:cubicBezTo>
                  <a:pt x="334" y="245"/>
                  <a:pt x="335" y="246"/>
                  <a:pt x="334" y="248"/>
                </a:cubicBezTo>
                <a:cubicBezTo>
                  <a:pt x="331" y="248"/>
                  <a:pt x="329" y="248"/>
                  <a:pt x="326" y="248"/>
                </a:cubicBezTo>
                <a:cubicBezTo>
                  <a:pt x="326" y="246"/>
                  <a:pt x="326" y="245"/>
                  <a:pt x="326" y="244"/>
                </a:cubicBezTo>
                <a:cubicBezTo>
                  <a:pt x="321" y="245"/>
                  <a:pt x="316" y="246"/>
                  <a:pt x="311" y="247"/>
                </a:cubicBezTo>
                <a:close/>
                <a:moveTo>
                  <a:pt x="109" y="318"/>
                </a:moveTo>
                <a:cubicBezTo>
                  <a:pt x="109" y="317"/>
                  <a:pt x="111" y="317"/>
                  <a:pt x="112" y="317"/>
                </a:cubicBezTo>
                <a:cubicBezTo>
                  <a:pt x="112" y="317"/>
                  <a:pt x="113" y="317"/>
                  <a:pt x="113" y="316"/>
                </a:cubicBezTo>
                <a:cubicBezTo>
                  <a:pt x="113" y="316"/>
                  <a:pt x="113" y="316"/>
                  <a:pt x="113" y="316"/>
                </a:cubicBezTo>
                <a:cubicBezTo>
                  <a:pt x="112" y="316"/>
                  <a:pt x="112" y="315"/>
                  <a:pt x="112" y="314"/>
                </a:cubicBezTo>
                <a:cubicBezTo>
                  <a:pt x="116" y="314"/>
                  <a:pt x="116" y="314"/>
                  <a:pt x="116" y="314"/>
                </a:cubicBezTo>
                <a:cubicBezTo>
                  <a:pt x="124" y="308"/>
                  <a:pt x="133" y="302"/>
                  <a:pt x="141" y="296"/>
                </a:cubicBezTo>
                <a:cubicBezTo>
                  <a:pt x="131" y="296"/>
                  <a:pt x="131" y="296"/>
                  <a:pt x="131" y="296"/>
                </a:cubicBezTo>
                <a:cubicBezTo>
                  <a:pt x="131" y="296"/>
                  <a:pt x="131" y="296"/>
                  <a:pt x="131" y="296"/>
                </a:cubicBezTo>
                <a:cubicBezTo>
                  <a:pt x="122" y="302"/>
                  <a:pt x="114" y="308"/>
                  <a:pt x="105" y="315"/>
                </a:cubicBezTo>
                <a:cubicBezTo>
                  <a:pt x="106" y="315"/>
                  <a:pt x="107" y="316"/>
                  <a:pt x="109" y="318"/>
                </a:cubicBezTo>
                <a:close/>
                <a:moveTo>
                  <a:pt x="150" y="1131"/>
                </a:moveTo>
                <a:cubicBezTo>
                  <a:pt x="149" y="1132"/>
                  <a:pt x="150" y="1133"/>
                  <a:pt x="150" y="1134"/>
                </a:cubicBezTo>
                <a:cubicBezTo>
                  <a:pt x="154" y="1134"/>
                  <a:pt x="154" y="1134"/>
                  <a:pt x="154" y="1134"/>
                </a:cubicBezTo>
                <a:cubicBezTo>
                  <a:pt x="154" y="1134"/>
                  <a:pt x="155" y="1135"/>
                  <a:pt x="155" y="1135"/>
                </a:cubicBezTo>
                <a:cubicBezTo>
                  <a:pt x="155" y="1135"/>
                  <a:pt x="156" y="1134"/>
                  <a:pt x="156" y="1134"/>
                </a:cubicBezTo>
                <a:cubicBezTo>
                  <a:pt x="158" y="1128"/>
                  <a:pt x="161" y="1122"/>
                  <a:pt x="163" y="1116"/>
                </a:cubicBezTo>
                <a:cubicBezTo>
                  <a:pt x="156" y="1116"/>
                  <a:pt x="156" y="1116"/>
                  <a:pt x="156" y="1116"/>
                </a:cubicBezTo>
                <a:cubicBezTo>
                  <a:pt x="154" y="1121"/>
                  <a:pt x="152" y="1126"/>
                  <a:pt x="150" y="1131"/>
                </a:cubicBezTo>
                <a:close/>
                <a:moveTo>
                  <a:pt x="1074" y="1098"/>
                </a:moveTo>
                <a:cubicBezTo>
                  <a:pt x="1076" y="1102"/>
                  <a:pt x="1072" y="1103"/>
                  <a:pt x="1069" y="1104"/>
                </a:cubicBezTo>
                <a:cubicBezTo>
                  <a:pt x="1069" y="1104"/>
                  <a:pt x="1069" y="1103"/>
                  <a:pt x="1068" y="1103"/>
                </a:cubicBezTo>
                <a:cubicBezTo>
                  <a:pt x="1068" y="1103"/>
                  <a:pt x="1068" y="1104"/>
                  <a:pt x="1067" y="1104"/>
                </a:cubicBezTo>
                <a:cubicBezTo>
                  <a:pt x="1067" y="1106"/>
                  <a:pt x="1066" y="1106"/>
                  <a:pt x="1064" y="1107"/>
                </a:cubicBezTo>
                <a:cubicBezTo>
                  <a:pt x="1055" y="1113"/>
                  <a:pt x="1046" y="1120"/>
                  <a:pt x="1037" y="1126"/>
                </a:cubicBezTo>
                <a:cubicBezTo>
                  <a:pt x="1049" y="1126"/>
                  <a:pt x="1049" y="1126"/>
                  <a:pt x="1049" y="1126"/>
                </a:cubicBezTo>
                <a:cubicBezTo>
                  <a:pt x="1059" y="1119"/>
                  <a:pt x="1068" y="1112"/>
                  <a:pt x="1077" y="1104"/>
                </a:cubicBezTo>
                <a:cubicBezTo>
                  <a:pt x="1077" y="1104"/>
                  <a:pt x="1077" y="1103"/>
                  <a:pt x="1077" y="1102"/>
                </a:cubicBezTo>
                <a:cubicBezTo>
                  <a:pt x="1078" y="1102"/>
                  <a:pt x="1078" y="1102"/>
                  <a:pt x="1078" y="1102"/>
                </a:cubicBezTo>
                <a:cubicBezTo>
                  <a:pt x="1078" y="1100"/>
                  <a:pt x="1078" y="1098"/>
                  <a:pt x="1076" y="1097"/>
                </a:cubicBezTo>
                <a:cubicBezTo>
                  <a:pt x="1076" y="1097"/>
                  <a:pt x="1075" y="1098"/>
                  <a:pt x="1074" y="1098"/>
                </a:cubicBezTo>
                <a:close/>
                <a:moveTo>
                  <a:pt x="186" y="1202"/>
                </a:moveTo>
                <a:cubicBezTo>
                  <a:pt x="192" y="1197"/>
                  <a:pt x="196" y="1191"/>
                  <a:pt x="201" y="1185"/>
                </a:cubicBezTo>
                <a:cubicBezTo>
                  <a:pt x="200" y="1183"/>
                  <a:pt x="200" y="1181"/>
                  <a:pt x="199" y="1179"/>
                </a:cubicBezTo>
                <a:cubicBezTo>
                  <a:pt x="199" y="1178"/>
                  <a:pt x="198" y="1178"/>
                  <a:pt x="198" y="1177"/>
                </a:cubicBezTo>
                <a:cubicBezTo>
                  <a:pt x="197" y="1179"/>
                  <a:pt x="196" y="1180"/>
                  <a:pt x="195" y="1182"/>
                </a:cubicBezTo>
                <a:cubicBezTo>
                  <a:pt x="195" y="1184"/>
                  <a:pt x="195" y="1186"/>
                  <a:pt x="195" y="1187"/>
                </a:cubicBezTo>
                <a:cubicBezTo>
                  <a:pt x="195" y="1187"/>
                  <a:pt x="195" y="1187"/>
                  <a:pt x="195" y="1187"/>
                </a:cubicBezTo>
                <a:cubicBezTo>
                  <a:pt x="190" y="1187"/>
                  <a:pt x="190" y="1187"/>
                  <a:pt x="190" y="1187"/>
                </a:cubicBezTo>
                <a:cubicBezTo>
                  <a:pt x="187" y="1191"/>
                  <a:pt x="184" y="1194"/>
                  <a:pt x="181" y="1198"/>
                </a:cubicBezTo>
                <a:cubicBezTo>
                  <a:pt x="178" y="1201"/>
                  <a:pt x="183" y="1205"/>
                  <a:pt x="186" y="1202"/>
                </a:cubicBezTo>
                <a:close/>
                <a:moveTo>
                  <a:pt x="205" y="1176"/>
                </a:moveTo>
                <a:cubicBezTo>
                  <a:pt x="204" y="1178"/>
                  <a:pt x="204" y="1179"/>
                  <a:pt x="204" y="1180"/>
                </a:cubicBezTo>
                <a:cubicBezTo>
                  <a:pt x="205" y="1179"/>
                  <a:pt x="206" y="1178"/>
                  <a:pt x="206" y="1177"/>
                </a:cubicBezTo>
                <a:cubicBezTo>
                  <a:pt x="206" y="1177"/>
                  <a:pt x="205" y="1176"/>
                  <a:pt x="205" y="1176"/>
                </a:cubicBezTo>
                <a:close/>
                <a:moveTo>
                  <a:pt x="56" y="327"/>
                </a:moveTo>
                <a:cubicBezTo>
                  <a:pt x="56" y="326"/>
                  <a:pt x="56" y="325"/>
                  <a:pt x="54" y="324"/>
                </a:cubicBezTo>
                <a:cubicBezTo>
                  <a:pt x="55" y="324"/>
                  <a:pt x="55" y="324"/>
                  <a:pt x="55" y="323"/>
                </a:cubicBezTo>
                <a:cubicBezTo>
                  <a:pt x="56" y="324"/>
                  <a:pt x="56" y="325"/>
                  <a:pt x="58" y="325"/>
                </a:cubicBezTo>
                <a:cubicBezTo>
                  <a:pt x="58" y="325"/>
                  <a:pt x="58" y="325"/>
                  <a:pt x="58" y="325"/>
                </a:cubicBezTo>
                <a:cubicBezTo>
                  <a:pt x="58" y="323"/>
                  <a:pt x="59" y="323"/>
                  <a:pt x="61" y="323"/>
                </a:cubicBezTo>
                <a:cubicBezTo>
                  <a:pt x="61" y="323"/>
                  <a:pt x="62" y="322"/>
                  <a:pt x="62" y="322"/>
                </a:cubicBezTo>
                <a:cubicBezTo>
                  <a:pt x="62" y="321"/>
                  <a:pt x="62" y="320"/>
                  <a:pt x="62" y="318"/>
                </a:cubicBezTo>
                <a:cubicBezTo>
                  <a:pt x="60" y="315"/>
                  <a:pt x="62" y="325"/>
                  <a:pt x="57" y="323"/>
                </a:cubicBezTo>
                <a:cubicBezTo>
                  <a:pt x="56" y="321"/>
                  <a:pt x="56" y="320"/>
                  <a:pt x="57" y="318"/>
                </a:cubicBezTo>
                <a:cubicBezTo>
                  <a:pt x="56" y="319"/>
                  <a:pt x="56" y="319"/>
                  <a:pt x="55" y="320"/>
                </a:cubicBezTo>
                <a:cubicBezTo>
                  <a:pt x="54" y="320"/>
                  <a:pt x="53" y="321"/>
                  <a:pt x="52" y="322"/>
                </a:cubicBezTo>
                <a:cubicBezTo>
                  <a:pt x="52" y="322"/>
                  <a:pt x="52" y="322"/>
                  <a:pt x="52" y="322"/>
                </a:cubicBezTo>
                <a:cubicBezTo>
                  <a:pt x="53" y="326"/>
                  <a:pt x="52" y="328"/>
                  <a:pt x="52" y="330"/>
                </a:cubicBezTo>
                <a:cubicBezTo>
                  <a:pt x="53" y="329"/>
                  <a:pt x="55" y="328"/>
                  <a:pt x="56" y="327"/>
                </a:cubicBezTo>
                <a:close/>
                <a:moveTo>
                  <a:pt x="1104" y="1102"/>
                </a:moveTo>
                <a:cubicBezTo>
                  <a:pt x="1103" y="1102"/>
                  <a:pt x="1102" y="1102"/>
                  <a:pt x="1102" y="1102"/>
                </a:cubicBezTo>
                <a:cubicBezTo>
                  <a:pt x="1102" y="1103"/>
                  <a:pt x="1103" y="1103"/>
                  <a:pt x="1103" y="1104"/>
                </a:cubicBezTo>
                <a:cubicBezTo>
                  <a:pt x="1104" y="1103"/>
                  <a:pt x="1105" y="1102"/>
                  <a:pt x="1105" y="1102"/>
                </a:cubicBezTo>
                <a:cubicBezTo>
                  <a:pt x="1104" y="1102"/>
                  <a:pt x="1104" y="1102"/>
                  <a:pt x="1104" y="1102"/>
                </a:cubicBezTo>
                <a:close/>
                <a:moveTo>
                  <a:pt x="1115" y="1063"/>
                </a:moveTo>
                <a:cubicBezTo>
                  <a:pt x="1115" y="1063"/>
                  <a:pt x="1115" y="1063"/>
                  <a:pt x="1114" y="1063"/>
                </a:cubicBezTo>
                <a:cubicBezTo>
                  <a:pt x="1114" y="1063"/>
                  <a:pt x="1114" y="1063"/>
                  <a:pt x="1114" y="1063"/>
                </a:cubicBezTo>
                <a:cubicBezTo>
                  <a:pt x="1113" y="1064"/>
                  <a:pt x="1113" y="1065"/>
                  <a:pt x="1112" y="1065"/>
                </a:cubicBezTo>
                <a:cubicBezTo>
                  <a:pt x="1112" y="1065"/>
                  <a:pt x="1111" y="1066"/>
                  <a:pt x="1111" y="1066"/>
                </a:cubicBezTo>
                <a:cubicBezTo>
                  <a:pt x="1111" y="1067"/>
                  <a:pt x="1111" y="1068"/>
                  <a:pt x="1111" y="1070"/>
                </a:cubicBezTo>
                <a:cubicBezTo>
                  <a:pt x="1111" y="1070"/>
                  <a:pt x="1111" y="1071"/>
                  <a:pt x="1111" y="1072"/>
                </a:cubicBezTo>
                <a:cubicBezTo>
                  <a:pt x="1104" y="1072"/>
                  <a:pt x="1104" y="1072"/>
                  <a:pt x="1104" y="1072"/>
                </a:cubicBezTo>
                <a:cubicBezTo>
                  <a:pt x="1098" y="1078"/>
                  <a:pt x="1091" y="1084"/>
                  <a:pt x="1085" y="1090"/>
                </a:cubicBezTo>
                <a:cubicBezTo>
                  <a:pt x="1095" y="1090"/>
                  <a:pt x="1095" y="1090"/>
                  <a:pt x="1095" y="1090"/>
                </a:cubicBezTo>
                <a:cubicBezTo>
                  <a:pt x="1101" y="1084"/>
                  <a:pt x="1108" y="1078"/>
                  <a:pt x="1114" y="1072"/>
                </a:cubicBezTo>
                <a:cubicBezTo>
                  <a:pt x="1113" y="1072"/>
                  <a:pt x="1113" y="1072"/>
                  <a:pt x="1113" y="1072"/>
                </a:cubicBezTo>
                <a:cubicBezTo>
                  <a:pt x="1110" y="1068"/>
                  <a:pt x="1115" y="1067"/>
                  <a:pt x="1115" y="1063"/>
                </a:cubicBezTo>
                <a:close/>
                <a:moveTo>
                  <a:pt x="1143" y="1057"/>
                </a:moveTo>
                <a:cubicBezTo>
                  <a:pt x="1141" y="1060"/>
                  <a:pt x="1139" y="1062"/>
                  <a:pt x="1137" y="1064"/>
                </a:cubicBezTo>
                <a:cubicBezTo>
                  <a:pt x="1139" y="1065"/>
                  <a:pt x="1140" y="1065"/>
                  <a:pt x="1142" y="1065"/>
                </a:cubicBezTo>
                <a:cubicBezTo>
                  <a:pt x="1142" y="1066"/>
                  <a:pt x="1142" y="1067"/>
                  <a:pt x="1143" y="1068"/>
                </a:cubicBezTo>
                <a:cubicBezTo>
                  <a:pt x="1144" y="1067"/>
                  <a:pt x="1145" y="1066"/>
                  <a:pt x="1145" y="1065"/>
                </a:cubicBezTo>
                <a:cubicBezTo>
                  <a:pt x="1146" y="1063"/>
                  <a:pt x="1146" y="1062"/>
                  <a:pt x="1147" y="1061"/>
                </a:cubicBezTo>
                <a:cubicBezTo>
                  <a:pt x="1147" y="1059"/>
                  <a:pt x="1146" y="1057"/>
                  <a:pt x="1147" y="1055"/>
                </a:cubicBezTo>
                <a:cubicBezTo>
                  <a:pt x="1147" y="1055"/>
                  <a:pt x="1147" y="1055"/>
                  <a:pt x="1147" y="1055"/>
                </a:cubicBezTo>
                <a:cubicBezTo>
                  <a:pt x="1146" y="1056"/>
                  <a:pt x="1145" y="1057"/>
                  <a:pt x="1143" y="1057"/>
                </a:cubicBezTo>
                <a:close/>
                <a:moveTo>
                  <a:pt x="573" y="275"/>
                </a:moveTo>
                <a:cubicBezTo>
                  <a:pt x="548" y="270"/>
                  <a:pt x="524" y="263"/>
                  <a:pt x="499" y="258"/>
                </a:cubicBezTo>
                <a:cubicBezTo>
                  <a:pt x="468" y="258"/>
                  <a:pt x="468" y="258"/>
                  <a:pt x="468" y="258"/>
                </a:cubicBezTo>
                <a:cubicBezTo>
                  <a:pt x="482" y="261"/>
                  <a:pt x="495" y="264"/>
                  <a:pt x="509" y="267"/>
                </a:cubicBezTo>
                <a:cubicBezTo>
                  <a:pt x="518" y="270"/>
                  <a:pt x="528" y="272"/>
                  <a:pt x="538" y="275"/>
                </a:cubicBezTo>
                <a:cubicBezTo>
                  <a:pt x="562" y="274"/>
                  <a:pt x="562" y="274"/>
                  <a:pt x="562" y="274"/>
                </a:cubicBezTo>
                <a:cubicBezTo>
                  <a:pt x="563" y="276"/>
                  <a:pt x="563" y="278"/>
                  <a:pt x="564" y="280"/>
                </a:cubicBezTo>
                <a:cubicBezTo>
                  <a:pt x="565" y="280"/>
                  <a:pt x="565" y="280"/>
                  <a:pt x="565" y="281"/>
                </a:cubicBezTo>
                <a:cubicBezTo>
                  <a:pt x="565" y="279"/>
                  <a:pt x="565" y="278"/>
                  <a:pt x="566" y="277"/>
                </a:cubicBezTo>
                <a:cubicBezTo>
                  <a:pt x="568" y="277"/>
                  <a:pt x="570" y="278"/>
                  <a:pt x="572" y="279"/>
                </a:cubicBezTo>
                <a:cubicBezTo>
                  <a:pt x="573" y="277"/>
                  <a:pt x="577" y="278"/>
                  <a:pt x="577" y="281"/>
                </a:cubicBezTo>
                <a:cubicBezTo>
                  <a:pt x="576" y="281"/>
                  <a:pt x="575" y="281"/>
                  <a:pt x="574" y="282"/>
                </a:cubicBezTo>
                <a:cubicBezTo>
                  <a:pt x="574" y="282"/>
                  <a:pt x="575" y="282"/>
                  <a:pt x="575" y="283"/>
                </a:cubicBezTo>
                <a:cubicBezTo>
                  <a:pt x="577" y="283"/>
                  <a:pt x="578" y="283"/>
                  <a:pt x="580" y="284"/>
                </a:cubicBezTo>
                <a:cubicBezTo>
                  <a:pt x="578" y="283"/>
                  <a:pt x="581" y="281"/>
                  <a:pt x="580" y="278"/>
                </a:cubicBezTo>
                <a:cubicBezTo>
                  <a:pt x="588" y="279"/>
                  <a:pt x="593" y="282"/>
                  <a:pt x="600" y="281"/>
                </a:cubicBezTo>
                <a:cubicBezTo>
                  <a:pt x="601" y="281"/>
                  <a:pt x="601" y="281"/>
                  <a:pt x="601" y="280"/>
                </a:cubicBezTo>
                <a:cubicBezTo>
                  <a:pt x="593" y="279"/>
                  <a:pt x="585" y="277"/>
                  <a:pt x="577" y="276"/>
                </a:cubicBezTo>
                <a:cubicBezTo>
                  <a:pt x="575" y="276"/>
                  <a:pt x="574" y="276"/>
                  <a:pt x="573" y="275"/>
                </a:cubicBezTo>
                <a:close/>
                <a:moveTo>
                  <a:pt x="140" y="1097"/>
                </a:moveTo>
                <a:cubicBezTo>
                  <a:pt x="142" y="1091"/>
                  <a:pt x="144" y="1086"/>
                  <a:pt x="146" y="1081"/>
                </a:cubicBezTo>
                <a:cubicBezTo>
                  <a:pt x="139" y="1081"/>
                  <a:pt x="139" y="1081"/>
                  <a:pt x="139" y="1081"/>
                </a:cubicBezTo>
                <a:cubicBezTo>
                  <a:pt x="137" y="1085"/>
                  <a:pt x="135" y="1090"/>
                  <a:pt x="133" y="1094"/>
                </a:cubicBezTo>
                <a:cubicBezTo>
                  <a:pt x="132" y="1098"/>
                  <a:pt x="138" y="1101"/>
                  <a:pt x="140" y="1097"/>
                </a:cubicBezTo>
                <a:close/>
                <a:moveTo>
                  <a:pt x="698" y="246"/>
                </a:moveTo>
                <a:cubicBezTo>
                  <a:pt x="698" y="246"/>
                  <a:pt x="698" y="246"/>
                  <a:pt x="698" y="246"/>
                </a:cubicBezTo>
                <a:cubicBezTo>
                  <a:pt x="698" y="245"/>
                  <a:pt x="698" y="244"/>
                  <a:pt x="699" y="243"/>
                </a:cubicBezTo>
                <a:cubicBezTo>
                  <a:pt x="697" y="244"/>
                  <a:pt x="696" y="245"/>
                  <a:pt x="696" y="246"/>
                </a:cubicBezTo>
                <a:cubicBezTo>
                  <a:pt x="696" y="246"/>
                  <a:pt x="697" y="246"/>
                  <a:pt x="698" y="246"/>
                </a:cubicBezTo>
                <a:close/>
                <a:moveTo>
                  <a:pt x="549" y="243"/>
                </a:moveTo>
                <a:cubicBezTo>
                  <a:pt x="549" y="244"/>
                  <a:pt x="548" y="244"/>
                  <a:pt x="548" y="244"/>
                </a:cubicBezTo>
                <a:cubicBezTo>
                  <a:pt x="548" y="246"/>
                  <a:pt x="552" y="247"/>
                  <a:pt x="551" y="251"/>
                </a:cubicBezTo>
                <a:cubicBezTo>
                  <a:pt x="552" y="251"/>
                  <a:pt x="553" y="251"/>
                  <a:pt x="554" y="251"/>
                </a:cubicBezTo>
                <a:cubicBezTo>
                  <a:pt x="555" y="251"/>
                  <a:pt x="557" y="251"/>
                  <a:pt x="558" y="251"/>
                </a:cubicBezTo>
                <a:cubicBezTo>
                  <a:pt x="558" y="250"/>
                  <a:pt x="556" y="251"/>
                  <a:pt x="555" y="250"/>
                </a:cubicBezTo>
                <a:cubicBezTo>
                  <a:pt x="555" y="248"/>
                  <a:pt x="555" y="246"/>
                  <a:pt x="555" y="245"/>
                </a:cubicBezTo>
                <a:cubicBezTo>
                  <a:pt x="553" y="244"/>
                  <a:pt x="551" y="244"/>
                  <a:pt x="549" y="243"/>
                </a:cubicBezTo>
                <a:close/>
                <a:moveTo>
                  <a:pt x="559" y="247"/>
                </a:moveTo>
                <a:cubicBezTo>
                  <a:pt x="561" y="248"/>
                  <a:pt x="565" y="247"/>
                  <a:pt x="565" y="250"/>
                </a:cubicBezTo>
                <a:cubicBezTo>
                  <a:pt x="563" y="251"/>
                  <a:pt x="559" y="250"/>
                  <a:pt x="559" y="252"/>
                </a:cubicBezTo>
                <a:cubicBezTo>
                  <a:pt x="562" y="253"/>
                  <a:pt x="564" y="253"/>
                  <a:pt x="567" y="254"/>
                </a:cubicBezTo>
                <a:cubicBezTo>
                  <a:pt x="567" y="252"/>
                  <a:pt x="566" y="249"/>
                  <a:pt x="567" y="247"/>
                </a:cubicBezTo>
                <a:cubicBezTo>
                  <a:pt x="565" y="247"/>
                  <a:pt x="563" y="246"/>
                  <a:pt x="561" y="246"/>
                </a:cubicBezTo>
                <a:cubicBezTo>
                  <a:pt x="560" y="246"/>
                  <a:pt x="560" y="246"/>
                  <a:pt x="559" y="247"/>
                </a:cubicBezTo>
                <a:close/>
                <a:moveTo>
                  <a:pt x="337" y="778"/>
                </a:moveTo>
                <a:cubicBezTo>
                  <a:pt x="336" y="776"/>
                  <a:pt x="334" y="778"/>
                  <a:pt x="331" y="777"/>
                </a:cubicBezTo>
                <a:cubicBezTo>
                  <a:pt x="330" y="781"/>
                  <a:pt x="329" y="785"/>
                  <a:pt x="328" y="788"/>
                </a:cubicBezTo>
                <a:cubicBezTo>
                  <a:pt x="328" y="788"/>
                  <a:pt x="328" y="788"/>
                  <a:pt x="328" y="789"/>
                </a:cubicBezTo>
                <a:cubicBezTo>
                  <a:pt x="328" y="789"/>
                  <a:pt x="328" y="789"/>
                  <a:pt x="328" y="790"/>
                </a:cubicBezTo>
                <a:cubicBezTo>
                  <a:pt x="320" y="825"/>
                  <a:pt x="317" y="861"/>
                  <a:pt x="317" y="897"/>
                </a:cubicBezTo>
                <a:cubicBezTo>
                  <a:pt x="317" y="897"/>
                  <a:pt x="317" y="897"/>
                  <a:pt x="317" y="897"/>
                </a:cubicBezTo>
                <a:cubicBezTo>
                  <a:pt x="318" y="897"/>
                  <a:pt x="318" y="898"/>
                  <a:pt x="318" y="899"/>
                </a:cubicBezTo>
                <a:cubicBezTo>
                  <a:pt x="319" y="899"/>
                  <a:pt x="319" y="899"/>
                  <a:pt x="320" y="899"/>
                </a:cubicBezTo>
                <a:cubicBezTo>
                  <a:pt x="320" y="900"/>
                  <a:pt x="320" y="901"/>
                  <a:pt x="320" y="901"/>
                </a:cubicBezTo>
                <a:cubicBezTo>
                  <a:pt x="317" y="901"/>
                  <a:pt x="317" y="901"/>
                  <a:pt x="317" y="901"/>
                </a:cubicBezTo>
                <a:cubicBezTo>
                  <a:pt x="318" y="916"/>
                  <a:pt x="319" y="931"/>
                  <a:pt x="321" y="946"/>
                </a:cubicBezTo>
                <a:cubicBezTo>
                  <a:pt x="321" y="952"/>
                  <a:pt x="322" y="957"/>
                  <a:pt x="323" y="963"/>
                </a:cubicBezTo>
                <a:cubicBezTo>
                  <a:pt x="324" y="962"/>
                  <a:pt x="325" y="962"/>
                  <a:pt x="327" y="962"/>
                </a:cubicBezTo>
                <a:cubicBezTo>
                  <a:pt x="327" y="963"/>
                  <a:pt x="328" y="964"/>
                  <a:pt x="327" y="966"/>
                </a:cubicBezTo>
                <a:cubicBezTo>
                  <a:pt x="326" y="966"/>
                  <a:pt x="325" y="966"/>
                  <a:pt x="323" y="966"/>
                </a:cubicBezTo>
                <a:cubicBezTo>
                  <a:pt x="329" y="999"/>
                  <a:pt x="340" y="1031"/>
                  <a:pt x="354" y="1061"/>
                </a:cubicBezTo>
                <a:cubicBezTo>
                  <a:pt x="355" y="1061"/>
                  <a:pt x="355" y="1061"/>
                  <a:pt x="355" y="1061"/>
                </a:cubicBezTo>
                <a:cubicBezTo>
                  <a:pt x="357" y="1062"/>
                  <a:pt x="359" y="1063"/>
                  <a:pt x="362" y="1063"/>
                </a:cubicBezTo>
                <a:cubicBezTo>
                  <a:pt x="358" y="1056"/>
                  <a:pt x="355" y="1049"/>
                  <a:pt x="352" y="1042"/>
                </a:cubicBezTo>
                <a:cubicBezTo>
                  <a:pt x="352" y="1042"/>
                  <a:pt x="352" y="1042"/>
                  <a:pt x="351" y="1042"/>
                </a:cubicBezTo>
                <a:cubicBezTo>
                  <a:pt x="348" y="1040"/>
                  <a:pt x="343" y="1038"/>
                  <a:pt x="345" y="1033"/>
                </a:cubicBezTo>
                <a:cubicBezTo>
                  <a:pt x="346" y="1033"/>
                  <a:pt x="347" y="1033"/>
                  <a:pt x="348" y="1033"/>
                </a:cubicBezTo>
                <a:cubicBezTo>
                  <a:pt x="345" y="1024"/>
                  <a:pt x="342" y="1016"/>
                  <a:pt x="340" y="1008"/>
                </a:cubicBezTo>
                <a:cubicBezTo>
                  <a:pt x="340" y="1008"/>
                  <a:pt x="340" y="1008"/>
                  <a:pt x="340" y="1008"/>
                </a:cubicBezTo>
                <a:cubicBezTo>
                  <a:pt x="334" y="1008"/>
                  <a:pt x="334" y="1008"/>
                  <a:pt x="334" y="1008"/>
                </a:cubicBezTo>
                <a:cubicBezTo>
                  <a:pt x="334" y="1005"/>
                  <a:pt x="334" y="1003"/>
                  <a:pt x="335" y="1002"/>
                </a:cubicBezTo>
                <a:cubicBezTo>
                  <a:pt x="336" y="1002"/>
                  <a:pt x="337" y="1002"/>
                  <a:pt x="338" y="1002"/>
                </a:cubicBezTo>
                <a:cubicBezTo>
                  <a:pt x="335" y="992"/>
                  <a:pt x="333" y="982"/>
                  <a:pt x="331" y="972"/>
                </a:cubicBezTo>
                <a:cubicBezTo>
                  <a:pt x="328" y="972"/>
                  <a:pt x="328" y="972"/>
                  <a:pt x="328" y="972"/>
                </a:cubicBezTo>
                <a:cubicBezTo>
                  <a:pt x="328" y="972"/>
                  <a:pt x="328" y="972"/>
                  <a:pt x="328" y="971"/>
                </a:cubicBezTo>
                <a:cubicBezTo>
                  <a:pt x="329" y="972"/>
                  <a:pt x="330" y="972"/>
                  <a:pt x="331" y="972"/>
                </a:cubicBezTo>
                <a:cubicBezTo>
                  <a:pt x="328" y="957"/>
                  <a:pt x="326" y="942"/>
                  <a:pt x="325" y="927"/>
                </a:cubicBezTo>
                <a:cubicBezTo>
                  <a:pt x="325" y="927"/>
                  <a:pt x="325" y="927"/>
                  <a:pt x="325" y="927"/>
                </a:cubicBezTo>
                <a:cubicBezTo>
                  <a:pt x="325" y="926"/>
                  <a:pt x="325" y="924"/>
                  <a:pt x="325" y="923"/>
                </a:cubicBezTo>
                <a:cubicBezTo>
                  <a:pt x="324" y="916"/>
                  <a:pt x="324" y="908"/>
                  <a:pt x="324" y="901"/>
                </a:cubicBezTo>
                <a:cubicBezTo>
                  <a:pt x="321" y="901"/>
                  <a:pt x="321" y="901"/>
                  <a:pt x="321" y="901"/>
                </a:cubicBezTo>
                <a:cubicBezTo>
                  <a:pt x="322" y="901"/>
                  <a:pt x="323" y="900"/>
                  <a:pt x="324" y="900"/>
                </a:cubicBezTo>
                <a:cubicBezTo>
                  <a:pt x="324" y="886"/>
                  <a:pt x="324" y="872"/>
                  <a:pt x="325" y="858"/>
                </a:cubicBezTo>
                <a:cubicBezTo>
                  <a:pt x="324" y="856"/>
                  <a:pt x="322" y="854"/>
                  <a:pt x="321" y="853"/>
                </a:cubicBezTo>
                <a:cubicBezTo>
                  <a:pt x="323" y="852"/>
                  <a:pt x="324" y="852"/>
                  <a:pt x="325" y="852"/>
                </a:cubicBezTo>
                <a:cubicBezTo>
                  <a:pt x="327" y="836"/>
                  <a:pt x="329" y="819"/>
                  <a:pt x="332" y="803"/>
                </a:cubicBezTo>
                <a:cubicBezTo>
                  <a:pt x="333" y="798"/>
                  <a:pt x="334" y="794"/>
                  <a:pt x="335" y="789"/>
                </a:cubicBezTo>
                <a:cubicBezTo>
                  <a:pt x="331" y="787"/>
                  <a:pt x="329" y="783"/>
                  <a:pt x="331" y="778"/>
                </a:cubicBezTo>
                <a:cubicBezTo>
                  <a:pt x="333" y="778"/>
                  <a:pt x="337" y="779"/>
                  <a:pt x="337" y="778"/>
                </a:cubicBezTo>
                <a:close/>
                <a:moveTo>
                  <a:pt x="308" y="780"/>
                </a:moveTo>
                <a:cubicBezTo>
                  <a:pt x="307" y="781"/>
                  <a:pt x="307" y="782"/>
                  <a:pt x="307" y="783"/>
                </a:cubicBezTo>
                <a:cubicBezTo>
                  <a:pt x="307" y="782"/>
                  <a:pt x="308" y="781"/>
                  <a:pt x="308" y="780"/>
                </a:cubicBezTo>
                <a:close/>
                <a:moveTo>
                  <a:pt x="333" y="672"/>
                </a:moveTo>
                <a:cubicBezTo>
                  <a:pt x="332" y="672"/>
                  <a:pt x="330" y="672"/>
                  <a:pt x="330" y="673"/>
                </a:cubicBezTo>
                <a:cubicBezTo>
                  <a:pt x="331" y="673"/>
                  <a:pt x="332" y="673"/>
                  <a:pt x="332" y="674"/>
                </a:cubicBezTo>
                <a:cubicBezTo>
                  <a:pt x="333" y="673"/>
                  <a:pt x="333" y="673"/>
                  <a:pt x="333" y="672"/>
                </a:cubicBezTo>
                <a:close/>
                <a:moveTo>
                  <a:pt x="328" y="720"/>
                </a:moveTo>
                <a:cubicBezTo>
                  <a:pt x="320" y="738"/>
                  <a:pt x="314" y="758"/>
                  <a:pt x="308" y="777"/>
                </a:cubicBezTo>
                <a:cubicBezTo>
                  <a:pt x="310" y="777"/>
                  <a:pt x="314" y="778"/>
                  <a:pt x="314" y="777"/>
                </a:cubicBezTo>
                <a:cubicBezTo>
                  <a:pt x="314" y="776"/>
                  <a:pt x="314" y="776"/>
                  <a:pt x="314" y="776"/>
                </a:cubicBezTo>
                <a:cubicBezTo>
                  <a:pt x="316" y="776"/>
                  <a:pt x="316" y="776"/>
                  <a:pt x="316" y="776"/>
                </a:cubicBezTo>
                <a:cubicBezTo>
                  <a:pt x="317" y="770"/>
                  <a:pt x="319" y="764"/>
                  <a:pt x="321" y="758"/>
                </a:cubicBezTo>
                <a:cubicBezTo>
                  <a:pt x="317" y="758"/>
                  <a:pt x="317" y="758"/>
                  <a:pt x="317" y="758"/>
                </a:cubicBezTo>
                <a:cubicBezTo>
                  <a:pt x="318" y="758"/>
                  <a:pt x="319" y="758"/>
                  <a:pt x="321" y="758"/>
                </a:cubicBezTo>
                <a:cubicBezTo>
                  <a:pt x="322" y="756"/>
                  <a:pt x="322" y="753"/>
                  <a:pt x="323" y="751"/>
                </a:cubicBezTo>
                <a:cubicBezTo>
                  <a:pt x="323" y="750"/>
                  <a:pt x="323" y="749"/>
                  <a:pt x="324" y="749"/>
                </a:cubicBezTo>
                <a:cubicBezTo>
                  <a:pt x="327" y="740"/>
                  <a:pt x="331" y="731"/>
                  <a:pt x="334" y="723"/>
                </a:cubicBezTo>
                <a:cubicBezTo>
                  <a:pt x="332" y="723"/>
                  <a:pt x="332" y="723"/>
                  <a:pt x="332" y="723"/>
                </a:cubicBezTo>
                <a:cubicBezTo>
                  <a:pt x="332" y="722"/>
                  <a:pt x="332" y="722"/>
                  <a:pt x="332" y="722"/>
                </a:cubicBezTo>
                <a:cubicBezTo>
                  <a:pt x="331" y="721"/>
                  <a:pt x="329" y="721"/>
                  <a:pt x="328" y="720"/>
                </a:cubicBezTo>
                <a:close/>
                <a:moveTo>
                  <a:pt x="488" y="1171"/>
                </a:moveTo>
                <a:cubicBezTo>
                  <a:pt x="490" y="1172"/>
                  <a:pt x="491" y="1173"/>
                  <a:pt x="493" y="1174"/>
                </a:cubicBezTo>
                <a:cubicBezTo>
                  <a:pt x="494" y="1172"/>
                  <a:pt x="497" y="1171"/>
                  <a:pt x="498" y="1169"/>
                </a:cubicBezTo>
                <a:cubicBezTo>
                  <a:pt x="489" y="1163"/>
                  <a:pt x="480" y="1156"/>
                  <a:pt x="472" y="1149"/>
                </a:cubicBezTo>
                <a:cubicBezTo>
                  <a:pt x="461" y="1149"/>
                  <a:pt x="461" y="1149"/>
                  <a:pt x="461" y="1149"/>
                </a:cubicBezTo>
                <a:cubicBezTo>
                  <a:pt x="468" y="1155"/>
                  <a:pt x="475" y="1161"/>
                  <a:pt x="482" y="1167"/>
                </a:cubicBezTo>
                <a:cubicBezTo>
                  <a:pt x="491" y="1166"/>
                  <a:pt x="491" y="1166"/>
                  <a:pt x="491" y="1166"/>
                </a:cubicBezTo>
                <a:cubicBezTo>
                  <a:pt x="490" y="1169"/>
                  <a:pt x="489" y="1170"/>
                  <a:pt x="488" y="1171"/>
                </a:cubicBezTo>
                <a:close/>
                <a:moveTo>
                  <a:pt x="1004" y="1126"/>
                </a:moveTo>
                <a:cubicBezTo>
                  <a:pt x="1006" y="1126"/>
                  <a:pt x="1006" y="1126"/>
                  <a:pt x="1006" y="1126"/>
                </a:cubicBezTo>
                <a:cubicBezTo>
                  <a:pt x="1006" y="1128"/>
                  <a:pt x="1006" y="1130"/>
                  <a:pt x="1005" y="1132"/>
                </a:cubicBezTo>
                <a:cubicBezTo>
                  <a:pt x="1005" y="1132"/>
                  <a:pt x="1005" y="1132"/>
                  <a:pt x="1005" y="1132"/>
                </a:cubicBezTo>
                <a:cubicBezTo>
                  <a:pt x="1005" y="1132"/>
                  <a:pt x="1005" y="1132"/>
                  <a:pt x="1005" y="1132"/>
                </a:cubicBezTo>
                <a:cubicBezTo>
                  <a:pt x="1005" y="1132"/>
                  <a:pt x="1005" y="1132"/>
                  <a:pt x="1005" y="1132"/>
                </a:cubicBezTo>
                <a:cubicBezTo>
                  <a:pt x="1005" y="1132"/>
                  <a:pt x="1006" y="1133"/>
                  <a:pt x="1006" y="1133"/>
                </a:cubicBezTo>
                <a:cubicBezTo>
                  <a:pt x="1007" y="1133"/>
                  <a:pt x="1007" y="1133"/>
                  <a:pt x="1008" y="1132"/>
                </a:cubicBezTo>
                <a:cubicBezTo>
                  <a:pt x="1005" y="1132"/>
                  <a:pt x="1006" y="1129"/>
                  <a:pt x="1007" y="1127"/>
                </a:cubicBezTo>
                <a:cubicBezTo>
                  <a:pt x="1008" y="1127"/>
                  <a:pt x="1010" y="1127"/>
                  <a:pt x="1011" y="1127"/>
                </a:cubicBezTo>
                <a:cubicBezTo>
                  <a:pt x="1011" y="1128"/>
                  <a:pt x="1011" y="1129"/>
                  <a:pt x="1010" y="1130"/>
                </a:cubicBezTo>
                <a:cubicBezTo>
                  <a:pt x="1011" y="1130"/>
                  <a:pt x="1011" y="1130"/>
                  <a:pt x="1012" y="1130"/>
                </a:cubicBezTo>
                <a:cubicBezTo>
                  <a:pt x="1012" y="1129"/>
                  <a:pt x="1013" y="1129"/>
                  <a:pt x="1013" y="1129"/>
                </a:cubicBezTo>
                <a:cubicBezTo>
                  <a:pt x="1013" y="1129"/>
                  <a:pt x="1014" y="1128"/>
                  <a:pt x="1014" y="1128"/>
                </a:cubicBezTo>
                <a:cubicBezTo>
                  <a:pt x="1011" y="1128"/>
                  <a:pt x="1010" y="1127"/>
                  <a:pt x="1010" y="1126"/>
                </a:cubicBezTo>
                <a:cubicBezTo>
                  <a:pt x="1018" y="1126"/>
                  <a:pt x="1018" y="1126"/>
                  <a:pt x="1018" y="1126"/>
                </a:cubicBezTo>
                <a:cubicBezTo>
                  <a:pt x="1027" y="1121"/>
                  <a:pt x="1036" y="1115"/>
                  <a:pt x="1045" y="1109"/>
                </a:cubicBezTo>
                <a:cubicBezTo>
                  <a:pt x="1035" y="1109"/>
                  <a:pt x="1035" y="1109"/>
                  <a:pt x="1035" y="1109"/>
                </a:cubicBezTo>
                <a:cubicBezTo>
                  <a:pt x="1035" y="1108"/>
                  <a:pt x="1035" y="1107"/>
                  <a:pt x="1035" y="1106"/>
                </a:cubicBezTo>
                <a:cubicBezTo>
                  <a:pt x="1025" y="1113"/>
                  <a:pt x="1015" y="1120"/>
                  <a:pt x="1004" y="1126"/>
                </a:cubicBezTo>
                <a:close/>
                <a:moveTo>
                  <a:pt x="766" y="1167"/>
                </a:moveTo>
                <a:cubicBezTo>
                  <a:pt x="766" y="1167"/>
                  <a:pt x="765" y="1167"/>
                  <a:pt x="765" y="1167"/>
                </a:cubicBezTo>
                <a:cubicBezTo>
                  <a:pt x="765" y="1167"/>
                  <a:pt x="765" y="1167"/>
                  <a:pt x="765" y="1167"/>
                </a:cubicBezTo>
                <a:cubicBezTo>
                  <a:pt x="765" y="1167"/>
                  <a:pt x="766" y="1167"/>
                  <a:pt x="766" y="1167"/>
                </a:cubicBezTo>
                <a:close/>
                <a:moveTo>
                  <a:pt x="783" y="1166"/>
                </a:moveTo>
                <a:cubicBezTo>
                  <a:pt x="815" y="1163"/>
                  <a:pt x="846" y="1159"/>
                  <a:pt x="877" y="1151"/>
                </a:cubicBezTo>
                <a:cubicBezTo>
                  <a:pt x="883" y="1149"/>
                  <a:pt x="889" y="1148"/>
                  <a:pt x="896" y="1146"/>
                </a:cubicBezTo>
                <a:cubicBezTo>
                  <a:pt x="893" y="1146"/>
                  <a:pt x="893" y="1146"/>
                  <a:pt x="893" y="1146"/>
                </a:cubicBezTo>
                <a:cubicBezTo>
                  <a:pt x="892" y="1145"/>
                  <a:pt x="891" y="1145"/>
                  <a:pt x="890" y="1145"/>
                </a:cubicBezTo>
                <a:cubicBezTo>
                  <a:pt x="890" y="1143"/>
                  <a:pt x="891" y="1142"/>
                  <a:pt x="892" y="1141"/>
                </a:cubicBezTo>
                <a:cubicBezTo>
                  <a:pt x="891" y="1141"/>
                  <a:pt x="890" y="1141"/>
                  <a:pt x="890" y="1141"/>
                </a:cubicBezTo>
                <a:cubicBezTo>
                  <a:pt x="890" y="1142"/>
                  <a:pt x="890" y="1142"/>
                  <a:pt x="889" y="1143"/>
                </a:cubicBezTo>
                <a:cubicBezTo>
                  <a:pt x="888" y="1142"/>
                  <a:pt x="887" y="1142"/>
                  <a:pt x="886" y="1141"/>
                </a:cubicBezTo>
                <a:cubicBezTo>
                  <a:pt x="852" y="1150"/>
                  <a:pt x="818" y="1155"/>
                  <a:pt x="783" y="1158"/>
                </a:cubicBezTo>
                <a:cubicBezTo>
                  <a:pt x="783" y="1158"/>
                  <a:pt x="782" y="1157"/>
                  <a:pt x="781" y="1158"/>
                </a:cubicBezTo>
                <a:cubicBezTo>
                  <a:pt x="749" y="1161"/>
                  <a:pt x="718" y="1156"/>
                  <a:pt x="687" y="1147"/>
                </a:cubicBezTo>
                <a:cubicBezTo>
                  <a:pt x="677" y="1147"/>
                  <a:pt x="677" y="1147"/>
                  <a:pt x="677" y="1147"/>
                </a:cubicBezTo>
                <a:cubicBezTo>
                  <a:pt x="677" y="1146"/>
                  <a:pt x="677" y="1145"/>
                  <a:pt x="677" y="1144"/>
                </a:cubicBezTo>
                <a:cubicBezTo>
                  <a:pt x="673" y="1143"/>
                  <a:pt x="669" y="1142"/>
                  <a:pt x="666" y="1140"/>
                </a:cubicBezTo>
                <a:cubicBezTo>
                  <a:pt x="666" y="1143"/>
                  <a:pt x="666" y="1145"/>
                  <a:pt x="665" y="1147"/>
                </a:cubicBezTo>
                <a:cubicBezTo>
                  <a:pt x="684" y="1154"/>
                  <a:pt x="704" y="1160"/>
                  <a:pt x="724" y="1163"/>
                </a:cubicBezTo>
                <a:cubicBezTo>
                  <a:pt x="698" y="1164"/>
                  <a:pt x="673" y="1164"/>
                  <a:pt x="647" y="1158"/>
                </a:cubicBezTo>
                <a:cubicBezTo>
                  <a:pt x="635" y="1154"/>
                  <a:pt x="624" y="1150"/>
                  <a:pt x="613" y="1145"/>
                </a:cubicBezTo>
                <a:cubicBezTo>
                  <a:pt x="612" y="1146"/>
                  <a:pt x="611" y="1147"/>
                  <a:pt x="611" y="1148"/>
                </a:cubicBezTo>
                <a:cubicBezTo>
                  <a:pt x="605" y="1148"/>
                  <a:pt x="605" y="1148"/>
                  <a:pt x="605" y="1148"/>
                </a:cubicBezTo>
                <a:cubicBezTo>
                  <a:pt x="620" y="1155"/>
                  <a:pt x="635" y="1161"/>
                  <a:pt x="650" y="1165"/>
                </a:cubicBezTo>
                <a:cubicBezTo>
                  <a:pt x="657" y="1165"/>
                  <a:pt x="657" y="1165"/>
                  <a:pt x="657" y="1165"/>
                </a:cubicBezTo>
                <a:cubicBezTo>
                  <a:pt x="657" y="1166"/>
                  <a:pt x="656" y="1166"/>
                  <a:pt x="656" y="1166"/>
                </a:cubicBezTo>
                <a:cubicBezTo>
                  <a:pt x="660" y="1167"/>
                  <a:pt x="664" y="1168"/>
                  <a:pt x="669" y="1169"/>
                </a:cubicBezTo>
                <a:cubicBezTo>
                  <a:pt x="668" y="1168"/>
                  <a:pt x="667" y="1168"/>
                  <a:pt x="667" y="1167"/>
                </a:cubicBezTo>
                <a:cubicBezTo>
                  <a:pt x="667" y="1167"/>
                  <a:pt x="667" y="1166"/>
                  <a:pt x="667" y="1165"/>
                </a:cubicBezTo>
                <a:cubicBezTo>
                  <a:pt x="674" y="1165"/>
                  <a:pt x="674" y="1165"/>
                  <a:pt x="674" y="1165"/>
                </a:cubicBezTo>
                <a:cubicBezTo>
                  <a:pt x="674" y="1166"/>
                  <a:pt x="675" y="1167"/>
                  <a:pt x="676" y="1168"/>
                </a:cubicBezTo>
                <a:cubicBezTo>
                  <a:pt x="675" y="1166"/>
                  <a:pt x="676" y="1165"/>
                  <a:pt x="677" y="1165"/>
                </a:cubicBezTo>
                <a:cubicBezTo>
                  <a:pt x="699" y="1165"/>
                  <a:pt x="699" y="1165"/>
                  <a:pt x="699" y="1165"/>
                </a:cubicBezTo>
                <a:cubicBezTo>
                  <a:pt x="700" y="1166"/>
                  <a:pt x="700" y="1168"/>
                  <a:pt x="699" y="1170"/>
                </a:cubicBezTo>
                <a:cubicBezTo>
                  <a:pt x="693" y="1172"/>
                  <a:pt x="692" y="1167"/>
                  <a:pt x="687" y="1166"/>
                </a:cubicBezTo>
                <a:cubicBezTo>
                  <a:pt x="687" y="1168"/>
                  <a:pt x="686" y="1169"/>
                  <a:pt x="686" y="1171"/>
                </a:cubicBezTo>
                <a:cubicBezTo>
                  <a:pt x="687" y="1171"/>
                  <a:pt x="688" y="1171"/>
                  <a:pt x="690" y="1171"/>
                </a:cubicBezTo>
                <a:cubicBezTo>
                  <a:pt x="697" y="1171"/>
                  <a:pt x="705" y="1171"/>
                  <a:pt x="712" y="1171"/>
                </a:cubicBezTo>
                <a:cubicBezTo>
                  <a:pt x="711" y="1169"/>
                  <a:pt x="710" y="1167"/>
                  <a:pt x="710" y="1165"/>
                </a:cubicBezTo>
                <a:cubicBezTo>
                  <a:pt x="718" y="1164"/>
                  <a:pt x="718" y="1164"/>
                  <a:pt x="718" y="1164"/>
                </a:cubicBezTo>
                <a:cubicBezTo>
                  <a:pt x="720" y="1166"/>
                  <a:pt x="721" y="1168"/>
                  <a:pt x="721" y="1170"/>
                </a:cubicBezTo>
                <a:cubicBezTo>
                  <a:pt x="725" y="1170"/>
                  <a:pt x="729" y="1170"/>
                  <a:pt x="733" y="1170"/>
                </a:cubicBezTo>
                <a:cubicBezTo>
                  <a:pt x="733" y="1168"/>
                  <a:pt x="733" y="1166"/>
                  <a:pt x="735" y="1164"/>
                </a:cubicBezTo>
                <a:cubicBezTo>
                  <a:pt x="740" y="1164"/>
                  <a:pt x="740" y="1164"/>
                  <a:pt x="740" y="1164"/>
                </a:cubicBezTo>
                <a:cubicBezTo>
                  <a:pt x="741" y="1165"/>
                  <a:pt x="741" y="1165"/>
                  <a:pt x="743" y="1165"/>
                </a:cubicBezTo>
                <a:cubicBezTo>
                  <a:pt x="743" y="1167"/>
                  <a:pt x="742" y="1168"/>
                  <a:pt x="742" y="1169"/>
                </a:cubicBezTo>
                <a:cubicBezTo>
                  <a:pt x="746" y="1169"/>
                  <a:pt x="750" y="1168"/>
                  <a:pt x="755" y="1168"/>
                </a:cubicBezTo>
                <a:cubicBezTo>
                  <a:pt x="754" y="1167"/>
                  <a:pt x="754" y="1166"/>
                  <a:pt x="754" y="1164"/>
                </a:cubicBezTo>
                <a:cubicBezTo>
                  <a:pt x="771" y="1164"/>
                  <a:pt x="771" y="1164"/>
                  <a:pt x="771" y="1164"/>
                </a:cubicBezTo>
                <a:cubicBezTo>
                  <a:pt x="770" y="1165"/>
                  <a:pt x="770" y="1166"/>
                  <a:pt x="770" y="1167"/>
                </a:cubicBezTo>
                <a:cubicBezTo>
                  <a:pt x="774" y="1166"/>
                  <a:pt x="779" y="1166"/>
                  <a:pt x="783" y="1166"/>
                </a:cubicBezTo>
                <a:close/>
                <a:moveTo>
                  <a:pt x="96" y="329"/>
                </a:moveTo>
                <a:cubicBezTo>
                  <a:pt x="96" y="329"/>
                  <a:pt x="96" y="328"/>
                  <a:pt x="94" y="328"/>
                </a:cubicBezTo>
                <a:cubicBezTo>
                  <a:pt x="94" y="328"/>
                  <a:pt x="93" y="328"/>
                  <a:pt x="92" y="328"/>
                </a:cubicBezTo>
                <a:cubicBezTo>
                  <a:pt x="92" y="330"/>
                  <a:pt x="93" y="330"/>
                  <a:pt x="93" y="332"/>
                </a:cubicBezTo>
                <a:cubicBezTo>
                  <a:pt x="94" y="331"/>
                  <a:pt x="95" y="330"/>
                  <a:pt x="96" y="329"/>
                </a:cubicBezTo>
                <a:close/>
                <a:moveTo>
                  <a:pt x="1013" y="1142"/>
                </a:moveTo>
                <a:cubicBezTo>
                  <a:pt x="1015" y="1143"/>
                  <a:pt x="1016" y="1142"/>
                  <a:pt x="1018" y="1139"/>
                </a:cubicBezTo>
                <a:cubicBezTo>
                  <a:pt x="1016" y="1140"/>
                  <a:pt x="1015" y="1141"/>
                  <a:pt x="1013" y="1142"/>
                </a:cubicBezTo>
                <a:close/>
                <a:moveTo>
                  <a:pt x="189" y="854"/>
                </a:moveTo>
                <a:cubicBezTo>
                  <a:pt x="188" y="866"/>
                  <a:pt x="187" y="878"/>
                  <a:pt x="185" y="889"/>
                </a:cubicBezTo>
                <a:cubicBezTo>
                  <a:pt x="186" y="889"/>
                  <a:pt x="187" y="889"/>
                  <a:pt x="188" y="889"/>
                </a:cubicBezTo>
                <a:cubicBezTo>
                  <a:pt x="190" y="890"/>
                  <a:pt x="191" y="892"/>
                  <a:pt x="192" y="893"/>
                </a:cubicBezTo>
                <a:cubicBezTo>
                  <a:pt x="194" y="876"/>
                  <a:pt x="196" y="859"/>
                  <a:pt x="198" y="842"/>
                </a:cubicBezTo>
                <a:cubicBezTo>
                  <a:pt x="198" y="836"/>
                  <a:pt x="199" y="831"/>
                  <a:pt x="200" y="825"/>
                </a:cubicBezTo>
                <a:cubicBezTo>
                  <a:pt x="196" y="825"/>
                  <a:pt x="197" y="828"/>
                  <a:pt x="197" y="831"/>
                </a:cubicBezTo>
                <a:cubicBezTo>
                  <a:pt x="194" y="831"/>
                  <a:pt x="194" y="831"/>
                  <a:pt x="194" y="831"/>
                </a:cubicBezTo>
                <a:cubicBezTo>
                  <a:pt x="194" y="830"/>
                  <a:pt x="193" y="829"/>
                  <a:pt x="192" y="828"/>
                </a:cubicBezTo>
                <a:cubicBezTo>
                  <a:pt x="191" y="836"/>
                  <a:pt x="190" y="844"/>
                  <a:pt x="189" y="852"/>
                </a:cubicBezTo>
                <a:cubicBezTo>
                  <a:pt x="190" y="852"/>
                  <a:pt x="191" y="852"/>
                  <a:pt x="191" y="853"/>
                </a:cubicBezTo>
                <a:cubicBezTo>
                  <a:pt x="190" y="854"/>
                  <a:pt x="190" y="854"/>
                  <a:pt x="189" y="854"/>
                </a:cubicBezTo>
                <a:close/>
                <a:moveTo>
                  <a:pt x="128" y="1054"/>
                </a:moveTo>
                <a:cubicBezTo>
                  <a:pt x="129" y="1051"/>
                  <a:pt x="130" y="1047"/>
                  <a:pt x="131" y="1043"/>
                </a:cubicBezTo>
                <a:cubicBezTo>
                  <a:pt x="131" y="1043"/>
                  <a:pt x="131" y="1043"/>
                  <a:pt x="131" y="1044"/>
                </a:cubicBezTo>
                <a:cubicBezTo>
                  <a:pt x="129" y="1042"/>
                  <a:pt x="131" y="1039"/>
                  <a:pt x="133" y="1038"/>
                </a:cubicBezTo>
                <a:cubicBezTo>
                  <a:pt x="137" y="1025"/>
                  <a:pt x="141" y="1012"/>
                  <a:pt x="144" y="998"/>
                </a:cubicBezTo>
                <a:cubicBezTo>
                  <a:pt x="142" y="998"/>
                  <a:pt x="141" y="996"/>
                  <a:pt x="142" y="994"/>
                </a:cubicBezTo>
                <a:cubicBezTo>
                  <a:pt x="141" y="994"/>
                  <a:pt x="140" y="993"/>
                  <a:pt x="140" y="992"/>
                </a:cubicBezTo>
                <a:cubicBezTo>
                  <a:pt x="142" y="992"/>
                  <a:pt x="143" y="992"/>
                  <a:pt x="144" y="991"/>
                </a:cubicBezTo>
                <a:cubicBezTo>
                  <a:pt x="144" y="992"/>
                  <a:pt x="144" y="992"/>
                  <a:pt x="145" y="992"/>
                </a:cubicBezTo>
                <a:cubicBezTo>
                  <a:pt x="145" y="992"/>
                  <a:pt x="145" y="992"/>
                  <a:pt x="145" y="992"/>
                </a:cubicBezTo>
                <a:cubicBezTo>
                  <a:pt x="145" y="993"/>
                  <a:pt x="145" y="993"/>
                  <a:pt x="145" y="993"/>
                </a:cubicBezTo>
                <a:cubicBezTo>
                  <a:pt x="147" y="984"/>
                  <a:pt x="149" y="974"/>
                  <a:pt x="151" y="965"/>
                </a:cubicBezTo>
                <a:cubicBezTo>
                  <a:pt x="150" y="966"/>
                  <a:pt x="149" y="967"/>
                  <a:pt x="147" y="965"/>
                </a:cubicBezTo>
                <a:cubicBezTo>
                  <a:pt x="148" y="962"/>
                  <a:pt x="153" y="964"/>
                  <a:pt x="150" y="959"/>
                </a:cubicBezTo>
                <a:cubicBezTo>
                  <a:pt x="151" y="959"/>
                  <a:pt x="152" y="958"/>
                  <a:pt x="152" y="958"/>
                </a:cubicBezTo>
                <a:cubicBezTo>
                  <a:pt x="154" y="952"/>
                  <a:pt x="155" y="945"/>
                  <a:pt x="156" y="938"/>
                </a:cubicBezTo>
                <a:cubicBezTo>
                  <a:pt x="154" y="938"/>
                  <a:pt x="154" y="938"/>
                  <a:pt x="154" y="938"/>
                </a:cubicBezTo>
                <a:cubicBezTo>
                  <a:pt x="154" y="938"/>
                  <a:pt x="154" y="938"/>
                  <a:pt x="154" y="938"/>
                </a:cubicBezTo>
                <a:cubicBezTo>
                  <a:pt x="154" y="938"/>
                  <a:pt x="153" y="937"/>
                  <a:pt x="153" y="936"/>
                </a:cubicBezTo>
                <a:cubicBezTo>
                  <a:pt x="155" y="936"/>
                  <a:pt x="154" y="934"/>
                  <a:pt x="157" y="934"/>
                </a:cubicBezTo>
                <a:cubicBezTo>
                  <a:pt x="157" y="933"/>
                  <a:pt x="157" y="931"/>
                  <a:pt x="157" y="930"/>
                </a:cubicBezTo>
                <a:cubicBezTo>
                  <a:pt x="156" y="929"/>
                  <a:pt x="155" y="929"/>
                  <a:pt x="153" y="928"/>
                </a:cubicBezTo>
                <a:cubicBezTo>
                  <a:pt x="154" y="930"/>
                  <a:pt x="155" y="932"/>
                  <a:pt x="154" y="935"/>
                </a:cubicBezTo>
                <a:cubicBezTo>
                  <a:pt x="153" y="935"/>
                  <a:pt x="152" y="935"/>
                  <a:pt x="150" y="935"/>
                </a:cubicBezTo>
                <a:cubicBezTo>
                  <a:pt x="149" y="945"/>
                  <a:pt x="147" y="956"/>
                  <a:pt x="145" y="966"/>
                </a:cubicBezTo>
                <a:cubicBezTo>
                  <a:pt x="146" y="967"/>
                  <a:pt x="148" y="969"/>
                  <a:pt x="148" y="972"/>
                </a:cubicBezTo>
                <a:cubicBezTo>
                  <a:pt x="146" y="972"/>
                  <a:pt x="145" y="972"/>
                  <a:pt x="144" y="972"/>
                </a:cubicBezTo>
                <a:cubicBezTo>
                  <a:pt x="139" y="995"/>
                  <a:pt x="133" y="1018"/>
                  <a:pt x="126" y="1040"/>
                </a:cubicBezTo>
                <a:cubicBezTo>
                  <a:pt x="127" y="1041"/>
                  <a:pt x="127" y="1043"/>
                  <a:pt x="128" y="1045"/>
                </a:cubicBezTo>
                <a:cubicBezTo>
                  <a:pt x="124" y="1045"/>
                  <a:pt x="124" y="1045"/>
                  <a:pt x="124" y="1045"/>
                </a:cubicBezTo>
                <a:cubicBezTo>
                  <a:pt x="123" y="1047"/>
                  <a:pt x="122" y="1050"/>
                  <a:pt x="121" y="1052"/>
                </a:cubicBezTo>
                <a:cubicBezTo>
                  <a:pt x="120" y="1056"/>
                  <a:pt x="126" y="1058"/>
                  <a:pt x="128" y="1054"/>
                </a:cubicBezTo>
                <a:close/>
                <a:moveTo>
                  <a:pt x="272" y="740"/>
                </a:moveTo>
                <a:cubicBezTo>
                  <a:pt x="272" y="741"/>
                  <a:pt x="272" y="741"/>
                  <a:pt x="272" y="741"/>
                </a:cubicBezTo>
                <a:cubicBezTo>
                  <a:pt x="272" y="741"/>
                  <a:pt x="272" y="741"/>
                  <a:pt x="272" y="740"/>
                </a:cubicBezTo>
                <a:close/>
                <a:moveTo>
                  <a:pt x="239" y="891"/>
                </a:moveTo>
                <a:cubicBezTo>
                  <a:pt x="240" y="892"/>
                  <a:pt x="240" y="893"/>
                  <a:pt x="240" y="895"/>
                </a:cubicBezTo>
                <a:cubicBezTo>
                  <a:pt x="244" y="870"/>
                  <a:pt x="248" y="845"/>
                  <a:pt x="255" y="820"/>
                </a:cubicBezTo>
                <a:cubicBezTo>
                  <a:pt x="257" y="809"/>
                  <a:pt x="260" y="798"/>
                  <a:pt x="264" y="787"/>
                </a:cubicBezTo>
                <a:cubicBezTo>
                  <a:pt x="263" y="789"/>
                  <a:pt x="263" y="790"/>
                  <a:pt x="263" y="792"/>
                </a:cubicBezTo>
                <a:cubicBezTo>
                  <a:pt x="263" y="791"/>
                  <a:pt x="265" y="790"/>
                  <a:pt x="267" y="790"/>
                </a:cubicBezTo>
                <a:cubicBezTo>
                  <a:pt x="268" y="793"/>
                  <a:pt x="265" y="792"/>
                  <a:pt x="264" y="793"/>
                </a:cubicBezTo>
                <a:cubicBezTo>
                  <a:pt x="266" y="793"/>
                  <a:pt x="266" y="794"/>
                  <a:pt x="267" y="794"/>
                </a:cubicBezTo>
                <a:cubicBezTo>
                  <a:pt x="262" y="795"/>
                  <a:pt x="262" y="795"/>
                  <a:pt x="262" y="795"/>
                </a:cubicBezTo>
                <a:cubicBezTo>
                  <a:pt x="261" y="800"/>
                  <a:pt x="260" y="806"/>
                  <a:pt x="259" y="812"/>
                </a:cubicBezTo>
                <a:cubicBezTo>
                  <a:pt x="266" y="812"/>
                  <a:pt x="266" y="812"/>
                  <a:pt x="266" y="812"/>
                </a:cubicBezTo>
                <a:cubicBezTo>
                  <a:pt x="266" y="806"/>
                  <a:pt x="268" y="800"/>
                  <a:pt x="269" y="794"/>
                </a:cubicBezTo>
                <a:cubicBezTo>
                  <a:pt x="268" y="794"/>
                  <a:pt x="268" y="794"/>
                  <a:pt x="268" y="794"/>
                </a:cubicBezTo>
                <a:cubicBezTo>
                  <a:pt x="268" y="793"/>
                  <a:pt x="269" y="792"/>
                  <a:pt x="269" y="792"/>
                </a:cubicBezTo>
                <a:cubicBezTo>
                  <a:pt x="272" y="778"/>
                  <a:pt x="275" y="764"/>
                  <a:pt x="280" y="750"/>
                </a:cubicBezTo>
                <a:cubicBezTo>
                  <a:pt x="274" y="748"/>
                  <a:pt x="273" y="745"/>
                  <a:pt x="272" y="741"/>
                </a:cubicBezTo>
                <a:cubicBezTo>
                  <a:pt x="267" y="755"/>
                  <a:pt x="262" y="769"/>
                  <a:pt x="258" y="783"/>
                </a:cubicBezTo>
                <a:cubicBezTo>
                  <a:pt x="259" y="786"/>
                  <a:pt x="259" y="790"/>
                  <a:pt x="259" y="795"/>
                </a:cubicBezTo>
                <a:cubicBezTo>
                  <a:pt x="255" y="795"/>
                  <a:pt x="255" y="795"/>
                  <a:pt x="255" y="795"/>
                </a:cubicBezTo>
                <a:cubicBezTo>
                  <a:pt x="254" y="797"/>
                  <a:pt x="253" y="799"/>
                  <a:pt x="253" y="801"/>
                </a:cubicBezTo>
                <a:cubicBezTo>
                  <a:pt x="252" y="805"/>
                  <a:pt x="251" y="808"/>
                  <a:pt x="250" y="812"/>
                </a:cubicBezTo>
                <a:cubicBezTo>
                  <a:pt x="252" y="812"/>
                  <a:pt x="252" y="812"/>
                  <a:pt x="252" y="812"/>
                </a:cubicBezTo>
                <a:cubicBezTo>
                  <a:pt x="251" y="813"/>
                  <a:pt x="252" y="815"/>
                  <a:pt x="251" y="816"/>
                </a:cubicBezTo>
                <a:cubicBezTo>
                  <a:pt x="251" y="816"/>
                  <a:pt x="251" y="816"/>
                  <a:pt x="252" y="816"/>
                </a:cubicBezTo>
                <a:cubicBezTo>
                  <a:pt x="250" y="819"/>
                  <a:pt x="249" y="821"/>
                  <a:pt x="247" y="823"/>
                </a:cubicBezTo>
                <a:cubicBezTo>
                  <a:pt x="247" y="824"/>
                  <a:pt x="246" y="826"/>
                  <a:pt x="246" y="827"/>
                </a:cubicBezTo>
                <a:cubicBezTo>
                  <a:pt x="247" y="828"/>
                  <a:pt x="248" y="829"/>
                  <a:pt x="248" y="830"/>
                </a:cubicBezTo>
                <a:cubicBezTo>
                  <a:pt x="245" y="830"/>
                  <a:pt x="245" y="830"/>
                  <a:pt x="245" y="830"/>
                </a:cubicBezTo>
                <a:cubicBezTo>
                  <a:pt x="240" y="850"/>
                  <a:pt x="236" y="870"/>
                  <a:pt x="233" y="891"/>
                </a:cubicBezTo>
                <a:cubicBezTo>
                  <a:pt x="233" y="891"/>
                  <a:pt x="234" y="892"/>
                  <a:pt x="235" y="893"/>
                </a:cubicBezTo>
                <a:cubicBezTo>
                  <a:pt x="236" y="893"/>
                  <a:pt x="236" y="890"/>
                  <a:pt x="239" y="891"/>
                </a:cubicBezTo>
                <a:close/>
                <a:moveTo>
                  <a:pt x="234" y="883"/>
                </a:moveTo>
                <a:cubicBezTo>
                  <a:pt x="240" y="883"/>
                  <a:pt x="240" y="883"/>
                  <a:pt x="240" y="883"/>
                </a:cubicBezTo>
                <a:cubicBezTo>
                  <a:pt x="240" y="885"/>
                  <a:pt x="240" y="887"/>
                  <a:pt x="237" y="887"/>
                </a:cubicBezTo>
                <a:cubicBezTo>
                  <a:pt x="235" y="886"/>
                  <a:pt x="235" y="885"/>
                  <a:pt x="234" y="883"/>
                </a:cubicBezTo>
                <a:close/>
                <a:moveTo>
                  <a:pt x="281" y="746"/>
                </a:moveTo>
                <a:cubicBezTo>
                  <a:pt x="283" y="738"/>
                  <a:pt x="286" y="731"/>
                  <a:pt x="289" y="723"/>
                </a:cubicBezTo>
                <a:cubicBezTo>
                  <a:pt x="288" y="723"/>
                  <a:pt x="288" y="723"/>
                  <a:pt x="288" y="723"/>
                </a:cubicBezTo>
                <a:cubicBezTo>
                  <a:pt x="288" y="723"/>
                  <a:pt x="288" y="723"/>
                  <a:pt x="288" y="723"/>
                </a:cubicBezTo>
                <a:cubicBezTo>
                  <a:pt x="287" y="722"/>
                  <a:pt x="287" y="722"/>
                  <a:pt x="286" y="721"/>
                </a:cubicBezTo>
                <a:cubicBezTo>
                  <a:pt x="285" y="720"/>
                  <a:pt x="283" y="720"/>
                  <a:pt x="283" y="718"/>
                </a:cubicBezTo>
                <a:cubicBezTo>
                  <a:pt x="284" y="717"/>
                  <a:pt x="285" y="717"/>
                  <a:pt x="287" y="717"/>
                </a:cubicBezTo>
                <a:cubicBezTo>
                  <a:pt x="288" y="716"/>
                  <a:pt x="290" y="715"/>
                  <a:pt x="292" y="715"/>
                </a:cubicBezTo>
                <a:cubicBezTo>
                  <a:pt x="292" y="714"/>
                  <a:pt x="293" y="712"/>
                  <a:pt x="293" y="710"/>
                </a:cubicBezTo>
                <a:cubicBezTo>
                  <a:pt x="291" y="710"/>
                  <a:pt x="290" y="709"/>
                  <a:pt x="290" y="705"/>
                </a:cubicBezTo>
                <a:cubicBezTo>
                  <a:pt x="290" y="705"/>
                  <a:pt x="290" y="705"/>
                  <a:pt x="290" y="705"/>
                </a:cubicBezTo>
                <a:cubicBezTo>
                  <a:pt x="296" y="705"/>
                  <a:pt x="296" y="705"/>
                  <a:pt x="296" y="705"/>
                </a:cubicBezTo>
                <a:cubicBezTo>
                  <a:pt x="297" y="702"/>
                  <a:pt x="298" y="700"/>
                  <a:pt x="299" y="697"/>
                </a:cubicBezTo>
                <a:cubicBezTo>
                  <a:pt x="300" y="695"/>
                  <a:pt x="301" y="693"/>
                  <a:pt x="302" y="690"/>
                </a:cubicBezTo>
                <a:cubicBezTo>
                  <a:pt x="304" y="686"/>
                  <a:pt x="298" y="684"/>
                  <a:pt x="296" y="688"/>
                </a:cubicBezTo>
                <a:cubicBezTo>
                  <a:pt x="295" y="690"/>
                  <a:pt x="293" y="693"/>
                  <a:pt x="292" y="696"/>
                </a:cubicBezTo>
                <a:cubicBezTo>
                  <a:pt x="292" y="696"/>
                  <a:pt x="292" y="697"/>
                  <a:pt x="292" y="697"/>
                </a:cubicBezTo>
                <a:cubicBezTo>
                  <a:pt x="289" y="702"/>
                  <a:pt x="287" y="706"/>
                  <a:pt x="284" y="711"/>
                </a:cubicBezTo>
                <a:cubicBezTo>
                  <a:pt x="285" y="712"/>
                  <a:pt x="285" y="712"/>
                  <a:pt x="285" y="712"/>
                </a:cubicBezTo>
                <a:cubicBezTo>
                  <a:pt x="284" y="712"/>
                  <a:pt x="284" y="712"/>
                  <a:pt x="284" y="712"/>
                </a:cubicBezTo>
                <a:cubicBezTo>
                  <a:pt x="280" y="722"/>
                  <a:pt x="276" y="731"/>
                  <a:pt x="272" y="740"/>
                </a:cubicBezTo>
                <a:cubicBezTo>
                  <a:pt x="279" y="740"/>
                  <a:pt x="279" y="740"/>
                  <a:pt x="279" y="740"/>
                </a:cubicBezTo>
                <a:cubicBezTo>
                  <a:pt x="280" y="742"/>
                  <a:pt x="281" y="744"/>
                  <a:pt x="281" y="746"/>
                </a:cubicBezTo>
                <a:close/>
                <a:moveTo>
                  <a:pt x="259" y="816"/>
                </a:moveTo>
                <a:cubicBezTo>
                  <a:pt x="259" y="816"/>
                  <a:pt x="258" y="815"/>
                  <a:pt x="258" y="815"/>
                </a:cubicBezTo>
                <a:cubicBezTo>
                  <a:pt x="256" y="830"/>
                  <a:pt x="254" y="845"/>
                  <a:pt x="253" y="861"/>
                </a:cubicBezTo>
                <a:cubicBezTo>
                  <a:pt x="254" y="860"/>
                  <a:pt x="256" y="861"/>
                  <a:pt x="258" y="861"/>
                </a:cubicBezTo>
                <a:cubicBezTo>
                  <a:pt x="259" y="862"/>
                  <a:pt x="259" y="863"/>
                  <a:pt x="260" y="864"/>
                </a:cubicBezTo>
                <a:cubicBezTo>
                  <a:pt x="261" y="849"/>
                  <a:pt x="262" y="833"/>
                  <a:pt x="265" y="818"/>
                </a:cubicBezTo>
                <a:cubicBezTo>
                  <a:pt x="264" y="817"/>
                  <a:pt x="264" y="817"/>
                  <a:pt x="264" y="815"/>
                </a:cubicBezTo>
                <a:cubicBezTo>
                  <a:pt x="262" y="815"/>
                  <a:pt x="261" y="817"/>
                  <a:pt x="259" y="816"/>
                </a:cubicBezTo>
                <a:close/>
                <a:moveTo>
                  <a:pt x="211" y="891"/>
                </a:moveTo>
                <a:cubicBezTo>
                  <a:pt x="213" y="891"/>
                  <a:pt x="214" y="892"/>
                  <a:pt x="215" y="893"/>
                </a:cubicBezTo>
                <a:cubicBezTo>
                  <a:pt x="215" y="892"/>
                  <a:pt x="215" y="891"/>
                  <a:pt x="215" y="891"/>
                </a:cubicBezTo>
                <a:cubicBezTo>
                  <a:pt x="213" y="891"/>
                  <a:pt x="212" y="890"/>
                  <a:pt x="211" y="891"/>
                </a:cubicBezTo>
                <a:close/>
                <a:moveTo>
                  <a:pt x="265" y="813"/>
                </a:moveTo>
                <a:cubicBezTo>
                  <a:pt x="265" y="814"/>
                  <a:pt x="265" y="814"/>
                  <a:pt x="265" y="814"/>
                </a:cubicBezTo>
                <a:cubicBezTo>
                  <a:pt x="265" y="814"/>
                  <a:pt x="265" y="814"/>
                  <a:pt x="265" y="814"/>
                </a:cubicBezTo>
                <a:cubicBezTo>
                  <a:pt x="265" y="814"/>
                  <a:pt x="265" y="814"/>
                  <a:pt x="265" y="813"/>
                </a:cubicBezTo>
                <a:close/>
                <a:moveTo>
                  <a:pt x="181" y="960"/>
                </a:moveTo>
                <a:cubicBezTo>
                  <a:pt x="181" y="958"/>
                  <a:pt x="181" y="957"/>
                  <a:pt x="181" y="955"/>
                </a:cubicBezTo>
                <a:cubicBezTo>
                  <a:pt x="181" y="955"/>
                  <a:pt x="181" y="955"/>
                  <a:pt x="180" y="955"/>
                </a:cubicBezTo>
                <a:cubicBezTo>
                  <a:pt x="182" y="955"/>
                  <a:pt x="182" y="955"/>
                  <a:pt x="182" y="955"/>
                </a:cubicBezTo>
                <a:cubicBezTo>
                  <a:pt x="185" y="938"/>
                  <a:pt x="188" y="920"/>
                  <a:pt x="190" y="902"/>
                </a:cubicBezTo>
                <a:cubicBezTo>
                  <a:pt x="185" y="902"/>
                  <a:pt x="185" y="902"/>
                  <a:pt x="185" y="902"/>
                </a:cubicBezTo>
                <a:cubicBezTo>
                  <a:pt x="186" y="901"/>
                  <a:pt x="187" y="899"/>
                  <a:pt x="189" y="899"/>
                </a:cubicBezTo>
                <a:cubicBezTo>
                  <a:pt x="187" y="898"/>
                  <a:pt x="185" y="896"/>
                  <a:pt x="185" y="894"/>
                </a:cubicBezTo>
                <a:cubicBezTo>
                  <a:pt x="184" y="903"/>
                  <a:pt x="183" y="911"/>
                  <a:pt x="182" y="920"/>
                </a:cubicBezTo>
                <a:cubicBezTo>
                  <a:pt x="183" y="920"/>
                  <a:pt x="184" y="921"/>
                  <a:pt x="183" y="922"/>
                </a:cubicBezTo>
                <a:cubicBezTo>
                  <a:pt x="183" y="923"/>
                  <a:pt x="182" y="923"/>
                  <a:pt x="181" y="923"/>
                </a:cubicBezTo>
                <a:cubicBezTo>
                  <a:pt x="181" y="925"/>
                  <a:pt x="181" y="926"/>
                  <a:pt x="180" y="928"/>
                </a:cubicBezTo>
                <a:cubicBezTo>
                  <a:pt x="181" y="929"/>
                  <a:pt x="181" y="930"/>
                  <a:pt x="181" y="931"/>
                </a:cubicBezTo>
                <a:cubicBezTo>
                  <a:pt x="181" y="931"/>
                  <a:pt x="180" y="931"/>
                  <a:pt x="180" y="931"/>
                </a:cubicBezTo>
                <a:cubicBezTo>
                  <a:pt x="179" y="936"/>
                  <a:pt x="178" y="941"/>
                  <a:pt x="177" y="945"/>
                </a:cubicBezTo>
                <a:cubicBezTo>
                  <a:pt x="177" y="949"/>
                  <a:pt x="176" y="952"/>
                  <a:pt x="175" y="955"/>
                </a:cubicBezTo>
                <a:cubicBezTo>
                  <a:pt x="177" y="955"/>
                  <a:pt x="177" y="955"/>
                  <a:pt x="177" y="955"/>
                </a:cubicBezTo>
                <a:cubicBezTo>
                  <a:pt x="177" y="955"/>
                  <a:pt x="177" y="955"/>
                  <a:pt x="177" y="955"/>
                </a:cubicBezTo>
                <a:cubicBezTo>
                  <a:pt x="179" y="957"/>
                  <a:pt x="180" y="958"/>
                  <a:pt x="181" y="960"/>
                </a:cubicBezTo>
                <a:close/>
                <a:moveTo>
                  <a:pt x="431" y="244"/>
                </a:moveTo>
                <a:cubicBezTo>
                  <a:pt x="430" y="250"/>
                  <a:pt x="419" y="248"/>
                  <a:pt x="416" y="245"/>
                </a:cubicBezTo>
                <a:cubicBezTo>
                  <a:pt x="416" y="246"/>
                  <a:pt x="416" y="248"/>
                  <a:pt x="416" y="249"/>
                </a:cubicBezTo>
                <a:cubicBezTo>
                  <a:pt x="420" y="250"/>
                  <a:pt x="425" y="250"/>
                  <a:pt x="430" y="251"/>
                </a:cubicBezTo>
                <a:cubicBezTo>
                  <a:pt x="431" y="250"/>
                  <a:pt x="434" y="250"/>
                  <a:pt x="435" y="250"/>
                </a:cubicBezTo>
                <a:cubicBezTo>
                  <a:pt x="435" y="251"/>
                  <a:pt x="436" y="251"/>
                  <a:pt x="436" y="252"/>
                </a:cubicBezTo>
                <a:cubicBezTo>
                  <a:pt x="437" y="252"/>
                  <a:pt x="438" y="252"/>
                  <a:pt x="439" y="253"/>
                </a:cubicBezTo>
                <a:cubicBezTo>
                  <a:pt x="440" y="251"/>
                  <a:pt x="441" y="250"/>
                  <a:pt x="442" y="247"/>
                </a:cubicBezTo>
                <a:cubicBezTo>
                  <a:pt x="441" y="247"/>
                  <a:pt x="440" y="246"/>
                  <a:pt x="439" y="245"/>
                </a:cubicBezTo>
                <a:cubicBezTo>
                  <a:pt x="438" y="245"/>
                  <a:pt x="437" y="245"/>
                  <a:pt x="437" y="245"/>
                </a:cubicBezTo>
                <a:cubicBezTo>
                  <a:pt x="437" y="246"/>
                  <a:pt x="437" y="247"/>
                  <a:pt x="437" y="248"/>
                </a:cubicBezTo>
                <a:cubicBezTo>
                  <a:pt x="434" y="248"/>
                  <a:pt x="432" y="247"/>
                  <a:pt x="432" y="244"/>
                </a:cubicBezTo>
                <a:cubicBezTo>
                  <a:pt x="432" y="244"/>
                  <a:pt x="431" y="244"/>
                  <a:pt x="431" y="244"/>
                </a:cubicBezTo>
                <a:close/>
                <a:moveTo>
                  <a:pt x="354" y="248"/>
                </a:moveTo>
                <a:cubicBezTo>
                  <a:pt x="355" y="248"/>
                  <a:pt x="355" y="248"/>
                  <a:pt x="355" y="248"/>
                </a:cubicBezTo>
                <a:cubicBezTo>
                  <a:pt x="355" y="247"/>
                  <a:pt x="355" y="247"/>
                  <a:pt x="354" y="247"/>
                </a:cubicBezTo>
                <a:cubicBezTo>
                  <a:pt x="354" y="247"/>
                  <a:pt x="354" y="247"/>
                  <a:pt x="354" y="248"/>
                </a:cubicBezTo>
                <a:close/>
                <a:moveTo>
                  <a:pt x="450" y="249"/>
                </a:moveTo>
                <a:cubicBezTo>
                  <a:pt x="448" y="250"/>
                  <a:pt x="448" y="248"/>
                  <a:pt x="445" y="248"/>
                </a:cubicBezTo>
                <a:cubicBezTo>
                  <a:pt x="445" y="251"/>
                  <a:pt x="445" y="252"/>
                  <a:pt x="444" y="253"/>
                </a:cubicBezTo>
                <a:cubicBezTo>
                  <a:pt x="446" y="254"/>
                  <a:pt x="448" y="254"/>
                  <a:pt x="450" y="254"/>
                </a:cubicBezTo>
                <a:cubicBezTo>
                  <a:pt x="450" y="254"/>
                  <a:pt x="449" y="253"/>
                  <a:pt x="450" y="252"/>
                </a:cubicBezTo>
                <a:cubicBezTo>
                  <a:pt x="451" y="250"/>
                  <a:pt x="454" y="250"/>
                  <a:pt x="456" y="248"/>
                </a:cubicBezTo>
                <a:cubicBezTo>
                  <a:pt x="454" y="248"/>
                  <a:pt x="452" y="247"/>
                  <a:pt x="450" y="247"/>
                </a:cubicBezTo>
                <a:cubicBezTo>
                  <a:pt x="450" y="248"/>
                  <a:pt x="450" y="248"/>
                  <a:pt x="450" y="249"/>
                </a:cubicBezTo>
                <a:close/>
                <a:moveTo>
                  <a:pt x="394" y="266"/>
                </a:moveTo>
                <a:cubicBezTo>
                  <a:pt x="350" y="265"/>
                  <a:pt x="306" y="271"/>
                  <a:pt x="264" y="285"/>
                </a:cubicBezTo>
                <a:cubicBezTo>
                  <a:pt x="265" y="287"/>
                  <a:pt x="265" y="289"/>
                  <a:pt x="265" y="291"/>
                </a:cubicBezTo>
                <a:cubicBezTo>
                  <a:pt x="263" y="294"/>
                  <a:pt x="261" y="291"/>
                  <a:pt x="259" y="293"/>
                </a:cubicBezTo>
                <a:cubicBezTo>
                  <a:pt x="259" y="293"/>
                  <a:pt x="259" y="294"/>
                  <a:pt x="259" y="294"/>
                </a:cubicBezTo>
                <a:cubicBezTo>
                  <a:pt x="269" y="290"/>
                  <a:pt x="279" y="287"/>
                  <a:pt x="289" y="285"/>
                </a:cubicBezTo>
                <a:cubicBezTo>
                  <a:pt x="289" y="284"/>
                  <a:pt x="289" y="282"/>
                  <a:pt x="289" y="280"/>
                </a:cubicBezTo>
                <a:cubicBezTo>
                  <a:pt x="292" y="281"/>
                  <a:pt x="296" y="280"/>
                  <a:pt x="298" y="282"/>
                </a:cubicBezTo>
                <a:cubicBezTo>
                  <a:pt x="298" y="282"/>
                  <a:pt x="298" y="282"/>
                  <a:pt x="298" y="283"/>
                </a:cubicBezTo>
                <a:cubicBezTo>
                  <a:pt x="304" y="281"/>
                  <a:pt x="310" y="280"/>
                  <a:pt x="316" y="279"/>
                </a:cubicBezTo>
                <a:cubicBezTo>
                  <a:pt x="316" y="279"/>
                  <a:pt x="316" y="278"/>
                  <a:pt x="316" y="278"/>
                </a:cubicBezTo>
                <a:cubicBezTo>
                  <a:pt x="318" y="276"/>
                  <a:pt x="320" y="277"/>
                  <a:pt x="321" y="278"/>
                </a:cubicBezTo>
                <a:cubicBezTo>
                  <a:pt x="322" y="278"/>
                  <a:pt x="322" y="278"/>
                  <a:pt x="323" y="278"/>
                </a:cubicBezTo>
                <a:cubicBezTo>
                  <a:pt x="323" y="278"/>
                  <a:pt x="322" y="278"/>
                  <a:pt x="322" y="278"/>
                </a:cubicBezTo>
                <a:cubicBezTo>
                  <a:pt x="322" y="277"/>
                  <a:pt x="323" y="277"/>
                  <a:pt x="323" y="277"/>
                </a:cubicBezTo>
                <a:cubicBezTo>
                  <a:pt x="330" y="276"/>
                  <a:pt x="330" y="276"/>
                  <a:pt x="330" y="276"/>
                </a:cubicBezTo>
                <a:cubicBezTo>
                  <a:pt x="330" y="277"/>
                  <a:pt x="330" y="277"/>
                  <a:pt x="330" y="277"/>
                </a:cubicBezTo>
                <a:cubicBezTo>
                  <a:pt x="346" y="274"/>
                  <a:pt x="363" y="273"/>
                  <a:pt x="380" y="272"/>
                </a:cubicBezTo>
                <a:cubicBezTo>
                  <a:pt x="404" y="272"/>
                  <a:pt x="428" y="272"/>
                  <a:pt x="452" y="275"/>
                </a:cubicBezTo>
                <a:cubicBezTo>
                  <a:pt x="487" y="275"/>
                  <a:pt x="487" y="275"/>
                  <a:pt x="487" y="275"/>
                </a:cubicBezTo>
                <a:cubicBezTo>
                  <a:pt x="457" y="268"/>
                  <a:pt x="425" y="266"/>
                  <a:pt x="394" y="266"/>
                </a:cubicBezTo>
                <a:close/>
                <a:moveTo>
                  <a:pt x="194" y="317"/>
                </a:moveTo>
                <a:cubicBezTo>
                  <a:pt x="193" y="318"/>
                  <a:pt x="191" y="319"/>
                  <a:pt x="190" y="320"/>
                </a:cubicBezTo>
                <a:cubicBezTo>
                  <a:pt x="192" y="321"/>
                  <a:pt x="195" y="322"/>
                  <a:pt x="195" y="324"/>
                </a:cubicBezTo>
                <a:cubicBezTo>
                  <a:pt x="196" y="324"/>
                  <a:pt x="198" y="323"/>
                  <a:pt x="199" y="322"/>
                </a:cubicBezTo>
                <a:cubicBezTo>
                  <a:pt x="217" y="311"/>
                  <a:pt x="235" y="302"/>
                  <a:pt x="255" y="295"/>
                </a:cubicBezTo>
                <a:cubicBezTo>
                  <a:pt x="236" y="296"/>
                  <a:pt x="236" y="296"/>
                  <a:pt x="236" y="296"/>
                </a:cubicBezTo>
                <a:cubicBezTo>
                  <a:pt x="227" y="300"/>
                  <a:pt x="218" y="304"/>
                  <a:pt x="209" y="309"/>
                </a:cubicBezTo>
                <a:cubicBezTo>
                  <a:pt x="206" y="310"/>
                  <a:pt x="203" y="312"/>
                  <a:pt x="201" y="313"/>
                </a:cubicBezTo>
                <a:cubicBezTo>
                  <a:pt x="202" y="313"/>
                  <a:pt x="202" y="313"/>
                  <a:pt x="202" y="313"/>
                </a:cubicBezTo>
                <a:cubicBezTo>
                  <a:pt x="203" y="318"/>
                  <a:pt x="199" y="320"/>
                  <a:pt x="195" y="321"/>
                </a:cubicBezTo>
                <a:cubicBezTo>
                  <a:pt x="196" y="320"/>
                  <a:pt x="195" y="318"/>
                  <a:pt x="194" y="317"/>
                </a:cubicBezTo>
                <a:close/>
                <a:moveTo>
                  <a:pt x="112" y="350"/>
                </a:moveTo>
                <a:cubicBezTo>
                  <a:pt x="112" y="350"/>
                  <a:pt x="112" y="350"/>
                  <a:pt x="113" y="350"/>
                </a:cubicBezTo>
                <a:cubicBezTo>
                  <a:pt x="120" y="344"/>
                  <a:pt x="128" y="338"/>
                  <a:pt x="136" y="332"/>
                </a:cubicBezTo>
                <a:cubicBezTo>
                  <a:pt x="135" y="332"/>
                  <a:pt x="135" y="332"/>
                  <a:pt x="135" y="332"/>
                </a:cubicBezTo>
                <a:cubicBezTo>
                  <a:pt x="134" y="330"/>
                  <a:pt x="135" y="328"/>
                  <a:pt x="135" y="325"/>
                </a:cubicBezTo>
                <a:cubicBezTo>
                  <a:pt x="131" y="326"/>
                  <a:pt x="132" y="330"/>
                  <a:pt x="131" y="332"/>
                </a:cubicBezTo>
                <a:cubicBezTo>
                  <a:pt x="124" y="332"/>
                  <a:pt x="124" y="332"/>
                  <a:pt x="124" y="332"/>
                </a:cubicBezTo>
                <a:cubicBezTo>
                  <a:pt x="117" y="338"/>
                  <a:pt x="109" y="344"/>
                  <a:pt x="102" y="350"/>
                </a:cubicBezTo>
                <a:lnTo>
                  <a:pt x="112" y="350"/>
                </a:lnTo>
                <a:close/>
                <a:moveTo>
                  <a:pt x="181" y="325"/>
                </a:moveTo>
                <a:cubicBezTo>
                  <a:pt x="183" y="327"/>
                  <a:pt x="184" y="328"/>
                  <a:pt x="186" y="330"/>
                </a:cubicBezTo>
                <a:cubicBezTo>
                  <a:pt x="187" y="329"/>
                  <a:pt x="188" y="329"/>
                  <a:pt x="189" y="328"/>
                </a:cubicBezTo>
                <a:cubicBezTo>
                  <a:pt x="188" y="328"/>
                  <a:pt x="188" y="328"/>
                  <a:pt x="187" y="328"/>
                </a:cubicBezTo>
                <a:cubicBezTo>
                  <a:pt x="187" y="326"/>
                  <a:pt x="186" y="324"/>
                  <a:pt x="186" y="322"/>
                </a:cubicBezTo>
                <a:cubicBezTo>
                  <a:pt x="184" y="323"/>
                  <a:pt x="183" y="324"/>
                  <a:pt x="181" y="325"/>
                </a:cubicBezTo>
                <a:close/>
                <a:moveTo>
                  <a:pt x="611" y="286"/>
                </a:moveTo>
                <a:cubicBezTo>
                  <a:pt x="611" y="287"/>
                  <a:pt x="611" y="288"/>
                  <a:pt x="611" y="289"/>
                </a:cubicBezTo>
                <a:cubicBezTo>
                  <a:pt x="611" y="289"/>
                  <a:pt x="612" y="289"/>
                  <a:pt x="612" y="289"/>
                </a:cubicBezTo>
                <a:cubicBezTo>
                  <a:pt x="612" y="288"/>
                  <a:pt x="612" y="287"/>
                  <a:pt x="611" y="286"/>
                </a:cubicBezTo>
                <a:close/>
                <a:moveTo>
                  <a:pt x="1147" y="1033"/>
                </a:moveTo>
                <a:cubicBezTo>
                  <a:pt x="1146" y="1032"/>
                  <a:pt x="1144" y="1031"/>
                  <a:pt x="1142" y="1033"/>
                </a:cubicBezTo>
                <a:cubicBezTo>
                  <a:pt x="1142" y="1033"/>
                  <a:pt x="1142" y="1033"/>
                  <a:pt x="1142" y="1033"/>
                </a:cubicBezTo>
                <a:cubicBezTo>
                  <a:pt x="1142" y="1034"/>
                  <a:pt x="1142" y="1034"/>
                  <a:pt x="1142" y="1034"/>
                </a:cubicBezTo>
                <a:cubicBezTo>
                  <a:pt x="1142" y="1034"/>
                  <a:pt x="1141" y="1034"/>
                  <a:pt x="1141" y="1034"/>
                </a:cubicBezTo>
                <a:cubicBezTo>
                  <a:pt x="1142" y="1034"/>
                  <a:pt x="1142" y="1034"/>
                  <a:pt x="1143" y="1035"/>
                </a:cubicBezTo>
                <a:cubicBezTo>
                  <a:pt x="1143" y="1035"/>
                  <a:pt x="1143" y="1036"/>
                  <a:pt x="1143" y="1036"/>
                </a:cubicBezTo>
                <a:cubicBezTo>
                  <a:pt x="1139" y="1036"/>
                  <a:pt x="1139" y="1036"/>
                  <a:pt x="1139" y="1036"/>
                </a:cubicBezTo>
                <a:cubicBezTo>
                  <a:pt x="1134" y="1042"/>
                  <a:pt x="1129" y="1048"/>
                  <a:pt x="1123" y="1054"/>
                </a:cubicBezTo>
                <a:cubicBezTo>
                  <a:pt x="1132" y="1054"/>
                  <a:pt x="1132" y="1054"/>
                  <a:pt x="1132" y="1054"/>
                </a:cubicBezTo>
                <a:cubicBezTo>
                  <a:pt x="1132" y="1054"/>
                  <a:pt x="1132" y="1054"/>
                  <a:pt x="1132" y="1054"/>
                </a:cubicBezTo>
                <a:cubicBezTo>
                  <a:pt x="1137" y="1048"/>
                  <a:pt x="1143" y="1043"/>
                  <a:pt x="1148" y="1037"/>
                </a:cubicBezTo>
                <a:cubicBezTo>
                  <a:pt x="1148" y="1037"/>
                  <a:pt x="1148" y="1037"/>
                  <a:pt x="1148" y="1036"/>
                </a:cubicBezTo>
                <a:cubicBezTo>
                  <a:pt x="1145" y="1036"/>
                  <a:pt x="1145" y="1036"/>
                  <a:pt x="1145" y="1036"/>
                </a:cubicBezTo>
                <a:cubicBezTo>
                  <a:pt x="1145" y="1035"/>
                  <a:pt x="1146" y="1034"/>
                  <a:pt x="1147" y="1033"/>
                </a:cubicBezTo>
                <a:close/>
                <a:moveTo>
                  <a:pt x="793" y="240"/>
                </a:moveTo>
                <a:cubicBezTo>
                  <a:pt x="793" y="240"/>
                  <a:pt x="792" y="240"/>
                  <a:pt x="791" y="240"/>
                </a:cubicBezTo>
                <a:cubicBezTo>
                  <a:pt x="792" y="241"/>
                  <a:pt x="792" y="243"/>
                  <a:pt x="791" y="245"/>
                </a:cubicBezTo>
                <a:cubicBezTo>
                  <a:pt x="794" y="244"/>
                  <a:pt x="793" y="242"/>
                  <a:pt x="793" y="240"/>
                </a:cubicBezTo>
                <a:close/>
                <a:moveTo>
                  <a:pt x="1032" y="1132"/>
                </a:moveTo>
                <a:cubicBezTo>
                  <a:pt x="1032" y="1132"/>
                  <a:pt x="1032" y="1132"/>
                  <a:pt x="1031" y="1132"/>
                </a:cubicBezTo>
                <a:cubicBezTo>
                  <a:pt x="1032" y="1132"/>
                  <a:pt x="1033" y="1132"/>
                  <a:pt x="1034" y="1132"/>
                </a:cubicBezTo>
                <a:cubicBezTo>
                  <a:pt x="1035" y="1131"/>
                  <a:pt x="1035" y="1129"/>
                  <a:pt x="1036" y="1128"/>
                </a:cubicBezTo>
                <a:cubicBezTo>
                  <a:pt x="1036" y="1128"/>
                  <a:pt x="1035" y="1128"/>
                  <a:pt x="1035" y="1128"/>
                </a:cubicBezTo>
                <a:cubicBezTo>
                  <a:pt x="1035" y="1129"/>
                  <a:pt x="1034" y="1131"/>
                  <a:pt x="1032" y="1132"/>
                </a:cubicBezTo>
                <a:close/>
                <a:moveTo>
                  <a:pt x="1030" y="1131"/>
                </a:moveTo>
                <a:cubicBezTo>
                  <a:pt x="1030" y="1131"/>
                  <a:pt x="1030" y="1131"/>
                  <a:pt x="1030" y="1131"/>
                </a:cubicBezTo>
                <a:cubicBezTo>
                  <a:pt x="1030" y="1131"/>
                  <a:pt x="1030" y="1131"/>
                  <a:pt x="1030" y="1131"/>
                </a:cubicBezTo>
                <a:cubicBezTo>
                  <a:pt x="1030" y="1131"/>
                  <a:pt x="1030" y="1131"/>
                  <a:pt x="1030" y="1131"/>
                </a:cubicBezTo>
                <a:close/>
                <a:moveTo>
                  <a:pt x="820" y="284"/>
                </a:moveTo>
                <a:cubicBezTo>
                  <a:pt x="820" y="284"/>
                  <a:pt x="819" y="284"/>
                  <a:pt x="819" y="284"/>
                </a:cubicBezTo>
                <a:cubicBezTo>
                  <a:pt x="819" y="285"/>
                  <a:pt x="820" y="285"/>
                  <a:pt x="821" y="286"/>
                </a:cubicBezTo>
                <a:cubicBezTo>
                  <a:pt x="821" y="285"/>
                  <a:pt x="821" y="284"/>
                  <a:pt x="820" y="284"/>
                </a:cubicBezTo>
                <a:close/>
                <a:moveTo>
                  <a:pt x="785" y="241"/>
                </a:moveTo>
                <a:cubicBezTo>
                  <a:pt x="784" y="241"/>
                  <a:pt x="783" y="241"/>
                  <a:pt x="783" y="241"/>
                </a:cubicBezTo>
                <a:cubicBezTo>
                  <a:pt x="783" y="243"/>
                  <a:pt x="783" y="245"/>
                  <a:pt x="784" y="247"/>
                </a:cubicBezTo>
                <a:cubicBezTo>
                  <a:pt x="784" y="247"/>
                  <a:pt x="785" y="247"/>
                  <a:pt x="785" y="247"/>
                </a:cubicBezTo>
                <a:cubicBezTo>
                  <a:pt x="786" y="245"/>
                  <a:pt x="786" y="243"/>
                  <a:pt x="785" y="241"/>
                </a:cubicBezTo>
                <a:close/>
                <a:moveTo>
                  <a:pt x="770" y="248"/>
                </a:moveTo>
                <a:cubicBezTo>
                  <a:pt x="771" y="248"/>
                  <a:pt x="773" y="248"/>
                  <a:pt x="775" y="248"/>
                </a:cubicBezTo>
                <a:cubicBezTo>
                  <a:pt x="775" y="247"/>
                  <a:pt x="775" y="246"/>
                  <a:pt x="775" y="245"/>
                </a:cubicBezTo>
                <a:cubicBezTo>
                  <a:pt x="772" y="245"/>
                  <a:pt x="770" y="246"/>
                  <a:pt x="770" y="248"/>
                </a:cubicBezTo>
                <a:close/>
                <a:moveTo>
                  <a:pt x="175" y="394"/>
                </a:moveTo>
                <a:cubicBezTo>
                  <a:pt x="176" y="394"/>
                  <a:pt x="177" y="394"/>
                  <a:pt x="178" y="395"/>
                </a:cubicBezTo>
                <a:cubicBezTo>
                  <a:pt x="177" y="394"/>
                  <a:pt x="177" y="394"/>
                  <a:pt x="177" y="393"/>
                </a:cubicBezTo>
                <a:cubicBezTo>
                  <a:pt x="176" y="394"/>
                  <a:pt x="176" y="394"/>
                  <a:pt x="175" y="394"/>
                </a:cubicBezTo>
                <a:close/>
                <a:moveTo>
                  <a:pt x="52" y="404"/>
                </a:moveTo>
                <a:cubicBezTo>
                  <a:pt x="50" y="404"/>
                  <a:pt x="50" y="404"/>
                  <a:pt x="50" y="404"/>
                </a:cubicBezTo>
                <a:cubicBezTo>
                  <a:pt x="50" y="403"/>
                  <a:pt x="50" y="402"/>
                  <a:pt x="50" y="401"/>
                </a:cubicBezTo>
                <a:cubicBezTo>
                  <a:pt x="47" y="401"/>
                  <a:pt x="45" y="403"/>
                  <a:pt x="43" y="404"/>
                </a:cubicBezTo>
                <a:cubicBezTo>
                  <a:pt x="42" y="404"/>
                  <a:pt x="42" y="404"/>
                  <a:pt x="42" y="404"/>
                </a:cubicBezTo>
                <a:cubicBezTo>
                  <a:pt x="37" y="410"/>
                  <a:pt x="31" y="416"/>
                  <a:pt x="25" y="422"/>
                </a:cubicBezTo>
                <a:cubicBezTo>
                  <a:pt x="35" y="422"/>
                  <a:pt x="35" y="422"/>
                  <a:pt x="35" y="422"/>
                </a:cubicBezTo>
                <a:cubicBezTo>
                  <a:pt x="40" y="416"/>
                  <a:pt x="46" y="410"/>
                  <a:pt x="52" y="404"/>
                </a:cubicBezTo>
                <a:close/>
                <a:moveTo>
                  <a:pt x="141" y="1076"/>
                </a:moveTo>
                <a:cubicBezTo>
                  <a:pt x="141" y="1076"/>
                  <a:pt x="141" y="1076"/>
                  <a:pt x="141" y="1076"/>
                </a:cubicBezTo>
                <a:cubicBezTo>
                  <a:pt x="141" y="1076"/>
                  <a:pt x="141" y="1076"/>
                  <a:pt x="141" y="1076"/>
                </a:cubicBezTo>
                <a:cubicBezTo>
                  <a:pt x="141" y="1076"/>
                  <a:pt x="141" y="1076"/>
                  <a:pt x="141" y="1076"/>
                </a:cubicBezTo>
                <a:close/>
                <a:moveTo>
                  <a:pt x="53" y="398"/>
                </a:moveTo>
                <a:cubicBezTo>
                  <a:pt x="53" y="397"/>
                  <a:pt x="51" y="397"/>
                  <a:pt x="50" y="397"/>
                </a:cubicBezTo>
                <a:cubicBezTo>
                  <a:pt x="49" y="397"/>
                  <a:pt x="49" y="398"/>
                  <a:pt x="48" y="398"/>
                </a:cubicBezTo>
                <a:cubicBezTo>
                  <a:pt x="49" y="399"/>
                  <a:pt x="50" y="399"/>
                  <a:pt x="51" y="399"/>
                </a:cubicBezTo>
                <a:cubicBezTo>
                  <a:pt x="52" y="399"/>
                  <a:pt x="52" y="398"/>
                  <a:pt x="53" y="398"/>
                </a:cubicBezTo>
                <a:close/>
                <a:moveTo>
                  <a:pt x="8" y="409"/>
                </a:moveTo>
                <a:cubicBezTo>
                  <a:pt x="10" y="408"/>
                  <a:pt x="12" y="406"/>
                  <a:pt x="13" y="404"/>
                </a:cubicBezTo>
                <a:cubicBezTo>
                  <a:pt x="4" y="405"/>
                  <a:pt x="4" y="405"/>
                  <a:pt x="4" y="405"/>
                </a:cubicBezTo>
                <a:cubicBezTo>
                  <a:pt x="4" y="405"/>
                  <a:pt x="3" y="405"/>
                  <a:pt x="3" y="405"/>
                </a:cubicBezTo>
                <a:cubicBezTo>
                  <a:pt x="0" y="408"/>
                  <a:pt x="5" y="413"/>
                  <a:pt x="8" y="409"/>
                </a:cubicBezTo>
                <a:close/>
                <a:moveTo>
                  <a:pt x="541" y="1135"/>
                </a:moveTo>
                <a:cubicBezTo>
                  <a:pt x="532" y="1128"/>
                  <a:pt x="523" y="1121"/>
                  <a:pt x="514" y="1113"/>
                </a:cubicBezTo>
                <a:cubicBezTo>
                  <a:pt x="502" y="1113"/>
                  <a:pt x="502" y="1113"/>
                  <a:pt x="502" y="1113"/>
                </a:cubicBezTo>
                <a:cubicBezTo>
                  <a:pt x="511" y="1120"/>
                  <a:pt x="520" y="1127"/>
                  <a:pt x="529" y="1134"/>
                </a:cubicBezTo>
                <a:cubicBezTo>
                  <a:pt x="529" y="1133"/>
                  <a:pt x="530" y="1132"/>
                  <a:pt x="531" y="1131"/>
                </a:cubicBezTo>
                <a:cubicBezTo>
                  <a:pt x="536" y="1131"/>
                  <a:pt x="540" y="1133"/>
                  <a:pt x="540" y="1137"/>
                </a:cubicBezTo>
                <a:cubicBezTo>
                  <a:pt x="541" y="1136"/>
                  <a:pt x="541" y="1136"/>
                  <a:pt x="541" y="1135"/>
                </a:cubicBezTo>
                <a:close/>
                <a:moveTo>
                  <a:pt x="98" y="389"/>
                </a:moveTo>
                <a:cubicBezTo>
                  <a:pt x="98" y="389"/>
                  <a:pt x="98" y="388"/>
                  <a:pt x="98" y="388"/>
                </a:cubicBezTo>
                <a:cubicBezTo>
                  <a:pt x="98" y="388"/>
                  <a:pt x="97" y="389"/>
                  <a:pt x="97" y="389"/>
                </a:cubicBezTo>
                <a:cubicBezTo>
                  <a:pt x="97" y="389"/>
                  <a:pt x="98" y="389"/>
                  <a:pt x="98" y="389"/>
                </a:cubicBezTo>
                <a:close/>
                <a:moveTo>
                  <a:pt x="437" y="315"/>
                </a:moveTo>
                <a:cubicBezTo>
                  <a:pt x="436" y="317"/>
                  <a:pt x="435" y="318"/>
                  <a:pt x="433" y="318"/>
                </a:cubicBezTo>
                <a:cubicBezTo>
                  <a:pt x="432" y="321"/>
                  <a:pt x="433" y="322"/>
                  <a:pt x="434" y="323"/>
                </a:cubicBezTo>
                <a:cubicBezTo>
                  <a:pt x="435" y="323"/>
                  <a:pt x="437" y="323"/>
                  <a:pt x="438" y="323"/>
                </a:cubicBezTo>
                <a:cubicBezTo>
                  <a:pt x="438" y="323"/>
                  <a:pt x="438" y="323"/>
                  <a:pt x="437" y="323"/>
                </a:cubicBezTo>
                <a:cubicBezTo>
                  <a:pt x="436" y="318"/>
                  <a:pt x="441" y="319"/>
                  <a:pt x="443" y="317"/>
                </a:cubicBezTo>
                <a:cubicBezTo>
                  <a:pt x="440" y="318"/>
                  <a:pt x="439" y="317"/>
                  <a:pt x="438" y="315"/>
                </a:cubicBezTo>
                <a:cubicBezTo>
                  <a:pt x="438" y="315"/>
                  <a:pt x="437" y="315"/>
                  <a:pt x="437" y="315"/>
                </a:cubicBezTo>
                <a:close/>
                <a:moveTo>
                  <a:pt x="143" y="385"/>
                </a:moveTo>
                <a:cubicBezTo>
                  <a:pt x="144" y="386"/>
                  <a:pt x="146" y="387"/>
                  <a:pt x="149" y="387"/>
                </a:cubicBezTo>
                <a:cubicBezTo>
                  <a:pt x="149" y="386"/>
                  <a:pt x="149" y="386"/>
                  <a:pt x="150" y="386"/>
                </a:cubicBezTo>
                <a:cubicBezTo>
                  <a:pt x="149" y="386"/>
                  <a:pt x="149" y="385"/>
                  <a:pt x="148" y="385"/>
                </a:cubicBezTo>
                <a:cubicBezTo>
                  <a:pt x="151" y="385"/>
                  <a:pt x="151" y="385"/>
                  <a:pt x="151" y="385"/>
                </a:cubicBezTo>
                <a:cubicBezTo>
                  <a:pt x="158" y="379"/>
                  <a:pt x="166" y="373"/>
                  <a:pt x="174" y="367"/>
                </a:cubicBezTo>
                <a:cubicBezTo>
                  <a:pt x="163" y="368"/>
                  <a:pt x="163" y="368"/>
                  <a:pt x="163" y="368"/>
                </a:cubicBezTo>
                <a:cubicBezTo>
                  <a:pt x="163" y="367"/>
                  <a:pt x="163" y="367"/>
                  <a:pt x="163" y="367"/>
                </a:cubicBezTo>
                <a:cubicBezTo>
                  <a:pt x="155" y="373"/>
                  <a:pt x="147" y="379"/>
                  <a:pt x="140" y="385"/>
                </a:cubicBezTo>
                <a:lnTo>
                  <a:pt x="143" y="385"/>
                </a:lnTo>
                <a:close/>
                <a:moveTo>
                  <a:pt x="315" y="779"/>
                </a:moveTo>
                <a:cubicBezTo>
                  <a:pt x="315" y="779"/>
                  <a:pt x="315" y="779"/>
                  <a:pt x="315" y="779"/>
                </a:cubicBezTo>
                <a:cubicBezTo>
                  <a:pt x="315" y="779"/>
                  <a:pt x="315" y="779"/>
                  <a:pt x="315" y="779"/>
                </a:cubicBezTo>
                <a:cubicBezTo>
                  <a:pt x="315" y="779"/>
                  <a:pt x="315" y="779"/>
                  <a:pt x="315" y="779"/>
                </a:cubicBezTo>
                <a:close/>
                <a:moveTo>
                  <a:pt x="518" y="1166"/>
                </a:moveTo>
                <a:cubicBezTo>
                  <a:pt x="518" y="1167"/>
                  <a:pt x="518" y="1167"/>
                  <a:pt x="518" y="1167"/>
                </a:cubicBezTo>
                <a:cubicBezTo>
                  <a:pt x="519" y="1168"/>
                  <a:pt x="521" y="1169"/>
                  <a:pt x="523" y="1171"/>
                </a:cubicBezTo>
                <a:cubicBezTo>
                  <a:pt x="524" y="1170"/>
                  <a:pt x="526" y="1169"/>
                  <a:pt x="527" y="1169"/>
                </a:cubicBezTo>
                <a:cubicBezTo>
                  <a:pt x="528" y="1168"/>
                  <a:pt x="528" y="1167"/>
                  <a:pt x="528" y="1166"/>
                </a:cubicBezTo>
                <a:cubicBezTo>
                  <a:pt x="528" y="1166"/>
                  <a:pt x="528" y="1166"/>
                  <a:pt x="528" y="1166"/>
                </a:cubicBezTo>
                <a:cubicBezTo>
                  <a:pt x="524" y="1164"/>
                  <a:pt x="521" y="1161"/>
                  <a:pt x="517" y="1159"/>
                </a:cubicBezTo>
                <a:cubicBezTo>
                  <a:pt x="511" y="1155"/>
                  <a:pt x="505" y="1150"/>
                  <a:pt x="499" y="1146"/>
                </a:cubicBezTo>
                <a:cubicBezTo>
                  <a:pt x="498" y="1147"/>
                  <a:pt x="498" y="1148"/>
                  <a:pt x="498" y="1149"/>
                </a:cubicBezTo>
                <a:cubicBezTo>
                  <a:pt x="492" y="1149"/>
                  <a:pt x="492" y="1149"/>
                  <a:pt x="492" y="1149"/>
                </a:cubicBezTo>
                <a:cubicBezTo>
                  <a:pt x="500" y="1155"/>
                  <a:pt x="508" y="1161"/>
                  <a:pt x="516" y="1166"/>
                </a:cubicBezTo>
                <a:lnTo>
                  <a:pt x="518" y="1166"/>
                </a:lnTo>
                <a:close/>
                <a:moveTo>
                  <a:pt x="444" y="322"/>
                </a:moveTo>
                <a:cubicBezTo>
                  <a:pt x="446" y="322"/>
                  <a:pt x="447" y="322"/>
                  <a:pt x="449" y="322"/>
                </a:cubicBezTo>
                <a:cubicBezTo>
                  <a:pt x="449" y="321"/>
                  <a:pt x="449" y="321"/>
                  <a:pt x="449" y="321"/>
                </a:cubicBezTo>
                <a:cubicBezTo>
                  <a:pt x="449" y="321"/>
                  <a:pt x="449" y="321"/>
                  <a:pt x="449" y="322"/>
                </a:cubicBezTo>
                <a:cubicBezTo>
                  <a:pt x="452" y="321"/>
                  <a:pt x="456" y="321"/>
                  <a:pt x="459" y="321"/>
                </a:cubicBezTo>
                <a:cubicBezTo>
                  <a:pt x="457" y="319"/>
                  <a:pt x="456" y="318"/>
                  <a:pt x="454" y="317"/>
                </a:cubicBezTo>
                <a:cubicBezTo>
                  <a:pt x="453" y="315"/>
                  <a:pt x="454" y="314"/>
                  <a:pt x="455" y="313"/>
                </a:cubicBezTo>
                <a:cubicBezTo>
                  <a:pt x="452" y="313"/>
                  <a:pt x="450" y="313"/>
                  <a:pt x="448" y="314"/>
                </a:cubicBezTo>
                <a:cubicBezTo>
                  <a:pt x="450" y="315"/>
                  <a:pt x="451" y="317"/>
                  <a:pt x="451" y="319"/>
                </a:cubicBezTo>
                <a:cubicBezTo>
                  <a:pt x="448" y="320"/>
                  <a:pt x="447" y="321"/>
                  <a:pt x="444" y="322"/>
                </a:cubicBezTo>
                <a:close/>
                <a:moveTo>
                  <a:pt x="427" y="1108"/>
                </a:moveTo>
                <a:cubicBezTo>
                  <a:pt x="418" y="1099"/>
                  <a:pt x="410" y="1089"/>
                  <a:pt x="403" y="1079"/>
                </a:cubicBezTo>
                <a:cubicBezTo>
                  <a:pt x="395" y="1079"/>
                  <a:pt x="395" y="1079"/>
                  <a:pt x="395" y="1079"/>
                </a:cubicBezTo>
                <a:cubicBezTo>
                  <a:pt x="399" y="1085"/>
                  <a:pt x="404" y="1091"/>
                  <a:pt x="409" y="1097"/>
                </a:cubicBezTo>
                <a:cubicBezTo>
                  <a:pt x="411" y="1096"/>
                  <a:pt x="413" y="1096"/>
                  <a:pt x="416" y="1097"/>
                </a:cubicBezTo>
                <a:cubicBezTo>
                  <a:pt x="416" y="1099"/>
                  <a:pt x="417" y="1101"/>
                  <a:pt x="419" y="1101"/>
                </a:cubicBezTo>
                <a:cubicBezTo>
                  <a:pt x="418" y="1103"/>
                  <a:pt x="417" y="1104"/>
                  <a:pt x="414" y="1104"/>
                </a:cubicBezTo>
                <a:cubicBezTo>
                  <a:pt x="417" y="1107"/>
                  <a:pt x="419" y="1109"/>
                  <a:pt x="422" y="1112"/>
                </a:cubicBezTo>
                <a:cubicBezTo>
                  <a:pt x="422" y="1111"/>
                  <a:pt x="422" y="1110"/>
                  <a:pt x="423" y="1109"/>
                </a:cubicBezTo>
                <a:cubicBezTo>
                  <a:pt x="424" y="1109"/>
                  <a:pt x="426" y="1109"/>
                  <a:pt x="427" y="1108"/>
                </a:cubicBezTo>
                <a:close/>
                <a:moveTo>
                  <a:pt x="537" y="1140"/>
                </a:moveTo>
                <a:cubicBezTo>
                  <a:pt x="537" y="1140"/>
                  <a:pt x="538" y="1140"/>
                  <a:pt x="538" y="1140"/>
                </a:cubicBezTo>
                <a:cubicBezTo>
                  <a:pt x="539" y="1140"/>
                  <a:pt x="540" y="1140"/>
                  <a:pt x="540" y="1139"/>
                </a:cubicBezTo>
                <a:cubicBezTo>
                  <a:pt x="539" y="1139"/>
                  <a:pt x="538" y="1140"/>
                  <a:pt x="537" y="1139"/>
                </a:cubicBezTo>
                <a:cubicBezTo>
                  <a:pt x="537" y="1140"/>
                  <a:pt x="537" y="1140"/>
                  <a:pt x="537" y="1140"/>
                </a:cubicBezTo>
                <a:close/>
                <a:moveTo>
                  <a:pt x="344" y="655"/>
                </a:moveTo>
                <a:cubicBezTo>
                  <a:pt x="345" y="654"/>
                  <a:pt x="346" y="652"/>
                  <a:pt x="347" y="651"/>
                </a:cubicBezTo>
                <a:cubicBezTo>
                  <a:pt x="339" y="651"/>
                  <a:pt x="339" y="651"/>
                  <a:pt x="339" y="651"/>
                </a:cubicBezTo>
                <a:cubicBezTo>
                  <a:pt x="335" y="657"/>
                  <a:pt x="331" y="663"/>
                  <a:pt x="327" y="669"/>
                </a:cubicBezTo>
                <a:cubicBezTo>
                  <a:pt x="335" y="669"/>
                  <a:pt x="335" y="669"/>
                  <a:pt x="335" y="669"/>
                </a:cubicBezTo>
                <a:cubicBezTo>
                  <a:pt x="338" y="664"/>
                  <a:pt x="341" y="659"/>
                  <a:pt x="344" y="655"/>
                </a:cubicBezTo>
                <a:close/>
                <a:moveTo>
                  <a:pt x="333" y="710"/>
                </a:moveTo>
                <a:cubicBezTo>
                  <a:pt x="335" y="712"/>
                  <a:pt x="335" y="716"/>
                  <a:pt x="336" y="719"/>
                </a:cubicBezTo>
                <a:cubicBezTo>
                  <a:pt x="337" y="717"/>
                  <a:pt x="338" y="715"/>
                  <a:pt x="339" y="712"/>
                </a:cubicBezTo>
                <a:cubicBezTo>
                  <a:pt x="338" y="712"/>
                  <a:pt x="338" y="711"/>
                  <a:pt x="338" y="709"/>
                </a:cubicBezTo>
                <a:cubicBezTo>
                  <a:pt x="338" y="710"/>
                  <a:pt x="339" y="710"/>
                  <a:pt x="340" y="710"/>
                </a:cubicBezTo>
                <a:cubicBezTo>
                  <a:pt x="343" y="702"/>
                  <a:pt x="347" y="694"/>
                  <a:pt x="352" y="687"/>
                </a:cubicBezTo>
                <a:cubicBezTo>
                  <a:pt x="349" y="687"/>
                  <a:pt x="349" y="687"/>
                  <a:pt x="349" y="687"/>
                </a:cubicBezTo>
                <a:cubicBezTo>
                  <a:pt x="348" y="685"/>
                  <a:pt x="347" y="684"/>
                  <a:pt x="347" y="683"/>
                </a:cubicBezTo>
                <a:cubicBezTo>
                  <a:pt x="346" y="684"/>
                  <a:pt x="346" y="684"/>
                  <a:pt x="345" y="685"/>
                </a:cubicBezTo>
                <a:cubicBezTo>
                  <a:pt x="345" y="686"/>
                  <a:pt x="345" y="686"/>
                  <a:pt x="345" y="687"/>
                </a:cubicBezTo>
                <a:cubicBezTo>
                  <a:pt x="344" y="687"/>
                  <a:pt x="344" y="687"/>
                  <a:pt x="344" y="687"/>
                </a:cubicBezTo>
                <a:cubicBezTo>
                  <a:pt x="340" y="695"/>
                  <a:pt x="335" y="704"/>
                  <a:pt x="331" y="712"/>
                </a:cubicBezTo>
                <a:cubicBezTo>
                  <a:pt x="332" y="712"/>
                  <a:pt x="333" y="711"/>
                  <a:pt x="333" y="710"/>
                </a:cubicBezTo>
                <a:close/>
                <a:moveTo>
                  <a:pt x="299" y="645"/>
                </a:moveTo>
                <a:cubicBezTo>
                  <a:pt x="300" y="646"/>
                  <a:pt x="301" y="648"/>
                  <a:pt x="302" y="650"/>
                </a:cubicBezTo>
                <a:cubicBezTo>
                  <a:pt x="303" y="648"/>
                  <a:pt x="304" y="646"/>
                  <a:pt x="306" y="644"/>
                </a:cubicBezTo>
                <a:cubicBezTo>
                  <a:pt x="303" y="643"/>
                  <a:pt x="301" y="643"/>
                  <a:pt x="299" y="645"/>
                </a:cubicBezTo>
                <a:close/>
                <a:moveTo>
                  <a:pt x="216" y="886"/>
                </a:moveTo>
                <a:cubicBezTo>
                  <a:pt x="216" y="884"/>
                  <a:pt x="217" y="883"/>
                  <a:pt x="217" y="881"/>
                </a:cubicBezTo>
                <a:cubicBezTo>
                  <a:pt x="218" y="874"/>
                  <a:pt x="220" y="866"/>
                  <a:pt x="222" y="859"/>
                </a:cubicBezTo>
                <a:cubicBezTo>
                  <a:pt x="220" y="860"/>
                  <a:pt x="216" y="860"/>
                  <a:pt x="215" y="857"/>
                </a:cubicBezTo>
                <a:cubicBezTo>
                  <a:pt x="213" y="866"/>
                  <a:pt x="212" y="875"/>
                  <a:pt x="210" y="884"/>
                </a:cubicBezTo>
                <a:cubicBezTo>
                  <a:pt x="211" y="884"/>
                  <a:pt x="211" y="884"/>
                  <a:pt x="211" y="884"/>
                </a:cubicBezTo>
                <a:cubicBezTo>
                  <a:pt x="213" y="884"/>
                  <a:pt x="214" y="885"/>
                  <a:pt x="216" y="886"/>
                </a:cubicBezTo>
                <a:close/>
                <a:moveTo>
                  <a:pt x="55" y="391"/>
                </a:moveTo>
                <a:cubicBezTo>
                  <a:pt x="55" y="392"/>
                  <a:pt x="55" y="392"/>
                  <a:pt x="55" y="392"/>
                </a:cubicBezTo>
                <a:cubicBezTo>
                  <a:pt x="55" y="392"/>
                  <a:pt x="55" y="392"/>
                  <a:pt x="55" y="391"/>
                </a:cubicBezTo>
                <a:close/>
                <a:moveTo>
                  <a:pt x="351" y="936"/>
                </a:moveTo>
                <a:cubicBezTo>
                  <a:pt x="345" y="936"/>
                  <a:pt x="345" y="936"/>
                  <a:pt x="345" y="936"/>
                </a:cubicBezTo>
                <a:cubicBezTo>
                  <a:pt x="346" y="944"/>
                  <a:pt x="347" y="951"/>
                  <a:pt x="348" y="958"/>
                </a:cubicBezTo>
                <a:cubicBezTo>
                  <a:pt x="350" y="958"/>
                  <a:pt x="352" y="958"/>
                  <a:pt x="352" y="958"/>
                </a:cubicBezTo>
                <a:cubicBezTo>
                  <a:pt x="352" y="956"/>
                  <a:pt x="351" y="955"/>
                  <a:pt x="351" y="954"/>
                </a:cubicBezTo>
                <a:cubicBezTo>
                  <a:pt x="354" y="954"/>
                  <a:pt x="354" y="954"/>
                  <a:pt x="354" y="954"/>
                </a:cubicBezTo>
                <a:cubicBezTo>
                  <a:pt x="353" y="948"/>
                  <a:pt x="352" y="942"/>
                  <a:pt x="351" y="936"/>
                </a:cubicBezTo>
                <a:close/>
                <a:moveTo>
                  <a:pt x="852" y="1145"/>
                </a:moveTo>
                <a:cubicBezTo>
                  <a:pt x="852" y="1143"/>
                  <a:pt x="852" y="1141"/>
                  <a:pt x="852" y="1140"/>
                </a:cubicBezTo>
                <a:cubicBezTo>
                  <a:pt x="852" y="1140"/>
                  <a:pt x="851" y="1140"/>
                  <a:pt x="851" y="1140"/>
                </a:cubicBezTo>
                <a:cubicBezTo>
                  <a:pt x="851" y="1140"/>
                  <a:pt x="851" y="1140"/>
                  <a:pt x="851" y="1141"/>
                </a:cubicBezTo>
                <a:cubicBezTo>
                  <a:pt x="849" y="1140"/>
                  <a:pt x="847" y="1140"/>
                  <a:pt x="845" y="1140"/>
                </a:cubicBezTo>
                <a:cubicBezTo>
                  <a:pt x="847" y="1141"/>
                  <a:pt x="848" y="1143"/>
                  <a:pt x="849" y="1146"/>
                </a:cubicBezTo>
                <a:cubicBezTo>
                  <a:pt x="850" y="1145"/>
                  <a:pt x="851" y="1145"/>
                  <a:pt x="852" y="1145"/>
                </a:cubicBezTo>
                <a:close/>
                <a:moveTo>
                  <a:pt x="454" y="1106"/>
                </a:moveTo>
                <a:cubicBezTo>
                  <a:pt x="451" y="1104"/>
                  <a:pt x="449" y="1101"/>
                  <a:pt x="446" y="1098"/>
                </a:cubicBezTo>
                <a:cubicBezTo>
                  <a:pt x="446" y="1098"/>
                  <a:pt x="446" y="1098"/>
                  <a:pt x="446" y="1098"/>
                </a:cubicBezTo>
                <a:cubicBezTo>
                  <a:pt x="446" y="1098"/>
                  <a:pt x="446" y="1098"/>
                  <a:pt x="446" y="1098"/>
                </a:cubicBezTo>
                <a:cubicBezTo>
                  <a:pt x="437" y="1089"/>
                  <a:pt x="429" y="1079"/>
                  <a:pt x="422" y="1068"/>
                </a:cubicBezTo>
                <a:cubicBezTo>
                  <a:pt x="422" y="1068"/>
                  <a:pt x="421" y="1067"/>
                  <a:pt x="421" y="1067"/>
                </a:cubicBezTo>
                <a:cubicBezTo>
                  <a:pt x="420" y="1065"/>
                  <a:pt x="419" y="1064"/>
                  <a:pt x="418" y="1062"/>
                </a:cubicBezTo>
                <a:cubicBezTo>
                  <a:pt x="418" y="1063"/>
                  <a:pt x="418" y="1064"/>
                  <a:pt x="418" y="1065"/>
                </a:cubicBezTo>
                <a:cubicBezTo>
                  <a:pt x="413" y="1068"/>
                  <a:pt x="409" y="1064"/>
                  <a:pt x="409" y="1060"/>
                </a:cubicBezTo>
                <a:cubicBezTo>
                  <a:pt x="417" y="1060"/>
                  <a:pt x="417" y="1060"/>
                  <a:pt x="417" y="1060"/>
                </a:cubicBezTo>
                <a:cubicBezTo>
                  <a:pt x="411" y="1052"/>
                  <a:pt x="406" y="1043"/>
                  <a:pt x="401" y="1034"/>
                </a:cubicBezTo>
                <a:cubicBezTo>
                  <a:pt x="400" y="1034"/>
                  <a:pt x="399" y="1034"/>
                  <a:pt x="398" y="1034"/>
                </a:cubicBezTo>
                <a:cubicBezTo>
                  <a:pt x="397" y="1033"/>
                  <a:pt x="397" y="1032"/>
                  <a:pt x="397" y="1031"/>
                </a:cubicBezTo>
                <a:cubicBezTo>
                  <a:pt x="396" y="1030"/>
                  <a:pt x="395" y="1029"/>
                  <a:pt x="394" y="1029"/>
                </a:cubicBezTo>
                <a:cubicBezTo>
                  <a:pt x="394" y="1027"/>
                  <a:pt x="395" y="1026"/>
                  <a:pt x="397" y="1025"/>
                </a:cubicBezTo>
                <a:cubicBezTo>
                  <a:pt x="394" y="1018"/>
                  <a:pt x="391" y="1010"/>
                  <a:pt x="388" y="1003"/>
                </a:cubicBezTo>
                <a:cubicBezTo>
                  <a:pt x="387" y="1003"/>
                  <a:pt x="387" y="1003"/>
                  <a:pt x="386" y="1003"/>
                </a:cubicBezTo>
                <a:cubicBezTo>
                  <a:pt x="386" y="1003"/>
                  <a:pt x="385" y="1003"/>
                  <a:pt x="385" y="1003"/>
                </a:cubicBezTo>
                <a:cubicBezTo>
                  <a:pt x="385" y="1002"/>
                  <a:pt x="384" y="1001"/>
                  <a:pt x="383" y="1001"/>
                </a:cubicBezTo>
                <a:cubicBezTo>
                  <a:pt x="383" y="1000"/>
                  <a:pt x="384" y="1000"/>
                  <a:pt x="384" y="999"/>
                </a:cubicBezTo>
                <a:cubicBezTo>
                  <a:pt x="384" y="998"/>
                  <a:pt x="384" y="997"/>
                  <a:pt x="385" y="996"/>
                </a:cubicBezTo>
                <a:cubicBezTo>
                  <a:pt x="386" y="996"/>
                  <a:pt x="386" y="997"/>
                  <a:pt x="386" y="997"/>
                </a:cubicBezTo>
                <a:cubicBezTo>
                  <a:pt x="385" y="995"/>
                  <a:pt x="385" y="994"/>
                  <a:pt x="384" y="992"/>
                </a:cubicBezTo>
                <a:cubicBezTo>
                  <a:pt x="379" y="976"/>
                  <a:pt x="375" y="959"/>
                  <a:pt x="373" y="941"/>
                </a:cubicBezTo>
                <a:cubicBezTo>
                  <a:pt x="380" y="963"/>
                  <a:pt x="390" y="983"/>
                  <a:pt x="402" y="1003"/>
                </a:cubicBezTo>
                <a:cubicBezTo>
                  <a:pt x="402" y="1002"/>
                  <a:pt x="403" y="1000"/>
                  <a:pt x="404" y="999"/>
                </a:cubicBezTo>
                <a:cubicBezTo>
                  <a:pt x="404" y="998"/>
                  <a:pt x="405" y="998"/>
                  <a:pt x="405" y="998"/>
                </a:cubicBezTo>
                <a:cubicBezTo>
                  <a:pt x="405" y="998"/>
                  <a:pt x="405" y="997"/>
                  <a:pt x="406" y="997"/>
                </a:cubicBezTo>
                <a:cubicBezTo>
                  <a:pt x="406" y="997"/>
                  <a:pt x="406" y="997"/>
                  <a:pt x="406" y="997"/>
                </a:cubicBezTo>
                <a:cubicBezTo>
                  <a:pt x="400" y="987"/>
                  <a:pt x="395" y="977"/>
                  <a:pt x="390" y="966"/>
                </a:cubicBezTo>
                <a:cubicBezTo>
                  <a:pt x="389" y="969"/>
                  <a:pt x="385" y="966"/>
                  <a:pt x="385" y="963"/>
                </a:cubicBezTo>
                <a:cubicBezTo>
                  <a:pt x="387" y="963"/>
                  <a:pt x="388" y="965"/>
                  <a:pt x="390" y="966"/>
                </a:cubicBezTo>
                <a:cubicBezTo>
                  <a:pt x="386" y="956"/>
                  <a:pt x="382" y="946"/>
                  <a:pt x="378" y="936"/>
                </a:cubicBezTo>
                <a:cubicBezTo>
                  <a:pt x="378" y="936"/>
                  <a:pt x="378" y="936"/>
                  <a:pt x="378" y="936"/>
                </a:cubicBezTo>
                <a:cubicBezTo>
                  <a:pt x="373" y="936"/>
                  <a:pt x="373" y="936"/>
                  <a:pt x="373" y="936"/>
                </a:cubicBezTo>
                <a:cubicBezTo>
                  <a:pt x="371" y="935"/>
                  <a:pt x="371" y="933"/>
                  <a:pt x="371" y="930"/>
                </a:cubicBezTo>
                <a:cubicBezTo>
                  <a:pt x="373" y="930"/>
                  <a:pt x="375" y="930"/>
                  <a:pt x="376" y="930"/>
                </a:cubicBezTo>
                <a:cubicBezTo>
                  <a:pt x="375" y="929"/>
                  <a:pt x="375" y="927"/>
                  <a:pt x="374" y="925"/>
                </a:cubicBezTo>
                <a:cubicBezTo>
                  <a:pt x="374" y="923"/>
                  <a:pt x="372" y="922"/>
                  <a:pt x="370" y="923"/>
                </a:cubicBezTo>
                <a:cubicBezTo>
                  <a:pt x="369" y="912"/>
                  <a:pt x="368" y="900"/>
                  <a:pt x="368" y="889"/>
                </a:cubicBezTo>
                <a:cubicBezTo>
                  <a:pt x="367" y="890"/>
                  <a:pt x="366" y="890"/>
                  <a:pt x="364" y="889"/>
                </a:cubicBezTo>
                <a:cubicBezTo>
                  <a:pt x="364" y="888"/>
                  <a:pt x="364" y="886"/>
                  <a:pt x="365" y="885"/>
                </a:cubicBezTo>
                <a:cubicBezTo>
                  <a:pt x="366" y="884"/>
                  <a:pt x="367" y="884"/>
                  <a:pt x="368" y="885"/>
                </a:cubicBezTo>
                <a:cubicBezTo>
                  <a:pt x="368" y="878"/>
                  <a:pt x="368" y="871"/>
                  <a:pt x="368" y="864"/>
                </a:cubicBezTo>
                <a:cubicBezTo>
                  <a:pt x="367" y="862"/>
                  <a:pt x="367" y="860"/>
                  <a:pt x="362" y="861"/>
                </a:cubicBezTo>
                <a:cubicBezTo>
                  <a:pt x="362" y="859"/>
                  <a:pt x="362" y="858"/>
                  <a:pt x="362" y="857"/>
                </a:cubicBezTo>
                <a:cubicBezTo>
                  <a:pt x="361" y="869"/>
                  <a:pt x="361" y="880"/>
                  <a:pt x="362" y="891"/>
                </a:cubicBezTo>
                <a:cubicBezTo>
                  <a:pt x="364" y="893"/>
                  <a:pt x="363" y="895"/>
                  <a:pt x="362" y="897"/>
                </a:cubicBezTo>
                <a:cubicBezTo>
                  <a:pt x="363" y="916"/>
                  <a:pt x="365" y="935"/>
                  <a:pt x="368" y="954"/>
                </a:cubicBezTo>
                <a:cubicBezTo>
                  <a:pt x="370" y="954"/>
                  <a:pt x="370" y="954"/>
                  <a:pt x="370" y="954"/>
                </a:cubicBezTo>
                <a:cubicBezTo>
                  <a:pt x="370" y="955"/>
                  <a:pt x="370" y="957"/>
                  <a:pt x="369" y="958"/>
                </a:cubicBezTo>
                <a:cubicBezTo>
                  <a:pt x="369" y="962"/>
                  <a:pt x="370" y="965"/>
                  <a:pt x="371" y="969"/>
                </a:cubicBezTo>
                <a:cubicBezTo>
                  <a:pt x="372" y="968"/>
                  <a:pt x="372" y="968"/>
                  <a:pt x="373" y="968"/>
                </a:cubicBezTo>
                <a:cubicBezTo>
                  <a:pt x="374" y="969"/>
                  <a:pt x="374" y="970"/>
                  <a:pt x="375" y="972"/>
                </a:cubicBezTo>
                <a:cubicBezTo>
                  <a:pt x="372" y="972"/>
                  <a:pt x="372" y="972"/>
                  <a:pt x="372" y="972"/>
                </a:cubicBezTo>
                <a:cubicBezTo>
                  <a:pt x="373" y="978"/>
                  <a:pt x="375" y="983"/>
                  <a:pt x="376" y="989"/>
                </a:cubicBezTo>
                <a:cubicBezTo>
                  <a:pt x="381" y="989"/>
                  <a:pt x="381" y="989"/>
                  <a:pt x="381" y="989"/>
                </a:cubicBezTo>
                <a:cubicBezTo>
                  <a:pt x="381" y="990"/>
                  <a:pt x="381" y="990"/>
                  <a:pt x="381" y="990"/>
                </a:cubicBezTo>
                <a:cubicBezTo>
                  <a:pt x="379" y="991"/>
                  <a:pt x="379" y="989"/>
                  <a:pt x="376" y="989"/>
                </a:cubicBezTo>
                <a:cubicBezTo>
                  <a:pt x="381" y="1004"/>
                  <a:pt x="386" y="1019"/>
                  <a:pt x="393" y="1034"/>
                </a:cubicBezTo>
                <a:cubicBezTo>
                  <a:pt x="393" y="1034"/>
                  <a:pt x="393" y="1034"/>
                  <a:pt x="393" y="1034"/>
                </a:cubicBezTo>
                <a:cubicBezTo>
                  <a:pt x="394" y="1034"/>
                  <a:pt x="395" y="1035"/>
                  <a:pt x="394" y="1037"/>
                </a:cubicBezTo>
                <a:cubicBezTo>
                  <a:pt x="398" y="1045"/>
                  <a:pt x="403" y="1053"/>
                  <a:pt x="408" y="1060"/>
                </a:cubicBezTo>
                <a:cubicBezTo>
                  <a:pt x="408" y="1061"/>
                  <a:pt x="408" y="1061"/>
                  <a:pt x="409" y="1062"/>
                </a:cubicBezTo>
                <a:cubicBezTo>
                  <a:pt x="409" y="1062"/>
                  <a:pt x="409" y="1062"/>
                  <a:pt x="409" y="1062"/>
                </a:cubicBezTo>
                <a:cubicBezTo>
                  <a:pt x="410" y="1064"/>
                  <a:pt x="411" y="1065"/>
                  <a:pt x="412" y="1067"/>
                </a:cubicBezTo>
                <a:cubicBezTo>
                  <a:pt x="418" y="1077"/>
                  <a:pt x="426" y="1086"/>
                  <a:pt x="434" y="1096"/>
                </a:cubicBezTo>
                <a:cubicBezTo>
                  <a:pt x="434" y="1096"/>
                  <a:pt x="434" y="1096"/>
                  <a:pt x="434" y="1096"/>
                </a:cubicBezTo>
                <a:cubicBezTo>
                  <a:pt x="435" y="1096"/>
                  <a:pt x="435" y="1096"/>
                  <a:pt x="435" y="1097"/>
                </a:cubicBezTo>
                <a:cubicBezTo>
                  <a:pt x="435" y="1097"/>
                  <a:pt x="435" y="1097"/>
                  <a:pt x="435" y="1097"/>
                </a:cubicBezTo>
                <a:cubicBezTo>
                  <a:pt x="436" y="1098"/>
                  <a:pt x="437" y="1099"/>
                  <a:pt x="437" y="1099"/>
                </a:cubicBezTo>
                <a:cubicBezTo>
                  <a:pt x="438" y="1099"/>
                  <a:pt x="438" y="1099"/>
                  <a:pt x="438" y="1099"/>
                </a:cubicBezTo>
                <a:cubicBezTo>
                  <a:pt x="438" y="1100"/>
                  <a:pt x="438" y="1100"/>
                  <a:pt x="438" y="1100"/>
                </a:cubicBezTo>
                <a:cubicBezTo>
                  <a:pt x="439" y="1101"/>
                  <a:pt x="439" y="1102"/>
                  <a:pt x="440" y="1102"/>
                </a:cubicBezTo>
                <a:cubicBezTo>
                  <a:pt x="440" y="1102"/>
                  <a:pt x="441" y="1103"/>
                  <a:pt x="441" y="1103"/>
                </a:cubicBezTo>
                <a:cubicBezTo>
                  <a:pt x="442" y="1104"/>
                  <a:pt x="443" y="1106"/>
                  <a:pt x="444" y="1107"/>
                </a:cubicBezTo>
                <a:cubicBezTo>
                  <a:pt x="448" y="1107"/>
                  <a:pt x="451" y="1107"/>
                  <a:pt x="454" y="1106"/>
                </a:cubicBezTo>
                <a:close/>
                <a:moveTo>
                  <a:pt x="552" y="310"/>
                </a:moveTo>
                <a:cubicBezTo>
                  <a:pt x="524" y="309"/>
                  <a:pt x="496" y="310"/>
                  <a:pt x="468" y="312"/>
                </a:cubicBezTo>
                <a:cubicBezTo>
                  <a:pt x="468" y="312"/>
                  <a:pt x="468" y="313"/>
                  <a:pt x="467" y="314"/>
                </a:cubicBezTo>
                <a:cubicBezTo>
                  <a:pt x="466" y="314"/>
                  <a:pt x="462" y="311"/>
                  <a:pt x="461" y="313"/>
                </a:cubicBezTo>
                <a:cubicBezTo>
                  <a:pt x="465" y="312"/>
                  <a:pt x="461" y="317"/>
                  <a:pt x="464" y="317"/>
                </a:cubicBezTo>
                <a:cubicBezTo>
                  <a:pt x="464" y="314"/>
                  <a:pt x="470" y="313"/>
                  <a:pt x="471" y="317"/>
                </a:cubicBezTo>
                <a:cubicBezTo>
                  <a:pt x="469" y="318"/>
                  <a:pt x="465" y="317"/>
                  <a:pt x="465" y="319"/>
                </a:cubicBezTo>
                <a:cubicBezTo>
                  <a:pt x="467" y="321"/>
                  <a:pt x="468" y="318"/>
                  <a:pt x="471" y="319"/>
                </a:cubicBezTo>
                <a:cubicBezTo>
                  <a:pt x="471" y="319"/>
                  <a:pt x="471" y="319"/>
                  <a:pt x="471" y="320"/>
                </a:cubicBezTo>
                <a:cubicBezTo>
                  <a:pt x="476" y="319"/>
                  <a:pt x="480" y="319"/>
                  <a:pt x="484" y="319"/>
                </a:cubicBezTo>
                <a:cubicBezTo>
                  <a:pt x="484" y="318"/>
                  <a:pt x="484" y="317"/>
                  <a:pt x="483" y="316"/>
                </a:cubicBezTo>
                <a:cubicBezTo>
                  <a:pt x="484" y="321"/>
                  <a:pt x="478" y="318"/>
                  <a:pt x="476" y="318"/>
                </a:cubicBezTo>
                <a:cubicBezTo>
                  <a:pt x="474" y="311"/>
                  <a:pt x="483" y="313"/>
                  <a:pt x="485" y="312"/>
                </a:cubicBezTo>
                <a:cubicBezTo>
                  <a:pt x="485" y="312"/>
                  <a:pt x="485" y="311"/>
                  <a:pt x="485" y="311"/>
                </a:cubicBezTo>
                <a:cubicBezTo>
                  <a:pt x="492" y="311"/>
                  <a:pt x="492" y="311"/>
                  <a:pt x="492" y="311"/>
                </a:cubicBezTo>
                <a:cubicBezTo>
                  <a:pt x="492" y="312"/>
                  <a:pt x="495" y="312"/>
                  <a:pt x="495" y="315"/>
                </a:cubicBezTo>
                <a:cubicBezTo>
                  <a:pt x="492" y="317"/>
                  <a:pt x="489" y="311"/>
                  <a:pt x="486" y="315"/>
                </a:cubicBezTo>
                <a:cubicBezTo>
                  <a:pt x="489" y="315"/>
                  <a:pt x="489" y="317"/>
                  <a:pt x="490" y="319"/>
                </a:cubicBezTo>
                <a:cubicBezTo>
                  <a:pt x="492" y="318"/>
                  <a:pt x="495" y="318"/>
                  <a:pt x="498" y="318"/>
                </a:cubicBezTo>
                <a:cubicBezTo>
                  <a:pt x="497" y="315"/>
                  <a:pt x="496" y="313"/>
                  <a:pt x="494" y="311"/>
                </a:cubicBezTo>
                <a:cubicBezTo>
                  <a:pt x="498" y="311"/>
                  <a:pt x="498" y="311"/>
                  <a:pt x="498" y="311"/>
                </a:cubicBezTo>
                <a:cubicBezTo>
                  <a:pt x="499" y="313"/>
                  <a:pt x="500" y="316"/>
                  <a:pt x="502" y="318"/>
                </a:cubicBezTo>
                <a:cubicBezTo>
                  <a:pt x="503" y="316"/>
                  <a:pt x="502" y="313"/>
                  <a:pt x="502" y="311"/>
                </a:cubicBezTo>
                <a:cubicBezTo>
                  <a:pt x="525" y="310"/>
                  <a:pt x="525" y="310"/>
                  <a:pt x="525" y="310"/>
                </a:cubicBezTo>
                <a:cubicBezTo>
                  <a:pt x="523" y="311"/>
                  <a:pt x="526" y="314"/>
                  <a:pt x="524" y="316"/>
                </a:cubicBezTo>
                <a:cubicBezTo>
                  <a:pt x="527" y="317"/>
                  <a:pt x="526" y="312"/>
                  <a:pt x="526" y="310"/>
                </a:cubicBezTo>
                <a:cubicBezTo>
                  <a:pt x="537" y="310"/>
                  <a:pt x="537" y="310"/>
                  <a:pt x="537" y="310"/>
                </a:cubicBezTo>
                <a:cubicBezTo>
                  <a:pt x="538" y="311"/>
                  <a:pt x="539" y="312"/>
                  <a:pt x="541" y="313"/>
                </a:cubicBezTo>
                <a:cubicBezTo>
                  <a:pt x="541" y="311"/>
                  <a:pt x="539" y="311"/>
                  <a:pt x="538" y="311"/>
                </a:cubicBezTo>
                <a:cubicBezTo>
                  <a:pt x="538" y="311"/>
                  <a:pt x="538" y="310"/>
                  <a:pt x="538" y="310"/>
                </a:cubicBezTo>
                <a:lnTo>
                  <a:pt x="552" y="310"/>
                </a:lnTo>
                <a:close/>
                <a:moveTo>
                  <a:pt x="480" y="1131"/>
                </a:moveTo>
                <a:cubicBezTo>
                  <a:pt x="473" y="1125"/>
                  <a:pt x="467" y="1120"/>
                  <a:pt x="461" y="1114"/>
                </a:cubicBezTo>
                <a:cubicBezTo>
                  <a:pt x="457" y="1114"/>
                  <a:pt x="457" y="1114"/>
                  <a:pt x="457" y="1114"/>
                </a:cubicBezTo>
                <a:cubicBezTo>
                  <a:pt x="457" y="1113"/>
                  <a:pt x="458" y="1112"/>
                  <a:pt x="458" y="1111"/>
                </a:cubicBezTo>
                <a:cubicBezTo>
                  <a:pt x="457" y="1110"/>
                  <a:pt x="457" y="1109"/>
                  <a:pt x="456" y="1109"/>
                </a:cubicBezTo>
                <a:cubicBezTo>
                  <a:pt x="455" y="1111"/>
                  <a:pt x="453" y="1111"/>
                  <a:pt x="450" y="1111"/>
                </a:cubicBezTo>
                <a:cubicBezTo>
                  <a:pt x="450" y="1111"/>
                  <a:pt x="450" y="1112"/>
                  <a:pt x="450" y="1113"/>
                </a:cubicBezTo>
                <a:cubicBezTo>
                  <a:pt x="456" y="1119"/>
                  <a:pt x="463" y="1125"/>
                  <a:pt x="470" y="1131"/>
                </a:cubicBezTo>
                <a:lnTo>
                  <a:pt x="480" y="1131"/>
                </a:lnTo>
                <a:close/>
                <a:moveTo>
                  <a:pt x="386" y="1053"/>
                </a:moveTo>
                <a:cubicBezTo>
                  <a:pt x="381" y="1044"/>
                  <a:pt x="377" y="1035"/>
                  <a:pt x="374" y="1026"/>
                </a:cubicBezTo>
                <a:cubicBezTo>
                  <a:pt x="373" y="1026"/>
                  <a:pt x="372" y="1026"/>
                  <a:pt x="371" y="1026"/>
                </a:cubicBezTo>
                <a:cubicBezTo>
                  <a:pt x="371" y="1026"/>
                  <a:pt x="370" y="1025"/>
                  <a:pt x="369" y="1025"/>
                </a:cubicBezTo>
                <a:cubicBezTo>
                  <a:pt x="373" y="1025"/>
                  <a:pt x="373" y="1025"/>
                  <a:pt x="373" y="1025"/>
                </a:cubicBezTo>
                <a:cubicBezTo>
                  <a:pt x="371" y="1019"/>
                  <a:pt x="369" y="1013"/>
                  <a:pt x="367" y="1008"/>
                </a:cubicBezTo>
                <a:cubicBezTo>
                  <a:pt x="364" y="1008"/>
                  <a:pt x="364" y="1008"/>
                  <a:pt x="364" y="1008"/>
                </a:cubicBezTo>
                <a:cubicBezTo>
                  <a:pt x="365" y="1007"/>
                  <a:pt x="366" y="1006"/>
                  <a:pt x="367" y="1005"/>
                </a:cubicBezTo>
                <a:cubicBezTo>
                  <a:pt x="366" y="1005"/>
                  <a:pt x="366" y="1004"/>
                  <a:pt x="366" y="1004"/>
                </a:cubicBezTo>
                <a:cubicBezTo>
                  <a:pt x="365" y="1002"/>
                  <a:pt x="365" y="998"/>
                  <a:pt x="362" y="1001"/>
                </a:cubicBezTo>
                <a:cubicBezTo>
                  <a:pt x="362" y="998"/>
                  <a:pt x="360" y="999"/>
                  <a:pt x="361" y="996"/>
                </a:cubicBezTo>
                <a:cubicBezTo>
                  <a:pt x="362" y="996"/>
                  <a:pt x="363" y="995"/>
                  <a:pt x="364" y="995"/>
                </a:cubicBezTo>
                <a:cubicBezTo>
                  <a:pt x="360" y="984"/>
                  <a:pt x="358" y="972"/>
                  <a:pt x="355" y="960"/>
                </a:cubicBezTo>
                <a:cubicBezTo>
                  <a:pt x="355" y="960"/>
                  <a:pt x="354" y="959"/>
                  <a:pt x="354" y="959"/>
                </a:cubicBezTo>
                <a:cubicBezTo>
                  <a:pt x="352" y="958"/>
                  <a:pt x="350" y="961"/>
                  <a:pt x="349" y="961"/>
                </a:cubicBezTo>
                <a:cubicBezTo>
                  <a:pt x="349" y="962"/>
                  <a:pt x="349" y="963"/>
                  <a:pt x="349" y="964"/>
                </a:cubicBezTo>
                <a:cubicBezTo>
                  <a:pt x="349" y="964"/>
                  <a:pt x="349" y="965"/>
                  <a:pt x="350" y="965"/>
                </a:cubicBezTo>
                <a:cubicBezTo>
                  <a:pt x="350" y="965"/>
                  <a:pt x="350" y="965"/>
                  <a:pt x="350" y="965"/>
                </a:cubicBezTo>
                <a:cubicBezTo>
                  <a:pt x="355" y="965"/>
                  <a:pt x="355" y="969"/>
                  <a:pt x="356" y="972"/>
                </a:cubicBezTo>
                <a:cubicBezTo>
                  <a:pt x="351" y="972"/>
                  <a:pt x="351" y="972"/>
                  <a:pt x="351" y="972"/>
                </a:cubicBezTo>
                <a:cubicBezTo>
                  <a:pt x="353" y="982"/>
                  <a:pt x="356" y="991"/>
                  <a:pt x="358" y="1001"/>
                </a:cubicBezTo>
                <a:cubicBezTo>
                  <a:pt x="359" y="1001"/>
                  <a:pt x="359" y="1001"/>
                  <a:pt x="359" y="1000"/>
                </a:cubicBezTo>
                <a:cubicBezTo>
                  <a:pt x="365" y="1000"/>
                  <a:pt x="366" y="1003"/>
                  <a:pt x="364" y="1008"/>
                </a:cubicBezTo>
                <a:cubicBezTo>
                  <a:pt x="360" y="1008"/>
                  <a:pt x="360" y="1008"/>
                  <a:pt x="360" y="1008"/>
                </a:cubicBezTo>
                <a:cubicBezTo>
                  <a:pt x="365" y="1022"/>
                  <a:pt x="370" y="1036"/>
                  <a:pt x="377" y="1050"/>
                </a:cubicBezTo>
                <a:cubicBezTo>
                  <a:pt x="379" y="1053"/>
                  <a:pt x="381" y="1057"/>
                  <a:pt x="383" y="1060"/>
                </a:cubicBezTo>
                <a:cubicBezTo>
                  <a:pt x="391" y="1060"/>
                  <a:pt x="391" y="1060"/>
                  <a:pt x="391" y="1060"/>
                </a:cubicBezTo>
                <a:cubicBezTo>
                  <a:pt x="389" y="1058"/>
                  <a:pt x="388" y="1056"/>
                  <a:pt x="386" y="1053"/>
                </a:cubicBezTo>
                <a:close/>
                <a:moveTo>
                  <a:pt x="348" y="899"/>
                </a:moveTo>
                <a:cubicBezTo>
                  <a:pt x="346" y="899"/>
                  <a:pt x="347" y="901"/>
                  <a:pt x="345" y="900"/>
                </a:cubicBezTo>
                <a:cubicBezTo>
                  <a:pt x="344" y="898"/>
                  <a:pt x="342" y="897"/>
                  <a:pt x="341" y="895"/>
                </a:cubicBezTo>
                <a:cubicBezTo>
                  <a:pt x="341" y="906"/>
                  <a:pt x="342" y="917"/>
                  <a:pt x="344" y="929"/>
                </a:cubicBezTo>
                <a:cubicBezTo>
                  <a:pt x="344" y="930"/>
                  <a:pt x="345" y="931"/>
                  <a:pt x="346" y="931"/>
                </a:cubicBezTo>
                <a:cubicBezTo>
                  <a:pt x="346" y="930"/>
                  <a:pt x="346" y="928"/>
                  <a:pt x="346" y="927"/>
                </a:cubicBezTo>
                <a:cubicBezTo>
                  <a:pt x="347" y="927"/>
                  <a:pt x="349" y="927"/>
                  <a:pt x="350" y="927"/>
                </a:cubicBezTo>
                <a:cubicBezTo>
                  <a:pt x="349" y="917"/>
                  <a:pt x="348" y="908"/>
                  <a:pt x="348" y="899"/>
                </a:cubicBezTo>
                <a:close/>
                <a:moveTo>
                  <a:pt x="389" y="1071"/>
                </a:moveTo>
                <a:cubicBezTo>
                  <a:pt x="389" y="1071"/>
                  <a:pt x="389" y="1071"/>
                  <a:pt x="389" y="1071"/>
                </a:cubicBezTo>
                <a:cubicBezTo>
                  <a:pt x="389" y="1071"/>
                  <a:pt x="389" y="1071"/>
                  <a:pt x="389" y="1071"/>
                </a:cubicBezTo>
                <a:cubicBezTo>
                  <a:pt x="389" y="1071"/>
                  <a:pt x="389" y="1071"/>
                  <a:pt x="389" y="1071"/>
                </a:cubicBezTo>
                <a:close/>
                <a:moveTo>
                  <a:pt x="608" y="1143"/>
                </a:moveTo>
                <a:cubicBezTo>
                  <a:pt x="607" y="1142"/>
                  <a:pt x="606" y="1141"/>
                  <a:pt x="605" y="1141"/>
                </a:cubicBezTo>
                <a:cubicBezTo>
                  <a:pt x="606" y="1142"/>
                  <a:pt x="606" y="1143"/>
                  <a:pt x="607" y="1144"/>
                </a:cubicBezTo>
                <a:cubicBezTo>
                  <a:pt x="608" y="1143"/>
                  <a:pt x="608" y="1143"/>
                  <a:pt x="608" y="1143"/>
                </a:cubicBezTo>
                <a:close/>
                <a:moveTo>
                  <a:pt x="1017" y="821"/>
                </a:moveTo>
                <a:cubicBezTo>
                  <a:pt x="1017" y="822"/>
                  <a:pt x="1017" y="823"/>
                  <a:pt x="1017" y="824"/>
                </a:cubicBezTo>
                <a:cubicBezTo>
                  <a:pt x="1019" y="821"/>
                  <a:pt x="1021" y="819"/>
                  <a:pt x="1022" y="816"/>
                </a:cubicBezTo>
                <a:cubicBezTo>
                  <a:pt x="1019" y="817"/>
                  <a:pt x="1015" y="818"/>
                  <a:pt x="1011" y="819"/>
                </a:cubicBezTo>
                <a:cubicBezTo>
                  <a:pt x="1013" y="820"/>
                  <a:pt x="1014" y="821"/>
                  <a:pt x="1017" y="821"/>
                </a:cubicBezTo>
                <a:close/>
                <a:moveTo>
                  <a:pt x="362" y="894"/>
                </a:moveTo>
                <a:cubicBezTo>
                  <a:pt x="362" y="894"/>
                  <a:pt x="362" y="894"/>
                  <a:pt x="362" y="894"/>
                </a:cubicBezTo>
                <a:cubicBezTo>
                  <a:pt x="362" y="894"/>
                  <a:pt x="362" y="894"/>
                  <a:pt x="362" y="895"/>
                </a:cubicBezTo>
                <a:cubicBezTo>
                  <a:pt x="362" y="894"/>
                  <a:pt x="362" y="894"/>
                  <a:pt x="362" y="894"/>
                </a:cubicBezTo>
                <a:close/>
                <a:moveTo>
                  <a:pt x="745" y="317"/>
                </a:moveTo>
                <a:cubicBezTo>
                  <a:pt x="746" y="319"/>
                  <a:pt x="747" y="322"/>
                  <a:pt x="747" y="324"/>
                </a:cubicBezTo>
                <a:cubicBezTo>
                  <a:pt x="747" y="324"/>
                  <a:pt x="748" y="324"/>
                  <a:pt x="748" y="324"/>
                </a:cubicBezTo>
                <a:cubicBezTo>
                  <a:pt x="749" y="323"/>
                  <a:pt x="750" y="323"/>
                  <a:pt x="750" y="323"/>
                </a:cubicBezTo>
                <a:cubicBezTo>
                  <a:pt x="748" y="320"/>
                  <a:pt x="749" y="319"/>
                  <a:pt x="749" y="317"/>
                </a:cubicBezTo>
                <a:cubicBezTo>
                  <a:pt x="748" y="317"/>
                  <a:pt x="747" y="317"/>
                  <a:pt x="745" y="317"/>
                </a:cubicBezTo>
                <a:close/>
                <a:moveTo>
                  <a:pt x="1006" y="821"/>
                </a:moveTo>
                <a:cubicBezTo>
                  <a:pt x="1006" y="822"/>
                  <a:pt x="1006" y="823"/>
                  <a:pt x="1006" y="824"/>
                </a:cubicBezTo>
                <a:cubicBezTo>
                  <a:pt x="998" y="824"/>
                  <a:pt x="998" y="824"/>
                  <a:pt x="998" y="824"/>
                </a:cubicBezTo>
                <a:cubicBezTo>
                  <a:pt x="974" y="831"/>
                  <a:pt x="950" y="837"/>
                  <a:pt x="926" y="842"/>
                </a:cubicBezTo>
                <a:cubicBezTo>
                  <a:pt x="941" y="842"/>
                  <a:pt x="941" y="842"/>
                  <a:pt x="941" y="842"/>
                </a:cubicBezTo>
                <a:cubicBezTo>
                  <a:pt x="941" y="842"/>
                  <a:pt x="941" y="843"/>
                  <a:pt x="940" y="843"/>
                </a:cubicBezTo>
                <a:cubicBezTo>
                  <a:pt x="939" y="843"/>
                  <a:pt x="938" y="843"/>
                  <a:pt x="937" y="843"/>
                </a:cubicBezTo>
                <a:cubicBezTo>
                  <a:pt x="936" y="844"/>
                  <a:pt x="935" y="845"/>
                  <a:pt x="936" y="846"/>
                </a:cubicBezTo>
                <a:cubicBezTo>
                  <a:pt x="938" y="844"/>
                  <a:pt x="941" y="844"/>
                  <a:pt x="944" y="846"/>
                </a:cubicBezTo>
                <a:cubicBezTo>
                  <a:pt x="944" y="846"/>
                  <a:pt x="944" y="846"/>
                  <a:pt x="944" y="846"/>
                </a:cubicBezTo>
                <a:cubicBezTo>
                  <a:pt x="943" y="842"/>
                  <a:pt x="946" y="842"/>
                  <a:pt x="949" y="842"/>
                </a:cubicBezTo>
                <a:cubicBezTo>
                  <a:pt x="949" y="842"/>
                  <a:pt x="949" y="842"/>
                  <a:pt x="949" y="842"/>
                </a:cubicBezTo>
                <a:cubicBezTo>
                  <a:pt x="963" y="841"/>
                  <a:pt x="963" y="841"/>
                  <a:pt x="963" y="841"/>
                </a:cubicBezTo>
                <a:cubicBezTo>
                  <a:pt x="983" y="836"/>
                  <a:pt x="1002" y="830"/>
                  <a:pt x="1022" y="824"/>
                </a:cubicBezTo>
                <a:cubicBezTo>
                  <a:pt x="1007" y="824"/>
                  <a:pt x="1007" y="824"/>
                  <a:pt x="1007" y="824"/>
                </a:cubicBezTo>
                <a:cubicBezTo>
                  <a:pt x="1007" y="823"/>
                  <a:pt x="1007" y="822"/>
                  <a:pt x="1007" y="821"/>
                </a:cubicBezTo>
                <a:cubicBezTo>
                  <a:pt x="1007" y="821"/>
                  <a:pt x="1007" y="821"/>
                  <a:pt x="1006" y="821"/>
                </a:cubicBezTo>
                <a:close/>
                <a:moveTo>
                  <a:pt x="1116" y="1035"/>
                </a:moveTo>
                <a:cubicBezTo>
                  <a:pt x="1115" y="1035"/>
                  <a:pt x="1115" y="1036"/>
                  <a:pt x="1114" y="1036"/>
                </a:cubicBezTo>
                <a:cubicBezTo>
                  <a:pt x="1114" y="1036"/>
                  <a:pt x="1114" y="1036"/>
                  <a:pt x="1114" y="1036"/>
                </a:cubicBezTo>
                <a:cubicBezTo>
                  <a:pt x="1115" y="1036"/>
                  <a:pt x="1115" y="1036"/>
                  <a:pt x="1116" y="1035"/>
                </a:cubicBezTo>
                <a:close/>
                <a:moveTo>
                  <a:pt x="1006" y="1073"/>
                </a:moveTo>
                <a:cubicBezTo>
                  <a:pt x="997" y="1073"/>
                  <a:pt x="997" y="1073"/>
                  <a:pt x="997" y="1073"/>
                </a:cubicBezTo>
                <a:cubicBezTo>
                  <a:pt x="997" y="1073"/>
                  <a:pt x="997" y="1073"/>
                  <a:pt x="997" y="1073"/>
                </a:cubicBezTo>
                <a:cubicBezTo>
                  <a:pt x="995" y="1075"/>
                  <a:pt x="993" y="1076"/>
                  <a:pt x="991" y="1078"/>
                </a:cubicBezTo>
                <a:cubicBezTo>
                  <a:pt x="981" y="1083"/>
                  <a:pt x="972" y="1089"/>
                  <a:pt x="963" y="1094"/>
                </a:cubicBezTo>
                <a:cubicBezTo>
                  <a:pt x="963" y="1095"/>
                  <a:pt x="962" y="1096"/>
                  <a:pt x="962" y="1097"/>
                </a:cubicBezTo>
                <a:cubicBezTo>
                  <a:pt x="965" y="1097"/>
                  <a:pt x="968" y="1097"/>
                  <a:pt x="970" y="1098"/>
                </a:cubicBezTo>
                <a:cubicBezTo>
                  <a:pt x="972" y="1097"/>
                  <a:pt x="973" y="1096"/>
                  <a:pt x="974" y="1095"/>
                </a:cubicBezTo>
                <a:cubicBezTo>
                  <a:pt x="973" y="1095"/>
                  <a:pt x="971" y="1094"/>
                  <a:pt x="972" y="1091"/>
                </a:cubicBezTo>
                <a:cubicBezTo>
                  <a:pt x="972" y="1091"/>
                  <a:pt x="972" y="1091"/>
                  <a:pt x="972" y="1091"/>
                </a:cubicBezTo>
                <a:cubicBezTo>
                  <a:pt x="982" y="1091"/>
                  <a:pt x="982" y="1091"/>
                  <a:pt x="982" y="1091"/>
                </a:cubicBezTo>
                <a:cubicBezTo>
                  <a:pt x="992" y="1085"/>
                  <a:pt x="1001" y="1079"/>
                  <a:pt x="1011" y="1073"/>
                </a:cubicBezTo>
                <a:cubicBezTo>
                  <a:pt x="1010" y="1072"/>
                  <a:pt x="1009" y="1071"/>
                  <a:pt x="1008" y="1069"/>
                </a:cubicBezTo>
                <a:cubicBezTo>
                  <a:pt x="1007" y="1071"/>
                  <a:pt x="1006" y="1072"/>
                  <a:pt x="1006" y="1073"/>
                </a:cubicBezTo>
                <a:close/>
                <a:moveTo>
                  <a:pt x="1000" y="1091"/>
                </a:moveTo>
                <a:cubicBezTo>
                  <a:pt x="1000" y="1091"/>
                  <a:pt x="1001" y="1091"/>
                  <a:pt x="1002" y="1092"/>
                </a:cubicBezTo>
                <a:cubicBezTo>
                  <a:pt x="1002" y="1091"/>
                  <a:pt x="1002" y="1091"/>
                  <a:pt x="1002" y="1091"/>
                </a:cubicBezTo>
                <a:cubicBezTo>
                  <a:pt x="1008" y="1091"/>
                  <a:pt x="1008" y="1091"/>
                  <a:pt x="1008" y="1091"/>
                </a:cubicBezTo>
                <a:cubicBezTo>
                  <a:pt x="1009" y="1091"/>
                  <a:pt x="1009" y="1091"/>
                  <a:pt x="1009" y="1092"/>
                </a:cubicBezTo>
                <a:cubicBezTo>
                  <a:pt x="1010" y="1091"/>
                  <a:pt x="1010" y="1091"/>
                  <a:pt x="1010" y="1091"/>
                </a:cubicBezTo>
                <a:cubicBezTo>
                  <a:pt x="1020" y="1086"/>
                  <a:pt x="1029" y="1079"/>
                  <a:pt x="1039" y="1073"/>
                </a:cubicBezTo>
                <a:cubicBezTo>
                  <a:pt x="1026" y="1073"/>
                  <a:pt x="1026" y="1073"/>
                  <a:pt x="1026" y="1073"/>
                </a:cubicBezTo>
                <a:cubicBezTo>
                  <a:pt x="1017" y="1079"/>
                  <a:pt x="1008" y="1085"/>
                  <a:pt x="998" y="1091"/>
                </a:cubicBezTo>
                <a:lnTo>
                  <a:pt x="1000" y="1091"/>
                </a:lnTo>
                <a:close/>
                <a:moveTo>
                  <a:pt x="859" y="1143"/>
                </a:moveTo>
                <a:cubicBezTo>
                  <a:pt x="867" y="1141"/>
                  <a:pt x="874" y="1139"/>
                  <a:pt x="882" y="1137"/>
                </a:cubicBezTo>
                <a:cubicBezTo>
                  <a:pt x="880" y="1135"/>
                  <a:pt x="879" y="1133"/>
                  <a:pt x="879" y="1131"/>
                </a:cubicBezTo>
                <a:cubicBezTo>
                  <a:pt x="872" y="1133"/>
                  <a:pt x="866" y="1135"/>
                  <a:pt x="859" y="1136"/>
                </a:cubicBezTo>
                <a:cubicBezTo>
                  <a:pt x="860" y="1137"/>
                  <a:pt x="860" y="1139"/>
                  <a:pt x="861" y="1140"/>
                </a:cubicBezTo>
                <a:cubicBezTo>
                  <a:pt x="860" y="1140"/>
                  <a:pt x="859" y="1140"/>
                  <a:pt x="859" y="1140"/>
                </a:cubicBezTo>
                <a:cubicBezTo>
                  <a:pt x="859" y="1141"/>
                  <a:pt x="859" y="1142"/>
                  <a:pt x="859" y="1143"/>
                </a:cubicBezTo>
                <a:close/>
                <a:moveTo>
                  <a:pt x="164" y="1027"/>
                </a:moveTo>
                <a:cubicBezTo>
                  <a:pt x="170" y="1009"/>
                  <a:pt x="174" y="991"/>
                  <a:pt x="178" y="974"/>
                </a:cubicBezTo>
                <a:cubicBezTo>
                  <a:pt x="173" y="974"/>
                  <a:pt x="173" y="974"/>
                  <a:pt x="173" y="974"/>
                </a:cubicBezTo>
                <a:cubicBezTo>
                  <a:pt x="173" y="971"/>
                  <a:pt x="173" y="969"/>
                  <a:pt x="176" y="969"/>
                </a:cubicBezTo>
                <a:cubicBezTo>
                  <a:pt x="177" y="970"/>
                  <a:pt x="178" y="970"/>
                  <a:pt x="178" y="971"/>
                </a:cubicBezTo>
                <a:cubicBezTo>
                  <a:pt x="178" y="971"/>
                  <a:pt x="178" y="970"/>
                  <a:pt x="179" y="970"/>
                </a:cubicBezTo>
                <a:cubicBezTo>
                  <a:pt x="177" y="967"/>
                  <a:pt x="176" y="964"/>
                  <a:pt x="174" y="961"/>
                </a:cubicBezTo>
                <a:cubicBezTo>
                  <a:pt x="170" y="983"/>
                  <a:pt x="164" y="1005"/>
                  <a:pt x="158" y="1027"/>
                </a:cubicBezTo>
                <a:lnTo>
                  <a:pt x="164" y="1027"/>
                </a:lnTo>
                <a:close/>
                <a:moveTo>
                  <a:pt x="190" y="1000"/>
                </a:moveTo>
                <a:cubicBezTo>
                  <a:pt x="189" y="1004"/>
                  <a:pt x="190" y="1003"/>
                  <a:pt x="188" y="1005"/>
                </a:cubicBezTo>
                <a:cubicBezTo>
                  <a:pt x="188" y="1005"/>
                  <a:pt x="188" y="1005"/>
                  <a:pt x="188" y="1005"/>
                </a:cubicBezTo>
                <a:cubicBezTo>
                  <a:pt x="188" y="1006"/>
                  <a:pt x="188" y="1007"/>
                  <a:pt x="188" y="1007"/>
                </a:cubicBezTo>
                <a:cubicBezTo>
                  <a:pt x="190" y="1007"/>
                  <a:pt x="191" y="1008"/>
                  <a:pt x="193" y="1008"/>
                </a:cubicBezTo>
                <a:cubicBezTo>
                  <a:pt x="194" y="1006"/>
                  <a:pt x="194" y="1004"/>
                  <a:pt x="194" y="1003"/>
                </a:cubicBezTo>
                <a:cubicBezTo>
                  <a:pt x="193" y="1002"/>
                  <a:pt x="192" y="1001"/>
                  <a:pt x="190" y="1000"/>
                </a:cubicBezTo>
                <a:close/>
                <a:moveTo>
                  <a:pt x="148" y="1068"/>
                </a:moveTo>
                <a:cubicBezTo>
                  <a:pt x="146" y="1067"/>
                  <a:pt x="146" y="1065"/>
                  <a:pt x="146" y="1063"/>
                </a:cubicBezTo>
                <a:cubicBezTo>
                  <a:pt x="145" y="1065"/>
                  <a:pt x="144" y="1068"/>
                  <a:pt x="143" y="1070"/>
                </a:cubicBezTo>
                <a:cubicBezTo>
                  <a:pt x="144" y="1073"/>
                  <a:pt x="146" y="1076"/>
                  <a:pt x="147" y="1079"/>
                </a:cubicBezTo>
                <a:cubicBezTo>
                  <a:pt x="149" y="1074"/>
                  <a:pt x="150" y="1070"/>
                  <a:pt x="152" y="1066"/>
                </a:cubicBezTo>
                <a:cubicBezTo>
                  <a:pt x="151" y="1067"/>
                  <a:pt x="149" y="1067"/>
                  <a:pt x="148" y="1068"/>
                </a:cubicBezTo>
                <a:close/>
                <a:moveTo>
                  <a:pt x="254" y="961"/>
                </a:moveTo>
                <a:cubicBezTo>
                  <a:pt x="255" y="971"/>
                  <a:pt x="256" y="982"/>
                  <a:pt x="258" y="992"/>
                </a:cubicBezTo>
                <a:cubicBezTo>
                  <a:pt x="258" y="997"/>
                  <a:pt x="259" y="1001"/>
                  <a:pt x="260" y="1005"/>
                </a:cubicBezTo>
                <a:cubicBezTo>
                  <a:pt x="260" y="1004"/>
                  <a:pt x="260" y="1004"/>
                  <a:pt x="260" y="1004"/>
                </a:cubicBezTo>
                <a:cubicBezTo>
                  <a:pt x="263" y="1003"/>
                  <a:pt x="265" y="1004"/>
                  <a:pt x="267" y="1005"/>
                </a:cubicBezTo>
                <a:cubicBezTo>
                  <a:pt x="261" y="968"/>
                  <a:pt x="258" y="930"/>
                  <a:pt x="259" y="892"/>
                </a:cubicBezTo>
                <a:cubicBezTo>
                  <a:pt x="258" y="892"/>
                  <a:pt x="258" y="892"/>
                  <a:pt x="257" y="892"/>
                </a:cubicBezTo>
                <a:cubicBezTo>
                  <a:pt x="257" y="890"/>
                  <a:pt x="258" y="890"/>
                  <a:pt x="259" y="889"/>
                </a:cubicBezTo>
                <a:cubicBezTo>
                  <a:pt x="259" y="881"/>
                  <a:pt x="259" y="874"/>
                  <a:pt x="260" y="866"/>
                </a:cubicBezTo>
                <a:cubicBezTo>
                  <a:pt x="253" y="866"/>
                  <a:pt x="253" y="866"/>
                  <a:pt x="253" y="866"/>
                </a:cubicBezTo>
                <a:cubicBezTo>
                  <a:pt x="253" y="866"/>
                  <a:pt x="253" y="866"/>
                  <a:pt x="254" y="865"/>
                </a:cubicBezTo>
                <a:cubicBezTo>
                  <a:pt x="254" y="865"/>
                  <a:pt x="253" y="865"/>
                  <a:pt x="253" y="865"/>
                </a:cubicBezTo>
                <a:cubicBezTo>
                  <a:pt x="251" y="887"/>
                  <a:pt x="251" y="909"/>
                  <a:pt x="252" y="931"/>
                </a:cubicBezTo>
                <a:cubicBezTo>
                  <a:pt x="252" y="931"/>
                  <a:pt x="252" y="932"/>
                  <a:pt x="252" y="933"/>
                </a:cubicBezTo>
                <a:cubicBezTo>
                  <a:pt x="252" y="933"/>
                  <a:pt x="252" y="933"/>
                  <a:pt x="252" y="933"/>
                </a:cubicBezTo>
                <a:cubicBezTo>
                  <a:pt x="252" y="940"/>
                  <a:pt x="253" y="947"/>
                  <a:pt x="253" y="955"/>
                </a:cubicBezTo>
                <a:cubicBezTo>
                  <a:pt x="258" y="955"/>
                  <a:pt x="258" y="955"/>
                  <a:pt x="258" y="955"/>
                </a:cubicBezTo>
                <a:cubicBezTo>
                  <a:pt x="257" y="957"/>
                  <a:pt x="257" y="959"/>
                  <a:pt x="256" y="961"/>
                </a:cubicBezTo>
                <a:cubicBezTo>
                  <a:pt x="256" y="961"/>
                  <a:pt x="255" y="961"/>
                  <a:pt x="254" y="961"/>
                </a:cubicBezTo>
                <a:close/>
                <a:moveTo>
                  <a:pt x="208" y="930"/>
                </a:moveTo>
                <a:cubicBezTo>
                  <a:pt x="207" y="930"/>
                  <a:pt x="206" y="930"/>
                  <a:pt x="206" y="930"/>
                </a:cubicBezTo>
                <a:cubicBezTo>
                  <a:pt x="205" y="927"/>
                  <a:pt x="206" y="926"/>
                  <a:pt x="209" y="926"/>
                </a:cubicBezTo>
                <a:cubicBezTo>
                  <a:pt x="209" y="924"/>
                  <a:pt x="210" y="922"/>
                  <a:pt x="210" y="920"/>
                </a:cubicBezTo>
                <a:cubicBezTo>
                  <a:pt x="209" y="920"/>
                  <a:pt x="208" y="920"/>
                  <a:pt x="207" y="919"/>
                </a:cubicBezTo>
                <a:cubicBezTo>
                  <a:pt x="210" y="919"/>
                  <a:pt x="210" y="919"/>
                  <a:pt x="210" y="919"/>
                </a:cubicBezTo>
                <a:cubicBezTo>
                  <a:pt x="211" y="913"/>
                  <a:pt x="212" y="908"/>
                  <a:pt x="213" y="902"/>
                </a:cubicBezTo>
                <a:cubicBezTo>
                  <a:pt x="207" y="902"/>
                  <a:pt x="207" y="902"/>
                  <a:pt x="207" y="902"/>
                </a:cubicBezTo>
                <a:cubicBezTo>
                  <a:pt x="208" y="902"/>
                  <a:pt x="208" y="901"/>
                  <a:pt x="209" y="901"/>
                </a:cubicBezTo>
                <a:cubicBezTo>
                  <a:pt x="208" y="900"/>
                  <a:pt x="208" y="898"/>
                  <a:pt x="208" y="896"/>
                </a:cubicBezTo>
                <a:cubicBezTo>
                  <a:pt x="205" y="909"/>
                  <a:pt x="203" y="922"/>
                  <a:pt x="201" y="935"/>
                </a:cubicBezTo>
                <a:cubicBezTo>
                  <a:pt x="201" y="935"/>
                  <a:pt x="201" y="936"/>
                  <a:pt x="201" y="937"/>
                </a:cubicBezTo>
                <a:cubicBezTo>
                  <a:pt x="201" y="937"/>
                  <a:pt x="201" y="937"/>
                  <a:pt x="201" y="937"/>
                </a:cubicBezTo>
                <a:cubicBezTo>
                  <a:pt x="199" y="947"/>
                  <a:pt x="198" y="956"/>
                  <a:pt x="196" y="966"/>
                </a:cubicBezTo>
                <a:cubicBezTo>
                  <a:pt x="196" y="967"/>
                  <a:pt x="196" y="968"/>
                  <a:pt x="195" y="969"/>
                </a:cubicBezTo>
                <a:cubicBezTo>
                  <a:pt x="196" y="968"/>
                  <a:pt x="198" y="968"/>
                  <a:pt x="200" y="969"/>
                </a:cubicBezTo>
                <a:cubicBezTo>
                  <a:pt x="200" y="972"/>
                  <a:pt x="197" y="972"/>
                  <a:pt x="195" y="971"/>
                </a:cubicBezTo>
                <a:cubicBezTo>
                  <a:pt x="194" y="978"/>
                  <a:pt x="192" y="984"/>
                  <a:pt x="191" y="991"/>
                </a:cubicBezTo>
                <a:cubicBezTo>
                  <a:pt x="197" y="991"/>
                  <a:pt x="197" y="991"/>
                  <a:pt x="197" y="991"/>
                </a:cubicBezTo>
                <a:cubicBezTo>
                  <a:pt x="201" y="971"/>
                  <a:pt x="204" y="950"/>
                  <a:pt x="208" y="930"/>
                </a:cubicBezTo>
                <a:close/>
                <a:moveTo>
                  <a:pt x="916" y="1139"/>
                </a:moveTo>
                <a:cubicBezTo>
                  <a:pt x="915" y="1138"/>
                  <a:pt x="915" y="1138"/>
                  <a:pt x="914" y="1137"/>
                </a:cubicBezTo>
                <a:cubicBezTo>
                  <a:pt x="913" y="1138"/>
                  <a:pt x="911" y="1137"/>
                  <a:pt x="910" y="1136"/>
                </a:cubicBezTo>
                <a:cubicBezTo>
                  <a:pt x="910" y="1136"/>
                  <a:pt x="910" y="1136"/>
                  <a:pt x="910" y="1136"/>
                </a:cubicBezTo>
                <a:cubicBezTo>
                  <a:pt x="908" y="1138"/>
                  <a:pt x="907" y="1140"/>
                  <a:pt x="905" y="1141"/>
                </a:cubicBezTo>
                <a:cubicBezTo>
                  <a:pt x="904" y="1141"/>
                  <a:pt x="903" y="1141"/>
                  <a:pt x="902" y="1141"/>
                </a:cubicBezTo>
                <a:cubicBezTo>
                  <a:pt x="902" y="1142"/>
                  <a:pt x="903" y="1143"/>
                  <a:pt x="903" y="1143"/>
                </a:cubicBezTo>
                <a:cubicBezTo>
                  <a:pt x="907" y="1142"/>
                  <a:pt x="911" y="1140"/>
                  <a:pt x="916" y="1139"/>
                </a:cubicBezTo>
                <a:close/>
                <a:moveTo>
                  <a:pt x="61" y="355"/>
                </a:moveTo>
                <a:cubicBezTo>
                  <a:pt x="62" y="353"/>
                  <a:pt x="61" y="352"/>
                  <a:pt x="61" y="351"/>
                </a:cubicBezTo>
                <a:cubicBezTo>
                  <a:pt x="60" y="352"/>
                  <a:pt x="58" y="354"/>
                  <a:pt x="56" y="355"/>
                </a:cubicBezTo>
                <a:cubicBezTo>
                  <a:pt x="58" y="356"/>
                  <a:pt x="59" y="356"/>
                  <a:pt x="61" y="355"/>
                </a:cubicBezTo>
                <a:close/>
                <a:moveTo>
                  <a:pt x="49" y="333"/>
                </a:moveTo>
                <a:cubicBezTo>
                  <a:pt x="39" y="333"/>
                  <a:pt x="39" y="333"/>
                  <a:pt x="39" y="333"/>
                </a:cubicBezTo>
                <a:cubicBezTo>
                  <a:pt x="33" y="339"/>
                  <a:pt x="26" y="344"/>
                  <a:pt x="20" y="350"/>
                </a:cubicBezTo>
                <a:cubicBezTo>
                  <a:pt x="29" y="350"/>
                  <a:pt x="29" y="350"/>
                  <a:pt x="29" y="350"/>
                </a:cubicBezTo>
                <a:cubicBezTo>
                  <a:pt x="36" y="344"/>
                  <a:pt x="42" y="339"/>
                  <a:pt x="49" y="333"/>
                </a:cubicBezTo>
                <a:close/>
                <a:moveTo>
                  <a:pt x="611" y="1204"/>
                </a:moveTo>
                <a:cubicBezTo>
                  <a:pt x="611" y="1204"/>
                  <a:pt x="610" y="1203"/>
                  <a:pt x="610" y="1203"/>
                </a:cubicBezTo>
                <a:cubicBezTo>
                  <a:pt x="610" y="1204"/>
                  <a:pt x="610" y="1204"/>
                  <a:pt x="610" y="1204"/>
                </a:cubicBezTo>
                <a:cubicBezTo>
                  <a:pt x="610" y="1204"/>
                  <a:pt x="610" y="1204"/>
                  <a:pt x="611" y="1204"/>
                </a:cubicBezTo>
                <a:close/>
                <a:moveTo>
                  <a:pt x="601" y="1208"/>
                </a:moveTo>
                <a:cubicBezTo>
                  <a:pt x="603" y="1208"/>
                  <a:pt x="606" y="1209"/>
                  <a:pt x="609" y="1210"/>
                </a:cubicBezTo>
                <a:cubicBezTo>
                  <a:pt x="608" y="1208"/>
                  <a:pt x="608" y="1206"/>
                  <a:pt x="607" y="1204"/>
                </a:cubicBezTo>
                <a:cubicBezTo>
                  <a:pt x="606" y="1206"/>
                  <a:pt x="604" y="1207"/>
                  <a:pt x="601" y="1208"/>
                </a:cubicBezTo>
                <a:close/>
                <a:moveTo>
                  <a:pt x="300" y="918"/>
                </a:moveTo>
                <a:cubicBezTo>
                  <a:pt x="299" y="900"/>
                  <a:pt x="299" y="881"/>
                  <a:pt x="301" y="863"/>
                </a:cubicBezTo>
                <a:cubicBezTo>
                  <a:pt x="300" y="862"/>
                  <a:pt x="299" y="862"/>
                  <a:pt x="298" y="861"/>
                </a:cubicBezTo>
                <a:cubicBezTo>
                  <a:pt x="299" y="860"/>
                  <a:pt x="300" y="859"/>
                  <a:pt x="301" y="859"/>
                </a:cubicBezTo>
                <a:cubicBezTo>
                  <a:pt x="302" y="845"/>
                  <a:pt x="304" y="831"/>
                  <a:pt x="306" y="817"/>
                </a:cubicBezTo>
                <a:cubicBezTo>
                  <a:pt x="306" y="817"/>
                  <a:pt x="306" y="816"/>
                  <a:pt x="306" y="816"/>
                </a:cubicBezTo>
                <a:cubicBezTo>
                  <a:pt x="306" y="814"/>
                  <a:pt x="304" y="813"/>
                  <a:pt x="304" y="812"/>
                </a:cubicBezTo>
                <a:cubicBezTo>
                  <a:pt x="307" y="811"/>
                  <a:pt x="307" y="811"/>
                  <a:pt x="307" y="811"/>
                </a:cubicBezTo>
                <a:cubicBezTo>
                  <a:pt x="309" y="804"/>
                  <a:pt x="310" y="796"/>
                  <a:pt x="312" y="788"/>
                </a:cubicBezTo>
                <a:cubicBezTo>
                  <a:pt x="310" y="789"/>
                  <a:pt x="309" y="790"/>
                  <a:pt x="305" y="791"/>
                </a:cubicBezTo>
                <a:cubicBezTo>
                  <a:pt x="303" y="799"/>
                  <a:pt x="301" y="807"/>
                  <a:pt x="300" y="815"/>
                </a:cubicBezTo>
                <a:cubicBezTo>
                  <a:pt x="300" y="815"/>
                  <a:pt x="300" y="815"/>
                  <a:pt x="300" y="815"/>
                </a:cubicBezTo>
                <a:cubicBezTo>
                  <a:pt x="300" y="816"/>
                  <a:pt x="302" y="816"/>
                  <a:pt x="303" y="818"/>
                </a:cubicBezTo>
                <a:cubicBezTo>
                  <a:pt x="302" y="820"/>
                  <a:pt x="300" y="822"/>
                  <a:pt x="298" y="823"/>
                </a:cubicBezTo>
                <a:cubicBezTo>
                  <a:pt x="297" y="834"/>
                  <a:pt x="295" y="846"/>
                  <a:pt x="294" y="857"/>
                </a:cubicBezTo>
                <a:cubicBezTo>
                  <a:pt x="295" y="858"/>
                  <a:pt x="296" y="858"/>
                  <a:pt x="297" y="858"/>
                </a:cubicBezTo>
                <a:cubicBezTo>
                  <a:pt x="296" y="859"/>
                  <a:pt x="295" y="860"/>
                  <a:pt x="294" y="860"/>
                </a:cubicBezTo>
                <a:cubicBezTo>
                  <a:pt x="292" y="881"/>
                  <a:pt x="292" y="901"/>
                  <a:pt x="293" y="922"/>
                </a:cubicBezTo>
                <a:cubicBezTo>
                  <a:pt x="293" y="921"/>
                  <a:pt x="294" y="921"/>
                  <a:pt x="295" y="921"/>
                </a:cubicBezTo>
                <a:cubicBezTo>
                  <a:pt x="297" y="922"/>
                  <a:pt x="302" y="927"/>
                  <a:pt x="297" y="929"/>
                </a:cubicBezTo>
                <a:cubicBezTo>
                  <a:pt x="297" y="926"/>
                  <a:pt x="295" y="926"/>
                  <a:pt x="293" y="926"/>
                </a:cubicBezTo>
                <a:cubicBezTo>
                  <a:pt x="295" y="965"/>
                  <a:pt x="303" y="1004"/>
                  <a:pt x="315" y="1041"/>
                </a:cubicBezTo>
                <a:cubicBezTo>
                  <a:pt x="315" y="1041"/>
                  <a:pt x="315" y="1040"/>
                  <a:pt x="315" y="1040"/>
                </a:cubicBezTo>
                <a:cubicBezTo>
                  <a:pt x="318" y="1042"/>
                  <a:pt x="321" y="1042"/>
                  <a:pt x="323" y="1043"/>
                </a:cubicBezTo>
                <a:cubicBezTo>
                  <a:pt x="319" y="1030"/>
                  <a:pt x="315" y="1018"/>
                  <a:pt x="312" y="1005"/>
                </a:cubicBezTo>
                <a:cubicBezTo>
                  <a:pt x="311" y="1005"/>
                  <a:pt x="310" y="1005"/>
                  <a:pt x="308" y="1005"/>
                </a:cubicBezTo>
                <a:cubicBezTo>
                  <a:pt x="310" y="1002"/>
                  <a:pt x="304" y="999"/>
                  <a:pt x="309" y="998"/>
                </a:cubicBezTo>
                <a:cubicBezTo>
                  <a:pt x="310" y="999"/>
                  <a:pt x="310" y="1000"/>
                  <a:pt x="311" y="1001"/>
                </a:cubicBezTo>
                <a:cubicBezTo>
                  <a:pt x="309" y="991"/>
                  <a:pt x="307" y="982"/>
                  <a:pt x="306" y="972"/>
                </a:cubicBezTo>
                <a:cubicBezTo>
                  <a:pt x="305" y="972"/>
                  <a:pt x="305" y="972"/>
                  <a:pt x="305" y="972"/>
                </a:cubicBezTo>
                <a:cubicBezTo>
                  <a:pt x="303" y="971"/>
                  <a:pt x="303" y="965"/>
                  <a:pt x="302" y="963"/>
                </a:cubicBezTo>
                <a:cubicBezTo>
                  <a:pt x="303" y="963"/>
                  <a:pt x="303" y="962"/>
                  <a:pt x="304" y="962"/>
                </a:cubicBezTo>
                <a:cubicBezTo>
                  <a:pt x="302" y="948"/>
                  <a:pt x="301" y="933"/>
                  <a:pt x="300" y="918"/>
                </a:cubicBezTo>
                <a:close/>
                <a:moveTo>
                  <a:pt x="624" y="1214"/>
                </a:moveTo>
                <a:cubicBezTo>
                  <a:pt x="624" y="1214"/>
                  <a:pt x="625" y="1214"/>
                  <a:pt x="625" y="1214"/>
                </a:cubicBezTo>
                <a:cubicBezTo>
                  <a:pt x="626" y="1211"/>
                  <a:pt x="627" y="1209"/>
                  <a:pt x="629" y="1208"/>
                </a:cubicBezTo>
                <a:cubicBezTo>
                  <a:pt x="626" y="1207"/>
                  <a:pt x="623" y="1207"/>
                  <a:pt x="620" y="1206"/>
                </a:cubicBezTo>
                <a:cubicBezTo>
                  <a:pt x="619" y="1207"/>
                  <a:pt x="619" y="1208"/>
                  <a:pt x="620" y="1209"/>
                </a:cubicBezTo>
                <a:cubicBezTo>
                  <a:pt x="621" y="1208"/>
                  <a:pt x="624" y="1209"/>
                  <a:pt x="624" y="1210"/>
                </a:cubicBezTo>
                <a:cubicBezTo>
                  <a:pt x="624" y="1212"/>
                  <a:pt x="625" y="1212"/>
                  <a:pt x="624" y="1214"/>
                </a:cubicBezTo>
                <a:close/>
                <a:moveTo>
                  <a:pt x="615" y="1211"/>
                </a:moveTo>
                <a:cubicBezTo>
                  <a:pt x="616" y="1212"/>
                  <a:pt x="617" y="1212"/>
                  <a:pt x="617" y="1212"/>
                </a:cubicBezTo>
                <a:cubicBezTo>
                  <a:pt x="617" y="1212"/>
                  <a:pt x="616" y="1211"/>
                  <a:pt x="615" y="1210"/>
                </a:cubicBezTo>
                <a:cubicBezTo>
                  <a:pt x="615" y="1211"/>
                  <a:pt x="615" y="1211"/>
                  <a:pt x="615" y="1211"/>
                </a:cubicBezTo>
                <a:close/>
                <a:moveTo>
                  <a:pt x="467" y="1185"/>
                </a:moveTo>
                <a:cubicBezTo>
                  <a:pt x="464" y="1185"/>
                  <a:pt x="464" y="1185"/>
                  <a:pt x="464" y="1185"/>
                </a:cubicBezTo>
                <a:cubicBezTo>
                  <a:pt x="463" y="1184"/>
                  <a:pt x="461" y="1183"/>
                  <a:pt x="459" y="1182"/>
                </a:cubicBezTo>
                <a:cubicBezTo>
                  <a:pt x="459" y="1181"/>
                  <a:pt x="459" y="1180"/>
                  <a:pt x="460" y="1180"/>
                </a:cubicBezTo>
                <a:cubicBezTo>
                  <a:pt x="457" y="1178"/>
                  <a:pt x="454" y="1176"/>
                  <a:pt x="451" y="1174"/>
                </a:cubicBezTo>
                <a:cubicBezTo>
                  <a:pt x="451" y="1176"/>
                  <a:pt x="451" y="1178"/>
                  <a:pt x="451" y="1180"/>
                </a:cubicBezTo>
                <a:cubicBezTo>
                  <a:pt x="461" y="1188"/>
                  <a:pt x="472" y="1195"/>
                  <a:pt x="484" y="1202"/>
                </a:cubicBezTo>
                <a:cubicBezTo>
                  <a:pt x="495" y="1202"/>
                  <a:pt x="495" y="1202"/>
                  <a:pt x="495" y="1202"/>
                </a:cubicBezTo>
                <a:cubicBezTo>
                  <a:pt x="485" y="1197"/>
                  <a:pt x="476" y="1191"/>
                  <a:pt x="467" y="1185"/>
                </a:cubicBezTo>
                <a:close/>
                <a:moveTo>
                  <a:pt x="71" y="386"/>
                </a:moveTo>
                <a:cubicBezTo>
                  <a:pt x="78" y="380"/>
                  <a:pt x="84" y="374"/>
                  <a:pt x="91" y="368"/>
                </a:cubicBezTo>
                <a:cubicBezTo>
                  <a:pt x="92" y="367"/>
                  <a:pt x="92" y="366"/>
                  <a:pt x="92" y="365"/>
                </a:cubicBezTo>
                <a:cubicBezTo>
                  <a:pt x="90" y="365"/>
                  <a:pt x="87" y="365"/>
                  <a:pt x="85" y="365"/>
                </a:cubicBezTo>
                <a:cubicBezTo>
                  <a:pt x="86" y="366"/>
                  <a:pt x="87" y="367"/>
                  <a:pt x="88" y="368"/>
                </a:cubicBezTo>
                <a:cubicBezTo>
                  <a:pt x="81" y="368"/>
                  <a:pt x="81" y="368"/>
                  <a:pt x="81" y="368"/>
                </a:cubicBezTo>
                <a:cubicBezTo>
                  <a:pt x="74" y="374"/>
                  <a:pt x="68" y="380"/>
                  <a:pt x="61" y="386"/>
                </a:cubicBezTo>
                <a:lnTo>
                  <a:pt x="71" y="386"/>
                </a:lnTo>
                <a:close/>
                <a:moveTo>
                  <a:pt x="553" y="1202"/>
                </a:moveTo>
                <a:cubicBezTo>
                  <a:pt x="542" y="1196"/>
                  <a:pt x="532" y="1191"/>
                  <a:pt x="522" y="1184"/>
                </a:cubicBezTo>
                <a:cubicBezTo>
                  <a:pt x="509" y="1185"/>
                  <a:pt x="509" y="1185"/>
                  <a:pt x="509" y="1185"/>
                </a:cubicBezTo>
                <a:cubicBezTo>
                  <a:pt x="518" y="1191"/>
                  <a:pt x="528" y="1196"/>
                  <a:pt x="538" y="1202"/>
                </a:cubicBezTo>
                <a:lnTo>
                  <a:pt x="553" y="1202"/>
                </a:lnTo>
                <a:close/>
                <a:moveTo>
                  <a:pt x="50" y="369"/>
                </a:moveTo>
                <a:cubicBezTo>
                  <a:pt x="41" y="369"/>
                  <a:pt x="41" y="369"/>
                  <a:pt x="41" y="369"/>
                </a:cubicBezTo>
                <a:cubicBezTo>
                  <a:pt x="41" y="369"/>
                  <a:pt x="40" y="370"/>
                  <a:pt x="39" y="371"/>
                </a:cubicBezTo>
                <a:cubicBezTo>
                  <a:pt x="33" y="376"/>
                  <a:pt x="28" y="381"/>
                  <a:pt x="23" y="386"/>
                </a:cubicBezTo>
                <a:cubicBezTo>
                  <a:pt x="32" y="386"/>
                  <a:pt x="32" y="386"/>
                  <a:pt x="32" y="386"/>
                </a:cubicBezTo>
                <a:cubicBezTo>
                  <a:pt x="38" y="380"/>
                  <a:pt x="44" y="374"/>
                  <a:pt x="50" y="369"/>
                </a:cubicBezTo>
                <a:close/>
                <a:moveTo>
                  <a:pt x="1050" y="1105"/>
                </a:moveTo>
                <a:cubicBezTo>
                  <a:pt x="1050" y="1105"/>
                  <a:pt x="1050" y="1104"/>
                  <a:pt x="1050" y="1103"/>
                </a:cubicBezTo>
                <a:cubicBezTo>
                  <a:pt x="1048" y="1104"/>
                  <a:pt x="1043" y="1102"/>
                  <a:pt x="1041" y="1104"/>
                </a:cubicBezTo>
                <a:cubicBezTo>
                  <a:pt x="1043" y="1104"/>
                  <a:pt x="1044" y="1105"/>
                  <a:pt x="1045" y="1106"/>
                </a:cubicBezTo>
                <a:cubicBezTo>
                  <a:pt x="1045" y="1106"/>
                  <a:pt x="1046" y="1106"/>
                  <a:pt x="1047" y="1106"/>
                </a:cubicBezTo>
                <a:cubicBezTo>
                  <a:pt x="1047" y="1106"/>
                  <a:pt x="1047" y="1107"/>
                  <a:pt x="1047" y="1107"/>
                </a:cubicBezTo>
                <a:cubicBezTo>
                  <a:pt x="1048" y="1107"/>
                  <a:pt x="1049" y="1106"/>
                  <a:pt x="1050" y="1105"/>
                </a:cubicBezTo>
                <a:close/>
                <a:moveTo>
                  <a:pt x="1052" y="1101"/>
                </a:moveTo>
                <a:cubicBezTo>
                  <a:pt x="1052" y="1101"/>
                  <a:pt x="1053" y="1102"/>
                  <a:pt x="1054" y="1102"/>
                </a:cubicBezTo>
                <a:cubicBezTo>
                  <a:pt x="1055" y="1102"/>
                  <a:pt x="1055" y="1102"/>
                  <a:pt x="1055" y="1102"/>
                </a:cubicBezTo>
                <a:cubicBezTo>
                  <a:pt x="1055" y="1100"/>
                  <a:pt x="1054" y="1099"/>
                  <a:pt x="1054" y="1096"/>
                </a:cubicBezTo>
                <a:cubicBezTo>
                  <a:pt x="1052" y="1097"/>
                  <a:pt x="1054" y="1101"/>
                  <a:pt x="1052" y="1101"/>
                </a:cubicBezTo>
                <a:close/>
                <a:moveTo>
                  <a:pt x="1081" y="1073"/>
                </a:moveTo>
                <a:cubicBezTo>
                  <a:pt x="1078" y="1076"/>
                  <a:pt x="1074" y="1078"/>
                  <a:pt x="1070" y="1081"/>
                </a:cubicBezTo>
                <a:cubicBezTo>
                  <a:pt x="1066" y="1084"/>
                  <a:pt x="1062" y="1087"/>
                  <a:pt x="1058" y="1090"/>
                </a:cubicBezTo>
                <a:cubicBezTo>
                  <a:pt x="1071" y="1090"/>
                  <a:pt x="1071" y="1090"/>
                  <a:pt x="1071" y="1090"/>
                </a:cubicBezTo>
                <a:cubicBezTo>
                  <a:pt x="1079" y="1084"/>
                  <a:pt x="1086" y="1079"/>
                  <a:pt x="1094" y="1073"/>
                </a:cubicBezTo>
                <a:lnTo>
                  <a:pt x="1081" y="1073"/>
                </a:lnTo>
                <a:close/>
                <a:moveTo>
                  <a:pt x="1117" y="830"/>
                </a:moveTo>
                <a:cubicBezTo>
                  <a:pt x="1110" y="834"/>
                  <a:pt x="1103" y="837"/>
                  <a:pt x="1095" y="841"/>
                </a:cubicBezTo>
                <a:cubicBezTo>
                  <a:pt x="1096" y="843"/>
                  <a:pt x="1097" y="845"/>
                  <a:pt x="1098" y="847"/>
                </a:cubicBezTo>
                <a:cubicBezTo>
                  <a:pt x="1105" y="843"/>
                  <a:pt x="1112" y="840"/>
                  <a:pt x="1119" y="837"/>
                </a:cubicBezTo>
                <a:cubicBezTo>
                  <a:pt x="1123" y="835"/>
                  <a:pt x="1121" y="829"/>
                  <a:pt x="1117" y="830"/>
                </a:cubicBezTo>
                <a:close/>
                <a:moveTo>
                  <a:pt x="1142" y="1022"/>
                </a:moveTo>
                <a:cubicBezTo>
                  <a:pt x="1142" y="1022"/>
                  <a:pt x="1141" y="1021"/>
                  <a:pt x="1141" y="1021"/>
                </a:cubicBezTo>
                <a:cubicBezTo>
                  <a:pt x="1141" y="1021"/>
                  <a:pt x="1140" y="1021"/>
                  <a:pt x="1140" y="1021"/>
                </a:cubicBezTo>
                <a:cubicBezTo>
                  <a:pt x="1140" y="1021"/>
                  <a:pt x="1140" y="1021"/>
                  <a:pt x="1139" y="1021"/>
                </a:cubicBezTo>
                <a:cubicBezTo>
                  <a:pt x="1136" y="1026"/>
                  <a:pt x="1131" y="1030"/>
                  <a:pt x="1127" y="1034"/>
                </a:cubicBezTo>
                <a:cubicBezTo>
                  <a:pt x="1129" y="1035"/>
                  <a:pt x="1130" y="1036"/>
                  <a:pt x="1132" y="1037"/>
                </a:cubicBezTo>
                <a:cubicBezTo>
                  <a:pt x="1124" y="1037"/>
                  <a:pt x="1124" y="1037"/>
                  <a:pt x="1124" y="1037"/>
                </a:cubicBezTo>
                <a:cubicBezTo>
                  <a:pt x="1116" y="1044"/>
                  <a:pt x="1108" y="1051"/>
                  <a:pt x="1100" y="1058"/>
                </a:cubicBezTo>
                <a:cubicBezTo>
                  <a:pt x="1100" y="1058"/>
                  <a:pt x="1101" y="1059"/>
                  <a:pt x="1101" y="1059"/>
                </a:cubicBezTo>
                <a:cubicBezTo>
                  <a:pt x="1101" y="1059"/>
                  <a:pt x="1102" y="1059"/>
                  <a:pt x="1102" y="1059"/>
                </a:cubicBezTo>
                <a:cubicBezTo>
                  <a:pt x="1102" y="1059"/>
                  <a:pt x="1102" y="1059"/>
                  <a:pt x="1102" y="1059"/>
                </a:cubicBezTo>
                <a:cubicBezTo>
                  <a:pt x="1103" y="1060"/>
                  <a:pt x="1105" y="1060"/>
                  <a:pt x="1106" y="1060"/>
                </a:cubicBezTo>
                <a:cubicBezTo>
                  <a:pt x="1106" y="1058"/>
                  <a:pt x="1108" y="1055"/>
                  <a:pt x="1110" y="1054"/>
                </a:cubicBezTo>
                <a:cubicBezTo>
                  <a:pt x="1115" y="1054"/>
                  <a:pt x="1115" y="1054"/>
                  <a:pt x="1115" y="1054"/>
                </a:cubicBezTo>
                <a:cubicBezTo>
                  <a:pt x="1115" y="1054"/>
                  <a:pt x="1115" y="1054"/>
                  <a:pt x="1115" y="1054"/>
                </a:cubicBezTo>
                <a:cubicBezTo>
                  <a:pt x="1115" y="1054"/>
                  <a:pt x="1115" y="1054"/>
                  <a:pt x="1115" y="1054"/>
                </a:cubicBezTo>
                <a:cubicBezTo>
                  <a:pt x="1115" y="1054"/>
                  <a:pt x="1115" y="1054"/>
                  <a:pt x="1115" y="1054"/>
                </a:cubicBezTo>
                <a:cubicBezTo>
                  <a:pt x="1116" y="1054"/>
                  <a:pt x="1116" y="1054"/>
                  <a:pt x="1116" y="1054"/>
                </a:cubicBezTo>
                <a:cubicBezTo>
                  <a:pt x="1122" y="1048"/>
                  <a:pt x="1128" y="1042"/>
                  <a:pt x="1134" y="1036"/>
                </a:cubicBezTo>
                <a:cubicBezTo>
                  <a:pt x="1135" y="1034"/>
                  <a:pt x="1137" y="1032"/>
                  <a:pt x="1139" y="1031"/>
                </a:cubicBezTo>
                <a:cubicBezTo>
                  <a:pt x="1139" y="1030"/>
                  <a:pt x="1139" y="1030"/>
                  <a:pt x="1139" y="1030"/>
                </a:cubicBezTo>
                <a:cubicBezTo>
                  <a:pt x="1139" y="1030"/>
                  <a:pt x="1140" y="1030"/>
                  <a:pt x="1140" y="1030"/>
                </a:cubicBezTo>
                <a:cubicBezTo>
                  <a:pt x="1142" y="1029"/>
                  <a:pt x="1143" y="1027"/>
                  <a:pt x="1145" y="1026"/>
                </a:cubicBezTo>
                <a:cubicBezTo>
                  <a:pt x="1146" y="1024"/>
                  <a:pt x="1145" y="1022"/>
                  <a:pt x="1144" y="1021"/>
                </a:cubicBezTo>
                <a:cubicBezTo>
                  <a:pt x="1143" y="1021"/>
                  <a:pt x="1143" y="1022"/>
                  <a:pt x="1142" y="1022"/>
                </a:cubicBezTo>
                <a:close/>
                <a:moveTo>
                  <a:pt x="945" y="1119"/>
                </a:moveTo>
                <a:cubicBezTo>
                  <a:pt x="939" y="1122"/>
                  <a:pt x="933" y="1124"/>
                  <a:pt x="927" y="1127"/>
                </a:cubicBezTo>
                <a:cubicBezTo>
                  <a:pt x="945" y="1127"/>
                  <a:pt x="945" y="1127"/>
                  <a:pt x="945" y="1127"/>
                </a:cubicBezTo>
                <a:cubicBezTo>
                  <a:pt x="957" y="1121"/>
                  <a:pt x="968" y="1116"/>
                  <a:pt x="980" y="1109"/>
                </a:cubicBezTo>
                <a:cubicBezTo>
                  <a:pt x="965" y="1109"/>
                  <a:pt x="965" y="1109"/>
                  <a:pt x="965" y="1109"/>
                </a:cubicBezTo>
                <a:cubicBezTo>
                  <a:pt x="958" y="1113"/>
                  <a:pt x="952" y="1116"/>
                  <a:pt x="945" y="1119"/>
                </a:cubicBezTo>
                <a:close/>
                <a:moveTo>
                  <a:pt x="983" y="1126"/>
                </a:moveTo>
                <a:cubicBezTo>
                  <a:pt x="993" y="1121"/>
                  <a:pt x="1003" y="1115"/>
                  <a:pt x="1013" y="1109"/>
                </a:cubicBezTo>
                <a:cubicBezTo>
                  <a:pt x="999" y="1109"/>
                  <a:pt x="999" y="1109"/>
                  <a:pt x="999" y="1109"/>
                </a:cubicBezTo>
                <a:cubicBezTo>
                  <a:pt x="989" y="1115"/>
                  <a:pt x="978" y="1121"/>
                  <a:pt x="968" y="1127"/>
                </a:cubicBezTo>
                <a:lnTo>
                  <a:pt x="983" y="1126"/>
                </a:lnTo>
                <a:close/>
                <a:moveTo>
                  <a:pt x="962" y="1135"/>
                </a:moveTo>
                <a:cubicBezTo>
                  <a:pt x="962" y="1134"/>
                  <a:pt x="961" y="1133"/>
                  <a:pt x="961" y="1132"/>
                </a:cubicBezTo>
                <a:cubicBezTo>
                  <a:pt x="961" y="1132"/>
                  <a:pt x="960" y="1132"/>
                  <a:pt x="959" y="1132"/>
                </a:cubicBezTo>
                <a:cubicBezTo>
                  <a:pt x="960" y="1132"/>
                  <a:pt x="960" y="1134"/>
                  <a:pt x="960" y="1135"/>
                </a:cubicBezTo>
                <a:cubicBezTo>
                  <a:pt x="961" y="1135"/>
                  <a:pt x="961" y="1135"/>
                  <a:pt x="962" y="1135"/>
                </a:cubicBezTo>
                <a:close/>
                <a:moveTo>
                  <a:pt x="687" y="311"/>
                </a:moveTo>
                <a:cubicBezTo>
                  <a:pt x="685" y="311"/>
                  <a:pt x="684" y="311"/>
                  <a:pt x="682" y="311"/>
                </a:cubicBezTo>
                <a:cubicBezTo>
                  <a:pt x="682" y="313"/>
                  <a:pt x="682" y="315"/>
                  <a:pt x="681" y="317"/>
                </a:cubicBezTo>
                <a:cubicBezTo>
                  <a:pt x="684" y="318"/>
                  <a:pt x="686" y="318"/>
                  <a:pt x="689" y="318"/>
                </a:cubicBezTo>
                <a:cubicBezTo>
                  <a:pt x="689" y="316"/>
                  <a:pt x="688" y="314"/>
                  <a:pt x="687" y="311"/>
                </a:cubicBezTo>
                <a:close/>
                <a:moveTo>
                  <a:pt x="1108" y="794"/>
                </a:moveTo>
                <a:cubicBezTo>
                  <a:pt x="1101" y="797"/>
                  <a:pt x="1093" y="801"/>
                  <a:pt x="1086" y="805"/>
                </a:cubicBezTo>
                <a:cubicBezTo>
                  <a:pt x="1093" y="805"/>
                  <a:pt x="1093" y="805"/>
                  <a:pt x="1093" y="805"/>
                </a:cubicBezTo>
                <a:cubicBezTo>
                  <a:pt x="1093" y="805"/>
                  <a:pt x="1093" y="805"/>
                  <a:pt x="1093" y="805"/>
                </a:cubicBezTo>
                <a:cubicBezTo>
                  <a:pt x="1093" y="806"/>
                  <a:pt x="1093" y="807"/>
                  <a:pt x="1093" y="809"/>
                </a:cubicBezTo>
                <a:cubicBezTo>
                  <a:pt x="1094" y="808"/>
                  <a:pt x="1095" y="807"/>
                  <a:pt x="1097" y="807"/>
                </a:cubicBezTo>
                <a:cubicBezTo>
                  <a:pt x="1096" y="806"/>
                  <a:pt x="1096" y="806"/>
                  <a:pt x="1097" y="806"/>
                </a:cubicBezTo>
                <a:cubicBezTo>
                  <a:pt x="1097" y="806"/>
                  <a:pt x="1098" y="806"/>
                  <a:pt x="1098" y="806"/>
                </a:cubicBezTo>
                <a:cubicBezTo>
                  <a:pt x="1102" y="804"/>
                  <a:pt x="1106" y="802"/>
                  <a:pt x="1110" y="800"/>
                </a:cubicBezTo>
                <a:cubicBezTo>
                  <a:pt x="1114" y="798"/>
                  <a:pt x="1112" y="792"/>
                  <a:pt x="1108" y="794"/>
                </a:cubicBezTo>
                <a:close/>
                <a:moveTo>
                  <a:pt x="561" y="293"/>
                </a:moveTo>
                <a:cubicBezTo>
                  <a:pt x="533" y="293"/>
                  <a:pt x="533" y="293"/>
                  <a:pt x="533" y="293"/>
                </a:cubicBezTo>
                <a:cubicBezTo>
                  <a:pt x="532" y="292"/>
                  <a:pt x="532" y="291"/>
                  <a:pt x="531" y="290"/>
                </a:cubicBezTo>
                <a:cubicBezTo>
                  <a:pt x="531" y="291"/>
                  <a:pt x="531" y="292"/>
                  <a:pt x="531" y="293"/>
                </a:cubicBezTo>
                <a:cubicBezTo>
                  <a:pt x="500" y="293"/>
                  <a:pt x="500" y="293"/>
                  <a:pt x="500" y="293"/>
                </a:cubicBezTo>
                <a:cubicBezTo>
                  <a:pt x="500" y="293"/>
                  <a:pt x="500" y="293"/>
                  <a:pt x="500" y="292"/>
                </a:cubicBezTo>
                <a:cubicBezTo>
                  <a:pt x="499" y="292"/>
                  <a:pt x="499" y="293"/>
                  <a:pt x="499" y="293"/>
                </a:cubicBezTo>
                <a:cubicBezTo>
                  <a:pt x="494" y="293"/>
                  <a:pt x="494" y="293"/>
                  <a:pt x="494" y="293"/>
                </a:cubicBezTo>
                <a:cubicBezTo>
                  <a:pt x="493" y="290"/>
                  <a:pt x="498" y="291"/>
                  <a:pt x="497" y="289"/>
                </a:cubicBezTo>
                <a:cubicBezTo>
                  <a:pt x="496" y="289"/>
                  <a:pt x="494" y="289"/>
                  <a:pt x="493" y="289"/>
                </a:cubicBezTo>
                <a:cubicBezTo>
                  <a:pt x="492" y="290"/>
                  <a:pt x="490" y="293"/>
                  <a:pt x="487" y="293"/>
                </a:cubicBezTo>
                <a:cubicBezTo>
                  <a:pt x="487" y="293"/>
                  <a:pt x="487" y="293"/>
                  <a:pt x="487" y="293"/>
                </a:cubicBezTo>
                <a:cubicBezTo>
                  <a:pt x="478" y="293"/>
                  <a:pt x="478" y="293"/>
                  <a:pt x="478" y="293"/>
                </a:cubicBezTo>
                <a:cubicBezTo>
                  <a:pt x="478" y="292"/>
                  <a:pt x="478" y="291"/>
                  <a:pt x="477" y="290"/>
                </a:cubicBezTo>
                <a:cubicBezTo>
                  <a:pt x="477" y="290"/>
                  <a:pt x="476" y="290"/>
                  <a:pt x="476" y="290"/>
                </a:cubicBezTo>
                <a:cubicBezTo>
                  <a:pt x="474" y="291"/>
                  <a:pt x="471" y="289"/>
                  <a:pt x="471" y="291"/>
                </a:cubicBezTo>
                <a:cubicBezTo>
                  <a:pt x="472" y="291"/>
                  <a:pt x="472" y="292"/>
                  <a:pt x="472" y="294"/>
                </a:cubicBezTo>
                <a:cubicBezTo>
                  <a:pt x="442" y="294"/>
                  <a:pt x="442" y="294"/>
                  <a:pt x="442" y="294"/>
                </a:cubicBezTo>
                <a:cubicBezTo>
                  <a:pt x="442" y="294"/>
                  <a:pt x="442" y="294"/>
                  <a:pt x="442" y="294"/>
                </a:cubicBezTo>
                <a:cubicBezTo>
                  <a:pt x="443" y="293"/>
                  <a:pt x="443" y="293"/>
                  <a:pt x="444" y="292"/>
                </a:cubicBezTo>
                <a:cubicBezTo>
                  <a:pt x="443" y="293"/>
                  <a:pt x="442" y="293"/>
                  <a:pt x="441" y="293"/>
                </a:cubicBezTo>
                <a:cubicBezTo>
                  <a:pt x="441" y="293"/>
                  <a:pt x="441" y="293"/>
                  <a:pt x="441" y="294"/>
                </a:cubicBezTo>
                <a:cubicBezTo>
                  <a:pt x="433" y="294"/>
                  <a:pt x="433" y="294"/>
                  <a:pt x="433" y="294"/>
                </a:cubicBezTo>
                <a:cubicBezTo>
                  <a:pt x="433" y="294"/>
                  <a:pt x="433" y="294"/>
                  <a:pt x="433" y="294"/>
                </a:cubicBezTo>
                <a:cubicBezTo>
                  <a:pt x="403" y="298"/>
                  <a:pt x="373" y="304"/>
                  <a:pt x="345" y="312"/>
                </a:cubicBezTo>
                <a:cubicBezTo>
                  <a:pt x="352" y="312"/>
                  <a:pt x="352" y="312"/>
                  <a:pt x="352" y="312"/>
                </a:cubicBezTo>
                <a:cubicBezTo>
                  <a:pt x="352" y="314"/>
                  <a:pt x="352" y="316"/>
                  <a:pt x="351" y="317"/>
                </a:cubicBezTo>
                <a:cubicBezTo>
                  <a:pt x="355" y="316"/>
                  <a:pt x="358" y="315"/>
                  <a:pt x="361" y="314"/>
                </a:cubicBezTo>
                <a:cubicBezTo>
                  <a:pt x="361" y="313"/>
                  <a:pt x="361" y="312"/>
                  <a:pt x="361" y="312"/>
                </a:cubicBezTo>
                <a:cubicBezTo>
                  <a:pt x="367" y="312"/>
                  <a:pt x="367" y="312"/>
                  <a:pt x="367" y="312"/>
                </a:cubicBezTo>
                <a:cubicBezTo>
                  <a:pt x="367" y="312"/>
                  <a:pt x="367" y="313"/>
                  <a:pt x="367" y="313"/>
                </a:cubicBezTo>
                <a:cubicBezTo>
                  <a:pt x="368" y="313"/>
                  <a:pt x="369" y="312"/>
                  <a:pt x="370" y="312"/>
                </a:cubicBezTo>
                <a:cubicBezTo>
                  <a:pt x="370" y="312"/>
                  <a:pt x="370" y="312"/>
                  <a:pt x="370" y="312"/>
                </a:cubicBezTo>
                <a:cubicBezTo>
                  <a:pt x="371" y="312"/>
                  <a:pt x="371" y="312"/>
                  <a:pt x="371" y="312"/>
                </a:cubicBezTo>
                <a:cubicBezTo>
                  <a:pt x="418" y="300"/>
                  <a:pt x="467" y="295"/>
                  <a:pt x="516" y="295"/>
                </a:cubicBezTo>
                <a:cubicBezTo>
                  <a:pt x="526" y="295"/>
                  <a:pt x="537" y="296"/>
                  <a:pt x="547" y="297"/>
                </a:cubicBezTo>
                <a:cubicBezTo>
                  <a:pt x="573" y="301"/>
                  <a:pt x="599" y="306"/>
                  <a:pt x="625" y="310"/>
                </a:cubicBezTo>
                <a:cubicBezTo>
                  <a:pt x="629" y="310"/>
                  <a:pt x="629" y="310"/>
                  <a:pt x="629" y="310"/>
                </a:cubicBezTo>
                <a:cubicBezTo>
                  <a:pt x="629" y="310"/>
                  <a:pt x="630" y="310"/>
                  <a:pt x="630" y="310"/>
                </a:cubicBezTo>
                <a:cubicBezTo>
                  <a:pt x="632" y="311"/>
                  <a:pt x="634" y="311"/>
                  <a:pt x="636" y="311"/>
                </a:cubicBezTo>
                <a:cubicBezTo>
                  <a:pt x="636" y="311"/>
                  <a:pt x="636" y="310"/>
                  <a:pt x="637" y="309"/>
                </a:cubicBezTo>
                <a:cubicBezTo>
                  <a:pt x="641" y="309"/>
                  <a:pt x="641" y="309"/>
                  <a:pt x="641" y="309"/>
                </a:cubicBezTo>
                <a:cubicBezTo>
                  <a:pt x="641" y="310"/>
                  <a:pt x="641" y="310"/>
                  <a:pt x="641" y="310"/>
                </a:cubicBezTo>
                <a:cubicBezTo>
                  <a:pt x="641" y="310"/>
                  <a:pt x="641" y="310"/>
                  <a:pt x="642" y="310"/>
                </a:cubicBezTo>
                <a:cubicBezTo>
                  <a:pt x="642" y="311"/>
                  <a:pt x="642" y="311"/>
                  <a:pt x="642" y="312"/>
                </a:cubicBezTo>
                <a:cubicBezTo>
                  <a:pt x="643" y="312"/>
                  <a:pt x="645" y="312"/>
                  <a:pt x="646" y="313"/>
                </a:cubicBezTo>
                <a:cubicBezTo>
                  <a:pt x="647" y="311"/>
                  <a:pt x="648" y="310"/>
                  <a:pt x="648" y="309"/>
                </a:cubicBezTo>
                <a:cubicBezTo>
                  <a:pt x="656" y="309"/>
                  <a:pt x="656" y="309"/>
                  <a:pt x="656" y="309"/>
                </a:cubicBezTo>
                <a:cubicBezTo>
                  <a:pt x="657" y="310"/>
                  <a:pt x="658" y="310"/>
                  <a:pt x="660" y="310"/>
                </a:cubicBezTo>
                <a:cubicBezTo>
                  <a:pt x="660" y="312"/>
                  <a:pt x="660" y="313"/>
                  <a:pt x="660" y="314"/>
                </a:cubicBezTo>
                <a:cubicBezTo>
                  <a:pt x="664" y="315"/>
                  <a:pt x="668" y="316"/>
                  <a:pt x="672" y="316"/>
                </a:cubicBezTo>
                <a:cubicBezTo>
                  <a:pt x="672" y="315"/>
                  <a:pt x="672" y="314"/>
                  <a:pt x="672" y="313"/>
                </a:cubicBezTo>
                <a:cubicBezTo>
                  <a:pt x="675" y="314"/>
                  <a:pt x="676" y="312"/>
                  <a:pt x="676" y="310"/>
                </a:cubicBezTo>
                <a:cubicBezTo>
                  <a:pt x="657" y="308"/>
                  <a:pt x="638" y="305"/>
                  <a:pt x="620" y="302"/>
                </a:cubicBezTo>
                <a:cubicBezTo>
                  <a:pt x="600" y="299"/>
                  <a:pt x="581" y="295"/>
                  <a:pt x="562" y="292"/>
                </a:cubicBezTo>
                <a:cubicBezTo>
                  <a:pt x="561" y="292"/>
                  <a:pt x="561" y="292"/>
                  <a:pt x="561" y="293"/>
                </a:cubicBezTo>
                <a:close/>
                <a:moveTo>
                  <a:pt x="256" y="289"/>
                </a:moveTo>
                <a:cubicBezTo>
                  <a:pt x="256" y="288"/>
                  <a:pt x="256" y="288"/>
                  <a:pt x="257" y="288"/>
                </a:cubicBezTo>
                <a:cubicBezTo>
                  <a:pt x="256" y="288"/>
                  <a:pt x="255" y="288"/>
                  <a:pt x="254" y="289"/>
                </a:cubicBezTo>
                <a:cubicBezTo>
                  <a:pt x="254" y="289"/>
                  <a:pt x="255" y="289"/>
                  <a:pt x="256" y="289"/>
                </a:cubicBezTo>
                <a:close/>
                <a:moveTo>
                  <a:pt x="158" y="349"/>
                </a:moveTo>
                <a:cubicBezTo>
                  <a:pt x="166" y="343"/>
                  <a:pt x="175" y="337"/>
                  <a:pt x="183" y="332"/>
                </a:cubicBezTo>
                <a:cubicBezTo>
                  <a:pt x="170" y="332"/>
                  <a:pt x="170" y="332"/>
                  <a:pt x="170" y="332"/>
                </a:cubicBezTo>
                <a:cubicBezTo>
                  <a:pt x="162" y="337"/>
                  <a:pt x="153" y="343"/>
                  <a:pt x="145" y="349"/>
                </a:cubicBezTo>
                <a:lnTo>
                  <a:pt x="158" y="349"/>
                </a:lnTo>
                <a:close/>
                <a:moveTo>
                  <a:pt x="1109" y="785"/>
                </a:moveTo>
                <a:cubicBezTo>
                  <a:pt x="1109" y="786"/>
                  <a:pt x="1108" y="787"/>
                  <a:pt x="1107" y="787"/>
                </a:cubicBezTo>
                <a:cubicBezTo>
                  <a:pt x="1106" y="787"/>
                  <a:pt x="1106" y="787"/>
                  <a:pt x="1106" y="787"/>
                </a:cubicBezTo>
                <a:cubicBezTo>
                  <a:pt x="1106" y="786"/>
                  <a:pt x="1106" y="785"/>
                  <a:pt x="1106" y="784"/>
                </a:cubicBezTo>
                <a:cubicBezTo>
                  <a:pt x="1108" y="783"/>
                  <a:pt x="1110" y="782"/>
                  <a:pt x="1111" y="782"/>
                </a:cubicBezTo>
                <a:cubicBezTo>
                  <a:pt x="1110" y="782"/>
                  <a:pt x="1109" y="782"/>
                  <a:pt x="1108" y="782"/>
                </a:cubicBezTo>
                <a:cubicBezTo>
                  <a:pt x="1106" y="783"/>
                  <a:pt x="1104" y="784"/>
                  <a:pt x="1102" y="785"/>
                </a:cubicBezTo>
                <a:cubicBezTo>
                  <a:pt x="1102" y="786"/>
                  <a:pt x="1103" y="786"/>
                  <a:pt x="1103" y="787"/>
                </a:cubicBezTo>
                <a:cubicBezTo>
                  <a:pt x="1096" y="787"/>
                  <a:pt x="1096" y="787"/>
                  <a:pt x="1096" y="787"/>
                </a:cubicBezTo>
                <a:cubicBezTo>
                  <a:pt x="1082" y="793"/>
                  <a:pt x="1067" y="799"/>
                  <a:pt x="1052" y="805"/>
                </a:cubicBezTo>
                <a:cubicBezTo>
                  <a:pt x="1052" y="807"/>
                  <a:pt x="1050" y="807"/>
                  <a:pt x="1049" y="809"/>
                </a:cubicBezTo>
                <a:cubicBezTo>
                  <a:pt x="1049" y="809"/>
                  <a:pt x="1048" y="808"/>
                  <a:pt x="1047" y="807"/>
                </a:cubicBezTo>
                <a:cubicBezTo>
                  <a:pt x="1045" y="808"/>
                  <a:pt x="1043" y="809"/>
                  <a:pt x="1040" y="810"/>
                </a:cubicBezTo>
                <a:cubicBezTo>
                  <a:pt x="1041" y="811"/>
                  <a:pt x="1042" y="812"/>
                  <a:pt x="1044" y="813"/>
                </a:cubicBezTo>
                <a:cubicBezTo>
                  <a:pt x="1044" y="817"/>
                  <a:pt x="1039" y="815"/>
                  <a:pt x="1038" y="816"/>
                </a:cubicBezTo>
                <a:cubicBezTo>
                  <a:pt x="1038" y="818"/>
                  <a:pt x="1038" y="818"/>
                  <a:pt x="1038" y="818"/>
                </a:cubicBezTo>
                <a:cubicBezTo>
                  <a:pt x="1041" y="817"/>
                  <a:pt x="1044" y="815"/>
                  <a:pt x="1048" y="814"/>
                </a:cubicBezTo>
                <a:cubicBezTo>
                  <a:pt x="1048" y="812"/>
                  <a:pt x="1049" y="812"/>
                  <a:pt x="1050" y="811"/>
                </a:cubicBezTo>
                <a:cubicBezTo>
                  <a:pt x="1051" y="811"/>
                  <a:pt x="1052" y="812"/>
                  <a:pt x="1052" y="812"/>
                </a:cubicBezTo>
                <a:cubicBezTo>
                  <a:pt x="1053" y="812"/>
                  <a:pt x="1054" y="812"/>
                  <a:pt x="1054" y="812"/>
                </a:cubicBezTo>
                <a:cubicBezTo>
                  <a:pt x="1054" y="811"/>
                  <a:pt x="1055" y="810"/>
                  <a:pt x="1056" y="809"/>
                </a:cubicBezTo>
                <a:cubicBezTo>
                  <a:pt x="1057" y="809"/>
                  <a:pt x="1058" y="809"/>
                  <a:pt x="1059" y="810"/>
                </a:cubicBezTo>
                <a:cubicBezTo>
                  <a:pt x="1077" y="803"/>
                  <a:pt x="1094" y="796"/>
                  <a:pt x="1111" y="788"/>
                </a:cubicBezTo>
                <a:cubicBezTo>
                  <a:pt x="1111" y="788"/>
                  <a:pt x="1112" y="788"/>
                  <a:pt x="1112" y="787"/>
                </a:cubicBezTo>
                <a:cubicBezTo>
                  <a:pt x="1112" y="787"/>
                  <a:pt x="1112" y="787"/>
                  <a:pt x="1112" y="787"/>
                </a:cubicBezTo>
                <a:cubicBezTo>
                  <a:pt x="1111" y="787"/>
                  <a:pt x="1111" y="785"/>
                  <a:pt x="1109" y="785"/>
                </a:cubicBezTo>
                <a:close/>
                <a:moveTo>
                  <a:pt x="1058" y="805"/>
                </a:moveTo>
                <a:cubicBezTo>
                  <a:pt x="1065" y="805"/>
                  <a:pt x="1065" y="805"/>
                  <a:pt x="1065" y="805"/>
                </a:cubicBezTo>
                <a:cubicBezTo>
                  <a:pt x="1063" y="806"/>
                  <a:pt x="1060" y="807"/>
                  <a:pt x="1058" y="805"/>
                </a:cubicBezTo>
                <a:close/>
                <a:moveTo>
                  <a:pt x="733" y="316"/>
                </a:moveTo>
                <a:cubicBezTo>
                  <a:pt x="733" y="318"/>
                  <a:pt x="733" y="319"/>
                  <a:pt x="733" y="321"/>
                </a:cubicBezTo>
                <a:cubicBezTo>
                  <a:pt x="735" y="320"/>
                  <a:pt x="736" y="322"/>
                  <a:pt x="737" y="323"/>
                </a:cubicBezTo>
                <a:cubicBezTo>
                  <a:pt x="738" y="323"/>
                  <a:pt x="738" y="323"/>
                  <a:pt x="739" y="323"/>
                </a:cubicBezTo>
                <a:cubicBezTo>
                  <a:pt x="739" y="323"/>
                  <a:pt x="740" y="323"/>
                  <a:pt x="740" y="323"/>
                </a:cubicBezTo>
                <a:cubicBezTo>
                  <a:pt x="739" y="322"/>
                  <a:pt x="739" y="319"/>
                  <a:pt x="739" y="317"/>
                </a:cubicBezTo>
                <a:cubicBezTo>
                  <a:pt x="737" y="317"/>
                  <a:pt x="735" y="316"/>
                  <a:pt x="733" y="316"/>
                </a:cubicBezTo>
                <a:close/>
                <a:moveTo>
                  <a:pt x="703" y="313"/>
                </a:moveTo>
                <a:cubicBezTo>
                  <a:pt x="702" y="314"/>
                  <a:pt x="702" y="314"/>
                  <a:pt x="701" y="314"/>
                </a:cubicBezTo>
                <a:cubicBezTo>
                  <a:pt x="701" y="316"/>
                  <a:pt x="700" y="318"/>
                  <a:pt x="701" y="319"/>
                </a:cubicBezTo>
                <a:cubicBezTo>
                  <a:pt x="701" y="320"/>
                  <a:pt x="702" y="320"/>
                  <a:pt x="703" y="320"/>
                </a:cubicBezTo>
                <a:cubicBezTo>
                  <a:pt x="705" y="318"/>
                  <a:pt x="707" y="316"/>
                  <a:pt x="713" y="317"/>
                </a:cubicBezTo>
                <a:cubicBezTo>
                  <a:pt x="713" y="319"/>
                  <a:pt x="713" y="320"/>
                  <a:pt x="714" y="321"/>
                </a:cubicBezTo>
                <a:cubicBezTo>
                  <a:pt x="715" y="321"/>
                  <a:pt x="716" y="321"/>
                  <a:pt x="717" y="321"/>
                </a:cubicBezTo>
                <a:cubicBezTo>
                  <a:pt x="716" y="320"/>
                  <a:pt x="715" y="319"/>
                  <a:pt x="716" y="317"/>
                </a:cubicBezTo>
                <a:cubicBezTo>
                  <a:pt x="719" y="316"/>
                  <a:pt x="721" y="320"/>
                  <a:pt x="719" y="321"/>
                </a:cubicBezTo>
                <a:cubicBezTo>
                  <a:pt x="720" y="321"/>
                  <a:pt x="722" y="322"/>
                  <a:pt x="723" y="322"/>
                </a:cubicBezTo>
                <a:cubicBezTo>
                  <a:pt x="723" y="322"/>
                  <a:pt x="723" y="321"/>
                  <a:pt x="723" y="321"/>
                </a:cubicBezTo>
                <a:cubicBezTo>
                  <a:pt x="721" y="321"/>
                  <a:pt x="723" y="317"/>
                  <a:pt x="722" y="315"/>
                </a:cubicBezTo>
                <a:cubicBezTo>
                  <a:pt x="716" y="315"/>
                  <a:pt x="709" y="314"/>
                  <a:pt x="703" y="313"/>
                </a:cubicBezTo>
                <a:close/>
                <a:moveTo>
                  <a:pt x="145" y="421"/>
                </a:moveTo>
                <a:cubicBezTo>
                  <a:pt x="145" y="421"/>
                  <a:pt x="145" y="421"/>
                  <a:pt x="145" y="421"/>
                </a:cubicBezTo>
                <a:cubicBezTo>
                  <a:pt x="146" y="421"/>
                  <a:pt x="146" y="421"/>
                  <a:pt x="147" y="421"/>
                </a:cubicBezTo>
                <a:cubicBezTo>
                  <a:pt x="152" y="421"/>
                  <a:pt x="152" y="421"/>
                  <a:pt x="152" y="421"/>
                </a:cubicBezTo>
                <a:cubicBezTo>
                  <a:pt x="159" y="415"/>
                  <a:pt x="167" y="409"/>
                  <a:pt x="174" y="403"/>
                </a:cubicBezTo>
                <a:cubicBezTo>
                  <a:pt x="164" y="403"/>
                  <a:pt x="164" y="403"/>
                  <a:pt x="164" y="403"/>
                </a:cubicBezTo>
                <a:cubicBezTo>
                  <a:pt x="164" y="403"/>
                  <a:pt x="165" y="402"/>
                  <a:pt x="165" y="402"/>
                </a:cubicBezTo>
                <a:cubicBezTo>
                  <a:pt x="164" y="402"/>
                  <a:pt x="164" y="403"/>
                  <a:pt x="163" y="403"/>
                </a:cubicBezTo>
                <a:cubicBezTo>
                  <a:pt x="163" y="403"/>
                  <a:pt x="163" y="403"/>
                  <a:pt x="163" y="403"/>
                </a:cubicBezTo>
                <a:cubicBezTo>
                  <a:pt x="163" y="403"/>
                  <a:pt x="163" y="403"/>
                  <a:pt x="163" y="403"/>
                </a:cubicBezTo>
                <a:cubicBezTo>
                  <a:pt x="162" y="404"/>
                  <a:pt x="161" y="405"/>
                  <a:pt x="160" y="405"/>
                </a:cubicBezTo>
                <a:cubicBezTo>
                  <a:pt x="154" y="410"/>
                  <a:pt x="147" y="415"/>
                  <a:pt x="141" y="421"/>
                </a:cubicBezTo>
                <a:lnTo>
                  <a:pt x="145" y="421"/>
                </a:lnTo>
                <a:close/>
                <a:moveTo>
                  <a:pt x="363" y="849"/>
                </a:moveTo>
                <a:cubicBezTo>
                  <a:pt x="363" y="849"/>
                  <a:pt x="362" y="849"/>
                  <a:pt x="362" y="849"/>
                </a:cubicBezTo>
                <a:cubicBezTo>
                  <a:pt x="362" y="849"/>
                  <a:pt x="362" y="850"/>
                  <a:pt x="362" y="850"/>
                </a:cubicBezTo>
                <a:cubicBezTo>
                  <a:pt x="362" y="850"/>
                  <a:pt x="363" y="850"/>
                  <a:pt x="363" y="849"/>
                </a:cubicBezTo>
                <a:close/>
                <a:moveTo>
                  <a:pt x="379" y="781"/>
                </a:moveTo>
                <a:cubicBezTo>
                  <a:pt x="381" y="773"/>
                  <a:pt x="383" y="765"/>
                  <a:pt x="385" y="758"/>
                </a:cubicBezTo>
                <a:cubicBezTo>
                  <a:pt x="378" y="758"/>
                  <a:pt x="378" y="758"/>
                  <a:pt x="378" y="758"/>
                </a:cubicBezTo>
                <a:cubicBezTo>
                  <a:pt x="371" y="779"/>
                  <a:pt x="367" y="800"/>
                  <a:pt x="365" y="822"/>
                </a:cubicBezTo>
                <a:cubicBezTo>
                  <a:pt x="367" y="822"/>
                  <a:pt x="368" y="822"/>
                  <a:pt x="370" y="822"/>
                </a:cubicBezTo>
                <a:cubicBezTo>
                  <a:pt x="371" y="823"/>
                  <a:pt x="371" y="823"/>
                  <a:pt x="371" y="824"/>
                </a:cubicBezTo>
                <a:cubicBezTo>
                  <a:pt x="373" y="814"/>
                  <a:pt x="374" y="803"/>
                  <a:pt x="376" y="793"/>
                </a:cubicBezTo>
                <a:cubicBezTo>
                  <a:pt x="376" y="793"/>
                  <a:pt x="375" y="793"/>
                  <a:pt x="375" y="793"/>
                </a:cubicBezTo>
                <a:cubicBezTo>
                  <a:pt x="371" y="790"/>
                  <a:pt x="375" y="788"/>
                  <a:pt x="375" y="783"/>
                </a:cubicBezTo>
                <a:cubicBezTo>
                  <a:pt x="376" y="783"/>
                  <a:pt x="377" y="783"/>
                  <a:pt x="378" y="783"/>
                </a:cubicBezTo>
                <a:cubicBezTo>
                  <a:pt x="377" y="782"/>
                  <a:pt x="378" y="781"/>
                  <a:pt x="379" y="781"/>
                </a:cubicBezTo>
                <a:close/>
                <a:moveTo>
                  <a:pt x="332" y="598"/>
                </a:moveTo>
                <a:cubicBezTo>
                  <a:pt x="332" y="598"/>
                  <a:pt x="332" y="598"/>
                  <a:pt x="332" y="598"/>
                </a:cubicBezTo>
                <a:cubicBezTo>
                  <a:pt x="330" y="600"/>
                  <a:pt x="329" y="602"/>
                  <a:pt x="327" y="604"/>
                </a:cubicBezTo>
                <a:cubicBezTo>
                  <a:pt x="328" y="604"/>
                  <a:pt x="329" y="604"/>
                  <a:pt x="329" y="603"/>
                </a:cubicBezTo>
                <a:cubicBezTo>
                  <a:pt x="330" y="603"/>
                  <a:pt x="330" y="603"/>
                  <a:pt x="331" y="603"/>
                </a:cubicBezTo>
                <a:cubicBezTo>
                  <a:pt x="332" y="602"/>
                  <a:pt x="332" y="603"/>
                  <a:pt x="333" y="603"/>
                </a:cubicBezTo>
                <a:cubicBezTo>
                  <a:pt x="333" y="603"/>
                  <a:pt x="333" y="603"/>
                  <a:pt x="334" y="603"/>
                </a:cubicBezTo>
                <a:cubicBezTo>
                  <a:pt x="334" y="604"/>
                  <a:pt x="334" y="605"/>
                  <a:pt x="334" y="606"/>
                </a:cubicBezTo>
                <a:cubicBezTo>
                  <a:pt x="335" y="605"/>
                  <a:pt x="337" y="603"/>
                  <a:pt x="338" y="602"/>
                </a:cubicBezTo>
                <a:cubicBezTo>
                  <a:pt x="337" y="602"/>
                  <a:pt x="336" y="602"/>
                  <a:pt x="335" y="602"/>
                </a:cubicBezTo>
                <a:cubicBezTo>
                  <a:pt x="334" y="600"/>
                  <a:pt x="333" y="599"/>
                  <a:pt x="332" y="598"/>
                </a:cubicBezTo>
                <a:close/>
                <a:moveTo>
                  <a:pt x="567" y="1094"/>
                </a:moveTo>
                <a:cubicBezTo>
                  <a:pt x="557" y="1089"/>
                  <a:pt x="547" y="1083"/>
                  <a:pt x="538" y="1076"/>
                </a:cubicBezTo>
                <a:cubicBezTo>
                  <a:pt x="537" y="1077"/>
                  <a:pt x="537" y="1077"/>
                  <a:pt x="537" y="1077"/>
                </a:cubicBezTo>
                <a:cubicBezTo>
                  <a:pt x="530" y="1077"/>
                  <a:pt x="530" y="1077"/>
                  <a:pt x="530" y="1077"/>
                </a:cubicBezTo>
                <a:cubicBezTo>
                  <a:pt x="531" y="1077"/>
                  <a:pt x="531" y="1076"/>
                  <a:pt x="532" y="1076"/>
                </a:cubicBezTo>
                <a:cubicBezTo>
                  <a:pt x="531" y="1075"/>
                  <a:pt x="531" y="1075"/>
                  <a:pt x="530" y="1075"/>
                </a:cubicBezTo>
                <a:cubicBezTo>
                  <a:pt x="528" y="1076"/>
                  <a:pt x="526" y="1076"/>
                  <a:pt x="525" y="1076"/>
                </a:cubicBezTo>
                <a:cubicBezTo>
                  <a:pt x="525" y="1076"/>
                  <a:pt x="524" y="1076"/>
                  <a:pt x="524" y="1076"/>
                </a:cubicBezTo>
                <a:cubicBezTo>
                  <a:pt x="533" y="1083"/>
                  <a:pt x="543" y="1089"/>
                  <a:pt x="553" y="1095"/>
                </a:cubicBezTo>
                <a:lnTo>
                  <a:pt x="567" y="1094"/>
                </a:lnTo>
                <a:close/>
                <a:moveTo>
                  <a:pt x="565" y="1101"/>
                </a:moveTo>
                <a:cubicBezTo>
                  <a:pt x="565" y="1101"/>
                  <a:pt x="566" y="1101"/>
                  <a:pt x="566" y="1101"/>
                </a:cubicBezTo>
                <a:cubicBezTo>
                  <a:pt x="566" y="1100"/>
                  <a:pt x="566" y="1099"/>
                  <a:pt x="566" y="1098"/>
                </a:cubicBezTo>
                <a:cubicBezTo>
                  <a:pt x="565" y="1097"/>
                  <a:pt x="565" y="1097"/>
                  <a:pt x="564" y="1096"/>
                </a:cubicBezTo>
                <a:cubicBezTo>
                  <a:pt x="563" y="1098"/>
                  <a:pt x="563" y="1099"/>
                  <a:pt x="561" y="1099"/>
                </a:cubicBezTo>
                <a:cubicBezTo>
                  <a:pt x="563" y="1100"/>
                  <a:pt x="564" y="1100"/>
                  <a:pt x="565" y="1101"/>
                </a:cubicBezTo>
                <a:close/>
                <a:moveTo>
                  <a:pt x="741" y="560"/>
                </a:moveTo>
                <a:cubicBezTo>
                  <a:pt x="739" y="561"/>
                  <a:pt x="737" y="561"/>
                  <a:pt x="736" y="560"/>
                </a:cubicBezTo>
                <a:cubicBezTo>
                  <a:pt x="736" y="559"/>
                  <a:pt x="736" y="559"/>
                  <a:pt x="736" y="558"/>
                </a:cubicBezTo>
                <a:cubicBezTo>
                  <a:pt x="710" y="551"/>
                  <a:pt x="684" y="545"/>
                  <a:pt x="657" y="542"/>
                </a:cubicBezTo>
                <a:cubicBezTo>
                  <a:pt x="657" y="542"/>
                  <a:pt x="657" y="542"/>
                  <a:pt x="657" y="542"/>
                </a:cubicBezTo>
                <a:cubicBezTo>
                  <a:pt x="657" y="542"/>
                  <a:pt x="657" y="541"/>
                  <a:pt x="657" y="541"/>
                </a:cubicBezTo>
                <a:cubicBezTo>
                  <a:pt x="656" y="541"/>
                  <a:pt x="654" y="541"/>
                  <a:pt x="653" y="541"/>
                </a:cubicBezTo>
                <a:cubicBezTo>
                  <a:pt x="653" y="541"/>
                  <a:pt x="653" y="541"/>
                  <a:pt x="653" y="542"/>
                </a:cubicBezTo>
                <a:cubicBezTo>
                  <a:pt x="646" y="542"/>
                  <a:pt x="646" y="542"/>
                  <a:pt x="646" y="542"/>
                </a:cubicBezTo>
                <a:cubicBezTo>
                  <a:pt x="646" y="541"/>
                  <a:pt x="647" y="541"/>
                  <a:pt x="648" y="540"/>
                </a:cubicBezTo>
                <a:cubicBezTo>
                  <a:pt x="646" y="540"/>
                  <a:pt x="644" y="540"/>
                  <a:pt x="642" y="540"/>
                </a:cubicBezTo>
                <a:cubicBezTo>
                  <a:pt x="641" y="540"/>
                  <a:pt x="639" y="539"/>
                  <a:pt x="638" y="539"/>
                </a:cubicBezTo>
                <a:cubicBezTo>
                  <a:pt x="635" y="541"/>
                  <a:pt x="631" y="542"/>
                  <a:pt x="629" y="539"/>
                </a:cubicBezTo>
                <a:cubicBezTo>
                  <a:pt x="628" y="538"/>
                  <a:pt x="627" y="538"/>
                  <a:pt x="625" y="538"/>
                </a:cubicBezTo>
                <a:cubicBezTo>
                  <a:pt x="624" y="540"/>
                  <a:pt x="623" y="541"/>
                  <a:pt x="621" y="542"/>
                </a:cubicBezTo>
                <a:cubicBezTo>
                  <a:pt x="611" y="542"/>
                  <a:pt x="611" y="542"/>
                  <a:pt x="611" y="542"/>
                </a:cubicBezTo>
                <a:cubicBezTo>
                  <a:pt x="609" y="541"/>
                  <a:pt x="608" y="540"/>
                  <a:pt x="608" y="538"/>
                </a:cubicBezTo>
                <a:cubicBezTo>
                  <a:pt x="607" y="538"/>
                  <a:pt x="607" y="538"/>
                  <a:pt x="606" y="538"/>
                </a:cubicBezTo>
                <a:cubicBezTo>
                  <a:pt x="605" y="539"/>
                  <a:pt x="604" y="540"/>
                  <a:pt x="603" y="541"/>
                </a:cubicBezTo>
                <a:cubicBezTo>
                  <a:pt x="604" y="541"/>
                  <a:pt x="604" y="541"/>
                  <a:pt x="604" y="542"/>
                </a:cubicBezTo>
                <a:cubicBezTo>
                  <a:pt x="592" y="542"/>
                  <a:pt x="592" y="542"/>
                  <a:pt x="592" y="542"/>
                </a:cubicBezTo>
                <a:cubicBezTo>
                  <a:pt x="592" y="541"/>
                  <a:pt x="591" y="539"/>
                  <a:pt x="591" y="538"/>
                </a:cubicBezTo>
                <a:cubicBezTo>
                  <a:pt x="589" y="538"/>
                  <a:pt x="587" y="538"/>
                  <a:pt x="586" y="538"/>
                </a:cubicBezTo>
                <a:cubicBezTo>
                  <a:pt x="586" y="539"/>
                  <a:pt x="586" y="539"/>
                  <a:pt x="586" y="540"/>
                </a:cubicBezTo>
                <a:cubicBezTo>
                  <a:pt x="585" y="542"/>
                  <a:pt x="581" y="540"/>
                  <a:pt x="580" y="542"/>
                </a:cubicBezTo>
                <a:cubicBezTo>
                  <a:pt x="581" y="542"/>
                  <a:pt x="581" y="542"/>
                  <a:pt x="582" y="542"/>
                </a:cubicBezTo>
                <a:cubicBezTo>
                  <a:pt x="570" y="542"/>
                  <a:pt x="570" y="542"/>
                  <a:pt x="570" y="542"/>
                </a:cubicBezTo>
                <a:cubicBezTo>
                  <a:pt x="571" y="541"/>
                  <a:pt x="572" y="540"/>
                  <a:pt x="572" y="539"/>
                </a:cubicBezTo>
                <a:cubicBezTo>
                  <a:pt x="567" y="539"/>
                  <a:pt x="562" y="540"/>
                  <a:pt x="557" y="541"/>
                </a:cubicBezTo>
                <a:cubicBezTo>
                  <a:pt x="557" y="541"/>
                  <a:pt x="558" y="542"/>
                  <a:pt x="559" y="542"/>
                </a:cubicBezTo>
                <a:cubicBezTo>
                  <a:pt x="553" y="542"/>
                  <a:pt x="553" y="542"/>
                  <a:pt x="553" y="542"/>
                </a:cubicBezTo>
                <a:cubicBezTo>
                  <a:pt x="552" y="542"/>
                  <a:pt x="552" y="542"/>
                  <a:pt x="552" y="542"/>
                </a:cubicBezTo>
                <a:cubicBezTo>
                  <a:pt x="552" y="541"/>
                  <a:pt x="553" y="541"/>
                  <a:pt x="554" y="541"/>
                </a:cubicBezTo>
                <a:cubicBezTo>
                  <a:pt x="554" y="541"/>
                  <a:pt x="554" y="541"/>
                  <a:pt x="553" y="541"/>
                </a:cubicBezTo>
                <a:cubicBezTo>
                  <a:pt x="528" y="545"/>
                  <a:pt x="504" y="551"/>
                  <a:pt x="480" y="561"/>
                </a:cubicBezTo>
                <a:cubicBezTo>
                  <a:pt x="481" y="562"/>
                  <a:pt x="482" y="563"/>
                  <a:pt x="482" y="565"/>
                </a:cubicBezTo>
                <a:cubicBezTo>
                  <a:pt x="478" y="566"/>
                  <a:pt x="476" y="568"/>
                  <a:pt x="472" y="568"/>
                </a:cubicBezTo>
                <a:cubicBezTo>
                  <a:pt x="473" y="567"/>
                  <a:pt x="473" y="565"/>
                  <a:pt x="474" y="564"/>
                </a:cubicBezTo>
                <a:cubicBezTo>
                  <a:pt x="472" y="564"/>
                  <a:pt x="471" y="565"/>
                  <a:pt x="469" y="566"/>
                </a:cubicBezTo>
                <a:cubicBezTo>
                  <a:pt x="469" y="566"/>
                  <a:pt x="469" y="567"/>
                  <a:pt x="468" y="569"/>
                </a:cubicBezTo>
                <a:cubicBezTo>
                  <a:pt x="467" y="568"/>
                  <a:pt x="465" y="569"/>
                  <a:pt x="464" y="569"/>
                </a:cubicBezTo>
                <a:cubicBezTo>
                  <a:pt x="465" y="570"/>
                  <a:pt x="465" y="572"/>
                  <a:pt x="464" y="573"/>
                </a:cubicBezTo>
                <a:cubicBezTo>
                  <a:pt x="464" y="573"/>
                  <a:pt x="463" y="572"/>
                  <a:pt x="462" y="572"/>
                </a:cubicBezTo>
                <a:cubicBezTo>
                  <a:pt x="462" y="572"/>
                  <a:pt x="462" y="573"/>
                  <a:pt x="462" y="573"/>
                </a:cubicBezTo>
                <a:cubicBezTo>
                  <a:pt x="460" y="573"/>
                  <a:pt x="459" y="572"/>
                  <a:pt x="458" y="571"/>
                </a:cubicBezTo>
                <a:cubicBezTo>
                  <a:pt x="456" y="572"/>
                  <a:pt x="453" y="574"/>
                  <a:pt x="451" y="575"/>
                </a:cubicBezTo>
                <a:cubicBezTo>
                  <a:pt x="454" y="576"/>
                  <a:pt x="458" y="577"/>
                  <a:pt x="461" y="578"/>
                </a:cubicBezTo>
                <a:cubicBezTo>
                  <a:pt x="469" y="573"/>
                  <a:pt x="479" y="569"/>
                  <a:pt x="488" y="565"/>
                </a:cubicBezTo>
                <a:cubicBezTo>
                  <a:pt x="487" y="564"/>
                  <a:pt x="487" y="563"/>
                  <a:pt x="486" y="562"/>
                </a:cubicBezTo>
                <a:cubicBezTo>
                  <a:pt x="487" y="562"/>
                  <a:pt x="488" y="561"/>
                  <a:pt x="488" y="560"/>
                </a:cubicBezTo>
                <a:cubicBezTo>
                  <a:pt x="501" y="560"/>
                  <a:pt x="501" y="560"/>
                  <a:pt x="501" y="560"/>
                </a:cubicBezTo>
                <a:cubicBezTo>
                  <a:pt x="508" y="558"/>
                  <a:pt x="515" y="556"/>
                  <a:pt x="522" y="554"/>
                </a:cubicBezTo>
                <a:cubicBezTo>
                  <a:pt x="586" y="537"/>
                  <a:pt x="654" y="544"/>
                  <a:pt x="718" y="561"/>
                </a:cubicBezTo>
                <a:cubicBezTo>
                  <a:pt x="718" y="560"/>
                  <a:pt x="718" y="559"/>
                  <a:pt x="718" y="559"/>
                </a:cubicBezTo>
                <a:cubicBezTo>
                  <a:pt x="718" y="559"/>
                  <a:pt x="717" y="559"/>
                  <a:pt x="717" y="558"/>
                </a:cubicBezTo>
                <a:cubicBezTo>
                  <a:pt x="723" y="558"/>
                  <a:pt x="723" y="558"/>
                  <a:pt x="723" y="558"/>
                </a:cubicBezTo>
                <a:cubicBezTo>
                  <a:pt x="723" y="560"/>
                  <a:pt x="723" y="561"/>
                  <a:pt x="722" y="562"/>
                </a:cubicBezTo>
                <a:cubicBezTo>
                  <a:pt x="725" y="562"/>
                  <a:pt x="728" y="563"/>
                  <a:pt x="731" y="564"/>
                </a:cubicBezTo>
                <a:cubicBezTo>
                  <a:pt x="731" y="564"/>
                  <a:pt x="730" y="563"/>
                  <a:pt x="730" y="563"/>
                </a:cubicBezTo>
                <a:cubicBezTo>
                  <a:pt x="732" y="562"/>
                  <a:pt x="737" y="562"/>
                  <a:pt x="736" y="565"/>
                </a:cubicBezTo>
                <a:cubicBezTo>
                  <a:pt x="736" y="565"/>
                  <a:pt x="736" y="565"/>
                  <a:pt x="735" y="565"/>
                </a:cubicBezTo>
                <a:cubicBezTo>
                  <a:pt x="739" y="567"/>
                  <a:pt x="743" y="568"/>
                  <a:pt x="746" y="569"/>
                </a:cubicBezTo>
                <a:cubicBezTo>
                  <a:pt x="745" y="567"/>
                  <a:pt x="744" y="564"/>
                  <a:pt x="742" y="563"/>
                </a:cubicBezTo>
                <a:cubicBezTo>
                  <a:pt x="743" y="562"/>
                  <a:pt x="744" y="561"/>
                  <a:pt x="745" y="561"/>
                </a:cubicBezTo>
                <a:cubicBezTo>
                  <a:pt x="743" y="561"/>
                  <a:pt x="742" y="560"/>
                  <a:pt x="741" y="560"/>
                </a:cubicBezTo>
                <a:close/>
                <a:moveTo>
                  <a:pt x="393" y="680"/>
                </a:moveTo>
                <a:cubicBezTo>
                  <a:pt x="389" y="687"/>
                  <a:pt x="384" y="696"/>
                  <a:pt x="380" y="704"/>
                </a:cubicBezTo>
                <a:cubicBezTo>
                  <a:pt x="387" y="704"/>
                  <a:pt x="387" y="704"/>
                  <a:pt x="387" y="704"/>
                </a:cubicBezTo>
                <a:cubicBezTo>
                  <a:pt x="392" y="693"/>
                  <a:pt x="398" y="683"/>
                  <a:pt x="405" y="673"/>
                </a:cubicBezTo>
                <a:cubicBezTo>
                  <a:pt x="405" y="670"/>
                  <a:pt x="405" y="669"/>
                  <a:pt x="406" y="668"/>
                </a:cubicBezTo>
                <a:cubicBezTo>
                  <a:pt x="408" y="668"/>
                  <a:pt x="408" y="668"/>
                  <a:pt x="408" y="668"/>
                </a:cubicBezTo>
                <a:cubicBezTo>
                  <a:pt x="424" y="646"/>
                  <a:pt x="443" y="627"/>
                  <a:pt x="465" y="611"/>
                </a:cubicBezTo>
                <a:cubicBezTo>
                  <a:pt x="461" y="611"/>
                  <a:pt x="458" y="610"/>
                  <a:pt x="456" y="608"/>
                </a:cubicBezTo>
                <a:cubicBezTo>
                  <a:pt x="446" y="615"/>
                  <a:pt x="437" y="623"/>
                  <a:pt x="429" y="632"/>
                </a:cubicBezTo>
                <a:cubicBezTo>
                  <a:pt x="431" y="632"/>
                  <a:pt x="431" y="632"/>
                  <a:pt x="431" y="632"/>
                </a:cubicBezTo>
                <a:cubicBezTo>
                  <a:pt x="430" y="633"/>
                  <a:pt x="430" y="633"/>
                  <a:pt x="429" y="633"/>
                </a:cubicBezTo>
                <a:cubicBezTo>
                  <a:pt x="431" y="635"/>
                  <a:pt x="430" y="639"/>
                  <a:pt x="429" y="641"/>
                </a:cubicBezTo>
                <a:cubicBezTo>
                  <a:pt x="426" y="641"/>
                  <a:pt x="424" y="640"/>
                  <a:pt x="423" y="639"/>
                </a:cubicBezTo>
                <a:cubicBezTo>
                  <a:pt x="414" y="649"/>
                  <a:pt x="406" y="660"/>
                  <a:pt x="398" y="671"/>
                </a:cubicBezTo>
                <a:cubicBezTo>
                  <a:pt x="399" y="672"/>
                  <a:pt x="399" y="672"/>
                  <a:pt x="399" y="673"/>
                </a:cubicBezTo>
                <a:cubicBezTo>
                  <a:pt x="399" y="674"/>
                  <a:pt x="398" y="674"/>
                  <a:pt x="397" y="674"/>
                </a:cubicBezTo>
                <a:cubicBezTo>
                  <a:pt x="396" y="674"/>
                  <a:pt x="396" y="675"/>
                  <a:pt x="396" y="675"/>
                </a:cubicBezTo>
                <a:cubicBezTo>
                  <a:pt x="399" y="675"/>
                  <a:pt x="399" y="677"/>
                  <a:pt x="399" y="679"/>
                </a:cubicBezTo>
                <a:cubicBezTo>
                  <a:pt x="398" y="680"/>
                  <a:pt x="396" y="680"/>
                  <a:pt x="393" y="680"/>
                </a:cubicBezTo>
                <a:close/>
                <a:moveTo>
                  <a:pt x="379" y="706"/>
                </a:moveTo>
                <a:cubicBezTo>
                  <a:pt x="379" y="707"/>
                  <a:pt x="378" y="709"/>
                  <a:pt x="377" y="710"/>
                </a:cubicBezTo>
                <a:cubicBezTo>
                  <a:pt x="378" y="712"/>
                  <a:pt x="379" y="713"/>
                  <a:pt x="382" y="714"/>
                </a:cubicBezTo>
                <a:cubicBezTo>
                  <a:pt x="382" y="712"/>
                  <a:pt x="383" y="711"/>
                  <a:pt x="384" y="709"/>
                </a:cubicBezTo>
                <a:cubicBezTo>
                  <a:pt x="383" y="709"/>
                  <a:pt x="382" y="709"/>
                  <a:pt x="381" y="709"/>
                </a:cubicBezTo>
                <a:cubicBezTo>
                  <a:pt x="381" y="708"/>
                  <a:pt x="380" y="707"/>
                  <a:pt x="379" y="706"/>
                </a:cubicBezTo>
                <a:close/>
                <a:moveTo>
                  <a:pt x="369" y="848"/>
                </a:moveTo>
                <a:cubicBezTo>
                  <a:pt x="369" y="842"/>
                  <a:pt x="370" y="835"/>
                  <a:pt x="371" y="829"/>
                </a:cubicBezTo>
                <a:cubicBezTo>
                  <a:pt x="371" y="829"/>
                  <a:pt x="370" y="829"/>
                  <a:pt x="370" y="829"/>
                </a:cubicBezTo>
                <a:cubicBezTo>
                  <a:pt x="365" y="829"/>
                  <a:pt x="365" y="829"/>
                  <a:pt x="365" y="829"/>
                </a:cubicBezTo>
                <a:cubicBezTo>
                  <a:pt x="365" y="829"/>
                  <a:pt x="364" y="829"/>
                  <a:pt x="364" y="829"/>
                </a:cubicBezTo>
                <a:cubicBezTo>
                  <a:pt x="363" y="835"/>
                  <a:pt x="363" y="841"/>
                  <a:pt x="362" y="847"/>
                </a:cubicBezTo>
                <a:cubicBezTo>
                  <a:pt x="369" y="847"/>
                  <a:pt x="369" y="847"/>
                  <a:pt x="369" y="847"/>
                </a:cubicBezTo>
                <a:cubicBezTo>
                  <a:pt x="369" y="847"/>
                  <a:pt x="369" y="847"/>
                  <a:pt x="369" y="848"/>
                </a:cubicBezTo>
                <a:close/>
                <a:moveTo>
                  <a:pt x="705" y="1108"/>
                </a:moveTo>
                <a:cubicBezTo>
                  <a:pt x="704" y="1108"/>
                  <a:pt x="704" y="1108"/>
                  <a:pt x="703" y="1108"/>
                </a:cubicBezTo>
                <a:cubicBezTo>
                  <a:pt x="704" y="1109"/>
                  <a:pt x="704" y="1109"/>
                  <a:pt x="705" y="1109"/>
                </a:cubicBezTo>
                <a:cubicBezTo>
                  <a:pt x="705" y="1109"/>
                  <a:pt x="705" y="1108"/>
                  <a:pt x="705" y="1108"/>
                </a:cubicBezTo>
                <a:close/>
                <a:moveTo>
                  <a:pt x="646" y="1076"/>
                </a:moveTo>
                <a:cubicBezTo>
                  <a:pt x="644" y="1076"/>
                  <a:pt x="644" y="1076"/>
                  <a:pt x="644" y="1076"/>
                </a:cubicBezTo>
                <a:cubicBezTo>
                  <a:pt x="644" y="1076"/>
                  <a:pt x="644" y="1076"/>
                  <a:pt x="644" y="1076"/>
                </a:cubicBezTo>
                <a:cubicBezTo>
                  <a:pt x="644" y="1075"/>
                  <a:pt x="643" y="1075"/>
                  <a:pt x="642" y="1075"/>
                </a:cubicBezTo>
                <a:cubicBezTo>
                  <a:pt x="640" y="1075"/>
                  <a:pt x="637" y="1075"/>
                  <a:pt x="634" y="1075"/>
                </a:cubicBezTo>
                <a:cubicBezTo>
                  <a:pt x="633" y="1074"/>
                  <a:pt x="631" y="1072"/>
                  <a:pt x="630" y="1070"/>
                </a:cubicBezTo>
                <a:cubicBezTo>
                  <a:pt x="630" y="1070"/>
                  <a:pt x="629" y="1070"/>
                  <a:pt x="629" y="1069"/>
                </a:cubicBezTo>
                <a:cubicBezTo>
                  <a:pt x="628" y="1071"/>
                  <a:pt x="627" y="1074"/>
                  <a:pt x="627" y="1076"/>
                </a:cubicBezTo>
                <a:cubicBezTo>
                  <a:pt x="632" y="1078"/>
                  <a:pt x="638" y="1080"/>
                  <a:pt x="643" y="1083"/>
                </a:cubicBezTo>
                <a:cubicBezTo>
                  <a:pt x="652" y="1086"/>
                  <a:pt x="661" y="1090"/>
                  <a:pt x="670" y="1094"/>
                </a:cubicBezTo>
                <a:cubicBezTo>
                  <a:pt x="670" y="1094"/>
                  <a:pt x="670" y="1094"/>
                  <a:pt x="670" y="1094"/>
                </a:cubicBezTo>
                <a:cubicBezTo>
                  <a:pt x="670" y="1094"/>
                  <a:pt x="670" y="1094"/>
                  <a:pt x="670" y="1094"/>
                </a:cubicBezTo>
                <a:cubicBezTo>
                  <a:pt x="671" y="1094"/>
                  <a:pt x="673" y="1095"/>
                  <a:pt x="674" y="1096"/>
                </a:cubicBezTo>
                <a:cubicBezTo>
                  <a:pt x="674" y="1095"/>
                  <a:pt x="674" y="1095"/>
                  <a:pt x="675" y="1094"/>
                </a:cubicBezTo>
                <a:cubicBezTo>
                  <a:pt x="677" y="1095"/>
                  <a:pt x="677" y="1093"/>
                  <a:pt x="679" y="1095"/>
                </a:cubicBezTo>
                <a:cubicBezTo>
                  <a:pt x="679" y="1095"/>
                  <a:pt x="679" y="1095"/>
                  <a:pt x="679" y="1095"/>
                </a:cubicBezTo>
                <a:cubicBezTo>
                  <a:pt x="680" y="1096"/>
                  <a:pt x="681" y="1097"/>
                  <a:pt x="681" y="1098"/>
                </a:cubicBezTo>
                <a:cubicBezTo>
                  <a:pt x="681" y="1098"/>
                  <a:pt x="681" y="1099"/>
                  <a:pt x="682" y="1099"/>
                </a:cubicBezTo>
                <a:cubicBezTo>
                  <a:pt x="682" y="1098"/>
                  <a:pt x="683" y="1097"/>
                  <a:pt x="683" y="1096"/>
                </a:cubicBezTo>
                <a:cubicBezTo>
                  <a:pt x="685" y="1097"/>
                  <a:pt x="688" y="1096"/>
                  <a:pt x="688" y="1100"/>
                </a:cubicBezTo>
                <a:cubicBezTo>
                  <a:pt x="688" y="1100"/>
                  <a:pt x="688" y="1101"/>
                  <a:pt x="688" y="1101"/>
                </a:cubicBezTo>
                <a:cubicBezTo>
                  <a:pt x="692" y="1103"/>
                  <a:pt x="696" y="1105"/>
                  <a:pt x="700" y="1107"/>
                </a:cubicBezTo>
                <a:cubicBezTo>
                  <a:pt x="697" y="1105"/>
                  <a:pt x="697" y="1101"/>
                  <a:pt x="701" y="1100"/>
                </a:cubicBezTo>
                <a:cubicBezTo>
                  <a:pt x="702" y="1100"/>
                  <a:pt x="702" y="1100"/>
                  <a:pt x="703" y="1100"/>
                </a:cubicBezTo>
                <a:cubicBezTo>
                  <a:pt x="701" y="1099"/>
                  <a:pt x="699" y="1099"/>
                  <a:pt x="698" y="1098"/>
                </a:cubicBezTo>
                <a:cubicBezTo>
                  <a:pt x="681" y="1090"/>
                  <a:pt x="663" y="1083"/>
                  <a:pt x="646" y="1076"/>
                </a:cubicBezTo>
                <a:close/>
                <a:moveTo>
                  <a:pt x="641" y="1105"/>
                </a:moveTo>
                <a:cubicBezTo>
                  <a:pt x="641" y="1105"/>
                  <a:pt x="641" y="1105"/>
                  <a:pt x="641" y="1105"/>
                </a:cubicBezTo>
                <a:cubicBezTo>
                  <a:pt x="641" y="1105"/>
                  <a:pt x="641" y="1105"/>
                  <a:pt x="641" y="1105"/>
                </a:cubicBezTo>
                <a:cubicBezTo>
                  <a:pt x="641" y="1105"/>
                  <a:pt x="641" y="1105"/>
                  <a:pt x="641" y="1105"/>
                </a:cubicBezTo>
                <a:close/>
                <a:moveTo>
                  <a:pt x="986" y="1069"/>
                </a:moveTo>
                <a:cubicBezTo>
                  <a:pt x="991" y="1066"/>
                  <a:pt x="996" y="1063"/>
                  <a:pt x="1000" y="1060"/>
                </a:cubicBezTo>
                <a:cubicBezTo>
                  <a:pt x="1000" y="1060"/>
                  <a:pt x="1000" y="1060"/>
                  <a:pt x="1000" y="1060"/>
                </a:cubicBezTo>
                <a:cubicBezTo>
                  <a:pt x="1001" y="1058"/>
                  <a:pt x="1001" y="1056"/>
                  <a:pt x="1000" y="1055"/>
                </a:cubicBezTo>
                <a:cubicBezTo>
                  <a:pt x="1009" y="1055"/>
                  <a:pt x="1009" y="1055"/>
                  <a:pt x="1009" y="1055"/>
                </a:cubicBezTo>
                <a:cubicBezTo>
                  <a:pt x="1018" y="1049"/>
                  <a:pt x="1027" y="1043"/>
                  <a:pt x="1036" y="1037"/>
                </a:cubicBezTo>
                <a:cubicBezTo>
                  <a:pt x="1024" y="1038"/>
                  <a:pt x="1024" y="1038"/>
                  <a:pt x="1024" y="1038"/>
                </a:cubicBezTo>
                <a:cubicBezTo>
                  <a:pt x="1010" y="1046"/>
                  <a:pt x="997" y="1055"/>
                  <a:pt x="983" y="1063"/>
                </a:cubicBezTo>
                <a:cubicBezTo>
                  <a:pt x="984" y="1065"/>
                  <a:pt x="985" y="1067"/>
                  <a:pt x="986" y="1069"/>
                </a:cubicBezTo>
                <a:close/>
                <a:moveTo>
                  <a:pt x="641" y="1112"/>
                </a:moveTo>
                <a:cubicBezTo>
                  <a:pt x="642" y="1112"/>
                  <a:pt x="643" y="1112"/>
                  <a:pt x="643" y="1112"/>
                </a:cubicBezTo>
                <a:cubicBezTo>
                  <a:pt x="644" y="1111"/>
                  <a:pt x="644" y="1111"/>
                  <a:pt x="644" y="1110"/>
                </a:cubicBezTo>
                <a:cubicBezTo>
                  <a:pt x="643" y="1111"/>
                  <a:pt x="642" y="1111"/>
                  <a:pt x="640" y="1111"/>
                </a:cubicBezTo>
                <a:cubicBezTo>
                  <a:pt x="641" y="1112"/>
                  <a:pt x="641" y="1112"/>
                  <a:pt x="641" y="1112"/>
                </a:cubicBezTo>
                <a:close/>
                <a:moveTo>
                  <a:pt x="578" y="1108"/>
                </a:moveTo>
                <a:cubicBezTo>
                  <a:pt x="579" y="1108"/>
                  <a:pt x="580" y="1109"/>
                  <a:pt x="581" y="1109"/>
                </a:cubicBezTo>
                <a:cubicBezTo>
                  <a:pt x="580" y="1108"/>
                  <a:pt x="580" y="1108"/>
                  <a:pt x="578" y="1108"/>
                </a:cubicBezTo>
                <a:close/>
                <a:moveTo>
                  <a:pt x="590" y="1108"/>
                </a:moveTo>
                <a:cubicBezTo>
                  <a:pt x="589" y="1108"/>
                  <a:pt x="587" y="1107"/>
                  <a:pt x="586" y="1107"/>
                </a:cubicBezTo>
                <a:cubicBezTo>
                  <a:pt x="585" y="1107"/>
                  <a:pt x="584" y="1107"/>
                  <a:pt x="582" y="1107"/>
                </a:cubicBezTo>
                <a:cubicBezTo>
                  <a:pt x="583" y="1108"/>
                  <a:pt x="585" y="1108"/>
                  <a:pt x="585" y="1110"/>
                </a:cubicBezTo>
                <a:cubicBezTo>
                  <a:pt x="586" y="1109"/>
                  <a:pt x="588" y="1109"/>
                  <a:pt x="590" y="1108"/>
                </a:cubicBezTo>
                <a:close/>
                <a:moveTo>
                  <a:pt x="569" y="1103"/>
                </a:moveTo>
                <a:cubicBezTo>
                  <a:pt x="570" y="1103"/>
                  <a:pt x="570" y="1104"/>
                  <a:pt x="571" y="1104"/>
                </a:cubicBezTo>
                <a:cubicBezTo>
                  <a:pt x="572" y="1104"/>
                  <a:pt x="572" y="1104"/>
                  <a:pt x="572" y="1104"/>
                </a:cubicBezTo>
                <a:cubicBezTo>
                  <a:pt x="571" y="1104"/>
                  <a:pt x="570" y="1103"/>
                  <a:pt x="570" y="1103"/>
                </a:cubicBezTo>
                <a:cubicBezTo>
                  <a:pt x="569" y="1103"/>
                  <a:pt x="569" y="1103"/>
                  <a:pt x="569" y="1103"/>
                </a:cubicBezTo>
                <a:close/>
                <a:moveTo>
                  <a:pt x="97" y="436"/>
                </a:moveTo>
                <a:cubicBezTo>
                  <a:pt x="97" y="435"/>
                  <a:pt x="98" y="435"/>
                  <a:pt x="98" y="434"/>
                </a:cubicBezTo>
                <a:cubicBezTo>
                  <a:pt x="98" y="434"/>
                  <a:pt x="98" y="434"/>
                  <a:pt x="99" y="434"/>
                </a:cubicBezTo>
                <a:cubicBezTo>
                  <a:pt x="97" y="434"/>
                  <a:pt x="96" y="434"/>
                  <a:pt x="94" y="434"/>
                </a:cubicBezTo>
                <a:cubicBezTo>
                  <a:pt x="95" y="434"/>
                  <a:pt x="96" y="435"/>
                  <a:pt x="97" y="436"/>
                </a:cubicBezTo>
                <a:close/>
                <a:moveTo>
                  <a:pt x="1050" y="1037"/>
                </a:moveTo>
                <a:cubicBezTo>
                  <a:pt x="1042" y="1043"/>
                  <a:pt x="1033" y="1049"/>
                  <a:pt x="1025" y="1055"/>
                </a:cubicBezTo>
                <a:cubicBezTo>
                  <a:pt x="1025" y="1055"/>
                  <a:pt x="1025" y="1055"/>
                  <a:pt x="1025" y="1055"/>
                </a:cubicBezTo>
                <a:cubicBezTo>
                  <a:pt x="1025" y="1055"/>
                  <a:pt x="1025" y="1055"/>
                  <a:pt x="1025" y="1056"/>
                </a:cubicBezTo>
                <a:cubicBezTo>
                  <a:pt x="1027" y="1057"/>
                  <a:pt x="1028" y="1059"/>
                  <a:pt x="1030" y="1060"/>
                </a:cubicBezTo>
                <a:cubicBezTo>
                  <a:pt x="1030" y="1060"/>
                  <a:pt x="1030" y="1060"/>
                  <a:pt x="1031" y="1060"/>
                </a:cubicBezTo>
                <a:cubicBezTo>
                  <a:pt x="1031" y="1059"/>
                  <a:pt x="1032" y="1058"/>
                  <a:pt x="1032" y="1057"/>
                </a:cubicBezTo>
                <a:cubicBezTo>
                  <a:pt x="1033" y="1057"/>
                  <a:pt x="1033" y="1057"/>
                  <a:pt x="1034" y="1057"/>
                </a:cubicBezTo>
                <a:cubicBezTo>
                  <a:pt x="1034" y="1057"/>
                  <a:pt x="1034" y="1057"/>
                  <a:pt x="1034" y="1057"/>
                </a:cubicBezTo>
                <a:cubicBezTo>
                  <a:pt x="1033" y="1056"/>
                  <a:pt x="1031" y="1055"/>
                  <a:pt x="1030" y="1055"/>
                </a:cubicBezTo>
                <a:cubicBezTo>
                  <a:pt x="1037" y="1055"/>
                  <a:pt x="1037" y="1055"/>
                  <a:pt x="1037" y="1055"/>
                </a:cubicBezTo>
                <a:cubicBezTo>
                  <a:pt x="1046" y="1049"/>
                  <a:pt x="1053" y="1043"/>
                  <a:pt x="1061" y="1037"/>
                </a:cubicBezTo>
                <a:lnTo>
                  <a:pt x="1050" y="1037"/>
                </a:lnTo>
                <a:close/>
                <a:moveTo>
                  <a:pt x="328" y="611"/>
                </a:moveTo>
                <a:cubicBezTo>
                  <a:pt x="327" y="609"/>
                  <a:pt x="330" y="609"/>
                  <a:pt x="329" y="607"/>
                </a:cubicBezTo>
                <a:cubicBezTo>
                  <a:pt x="328" y="606"/>
                  <a:pt x="327" y="606"/>
                  <a:pt x="326" y="605"/>
                </a:cubicBezTo>
                <a:cubicBezTo>
                  <a:pt x="325" y="607"/>
                  <a:pt x="324" y="608"/>
                  <a:pt x="323" y="609"/>
                </a:cubicBezTo>
                <a:cubicBezTo>
                  <a:pt x="324" y="610"/>
                  <a:pt x="326" y="611"/>
                  <a:pt x="328" y="611"/>
                </a:cubicBezTo>
                <a:close/>
                <a:moveTo>
                  <a:pt x="135" y="435"/>
                </a:moveTo>
                <a:cubicBezTo>
                  <a:pt x="135" y="435"/>
                  <a:pt x="135" y="435"/>
                  <a:pt x="135" y="435"/>
                </a:cubicBezTo>
                <a:cubicBezTo>
                  <a:pt x="135" y="435"/>
                  <a:pt x="135" y="435"/>
                  <a:pt x="135" y="435"/>
                </a:cubicBezTo>
                <a:cubicBezTo>
                  <a:pt x="135" y="435"/>
                  <a:pt x="135" y="435"/>
                  <a:pt x="135" y="435"/>
                </a:cubicBezTo>
                <a:close/>
                <a:moveTo>
                  <a:pt x="77" y="457"/>
                </a:moveTo>
                <a:cubicBezTo>
                  <a:pt x="82" y="451"/>
                  <a:pt x="88" y="445"/>
                  <a:pt x="93" y="439"/>
                </a:cubicBezTo>
                <a:cubicBezTo>
                  <a:pt x="84" y="440"/>
                  <a:pt x="84" y="440"/>
                  <a:pt x="84" y="440"/>
                </a:cubicBezTo>
                <a:cubicBezTo>
                  <a:pt x="78" y="445"/>
                  <a:pt x="73" y="451"/>
                  <a:pt x="68" y="457"/>
                </a:cubicBezTo>
                <a:lnTo>
                  <a:pt x="77" y="457"/>
                </a:lnTo>
                <a:close/>
                <a:moveTo>
                  <a:pt x="184" y="428"/>
                </a:moveTo>
                <a:cubicBezTo>
                  <a:pt x="184" y="427"/>
                  <a:pt x="183" y="426"/>
                  <a:pt x="183" y="425"/>
                </a:cubicBezTo>
                <a:cubicBezTo>
                  <a:pt x="182" y="426"/>
                  <a:pt x="181" y="427"/>
                  <a:pt x="180" y="427"/>
                </a:cubicBezTo>
                <a:cubicBezTo>
                  <a:pt x="181" y="427"/>
                  <a:pt x="183" y="427"/>
                  <a:pt x="184" y="428"/>
                </a:cubicBezTo>
                <a:close/>
                <a:moveTo>
                  <a:pt x="218" y="401"/>
                </a:moveTo>
                <a:cubicBezTo>
                  <a:pt x="218" y="400"/>
                  <a:pt x="217" y="400"/>
                  <a:pt x="217" y="399"/>
                </a:cubicBezTo>
                <a:cubicBezTo>
                  <a:pt x="216" y="400"/>
                  <a:pt x="215" y="401"/>
                  <a:pt x="214" y="401"/>
                </a:cubicBezTo>
                <a:cubicBezTo>
                  <a:pt x="215" y="401"/>
                  <a:pt x="216" y="401"/>
                  <a:pt x="218" y="401"/>
                </a:cubicBezTo>
                <a:close/>
                <a:moveTo>
                  <a:pt x="189" y="420"/>
                </a:moveTo>
                <a:cubicBezTo>
                  <a:pt x="200" y="420"/>
                  <a:pt x="200" y="420"/>
                  <a:pt x="200" y="420"/>
                </a:cubicBezTo>
                <a:cubicBezTo>
                  <a:pt x="208" y="414"/>
                  <a:pt x="216" y="408"/>
                  <a:pt x="224" y="403"/>
                </a:cubicBezTo>
                <a:cubicBezTo>
                  <a:pt x="212" y="403"/>
                  <a:pt x="212" y="403"/>
                  <a:pt x="212" y="403"/>
                </a:cubicBezTo>
                <a:cubicBezTo>
                  <a:pt x="206" y="407"/>
                  <a:pt x="201" y="411"/>
                  <a:pt x="196" y="415"/>
                </a:cubicBezTo>
                <a:cubicBezTo>
                  <a:pt x="193" y="417"/>
                  <a:pt x="191" y="418"/>
                  <a:pt x="189" y="420"/>
                </a:cubicBezTo>
                <a:close/>
                <a:moveTo>
                  <a:pt x="43" y="493"/>
                </a:moveTo>
                <a:cubicBezTo>
                  <a:pt x="43" y="493"/>
                  <a:pt x="44" y="493"/>
                  <a:pt x="44" y="494"/>
                </a:cubicBezTo>
                <a:cubicBezTo>
                  <a:pt x="44" y="493"/>
                  <a:pt x="44" y="493"/>
                  <a:pt x="44" y="493"/>
                </a:cubicBezTo>
                <a:cubicBezTo>
                  <a:pt x="46" y="493"/>
                  <a:pt x="46" y="493"/>
                  <a:pt x="46" y="493"/>
                </a:cubicBezTo>
                <a:cubicBezTo>
                  <a:pt x="52" y="486"/>
                  <a:pt x="58" y="478"/>
                  <a:pt x="64" y="471"/>
                </a:cubicBezTo>
                <a:cubicBezTo>
                  <a:pt x="62" y="471"/>
                  <a:pt x="60" y="470"/>
                  <a:pt x="58" y="468"/>
                </a:cubicBezTo>
                <a:cubicBezTo>
                  <a:pt x="57" y="469"/>
                  <a:pt x="57" y="470"/>
                  <a:pt x="56" y="471"/>
                </a:cubicBezTo>
                <a:cubicBezTo>
                  <a:pt x="57" y="473"/>
                  <a:pt x="58" y="474"/>
                  <a:pt x="60" y="475"/>
                </a:cubicBezTo>
                <a:cubicBezTo>
                  <a:pt x="52" y="475"/>
                  <a:pt x="52" y="475"/>
                  <a:pt x="52" y="475"/>
                </a:cubicBezTo>
                <a:cubicBezTo>
                  <a:pt x="47" y="481"/>
                  <a:pt x="43" y="487"/>
                  <a:pt x="38" y="493"/>
                </a:cubicBezTo>
                <a:lnTo>
                  <a:pt x="43" y="493"/>
                </a:lnTo>
                <a:close/>
                <a:moveTo>
                  <a:pt x="93" y="432"/>
                </a:moveTo>
                <a:cubicBezTo>
                  <a:pt x="93" y="431"/>
                  <a:pt x="93" y="430"/>
                  <a:pt x="93" y="429"/>
                </a:cubicBezTo>
                <a:cubicBezTo>
                  <a:pt x="93" y="430"/>
                  <a:pt x="92" y="431"/>
                  <a:pt x="91" y="432"/>
                </a:cubicBezTo>
                <a:cubicBezTo>
                  <a:pt x="92" y="432"/>
                  <a:pt x="93" y="432"/>
                  <a:pt x="93" y="432"/>
                </a:cubicBezTo>
                <a:close/>
                <a:moveTo>
                  <a:pt x="267" y="637"/>
                </a:moveTo>
                <a:cubicBezTo>
                  <a:pt x="267" y="638"/>
                  <a:pt x="265" y="638"/>
                  <a:pt x="264" y="638"/>
                </a:cubicBezTo>
                <a:cubicBezTo>
                  <a:pt x="263" y="639"/>
                  <a:pt x="263" y="640"/>
                  <a:pt x="262" y="641"/>
                </a:cubicBezTo>
                <a:cubicBezTo>
                  <a:pt x="263" y="642"/>
                  <a:pt x="263" y="643"/>
                  <a:pt x="265" y="644"/>
                </a:cubicBezTo>
                <a:cubicBezTo>
                  <a:pt x="265" y="648"/>
                  <a:pt x="265" y="651"/>
                  <a:pt x="262" y="652"/>
                </a:cubicBezTo>
                <a:cubicBezTo>
                  <a:pt x="256" y="652"/>
                  <a:pt x="256" y="652"/>
                  <a:pt x="256" y="652"/>
                </a:cubicBezTo>
                <a:cubicBezTo>
                  <a:pt x="256" y="651"/>
                  <a:pt x="256" y="651"/>
                  <a:pt x="256" y="650"/>
                </a:cubicBezTo>
                <a:cubicBezTo>
                  <a:pt x="252" y="657"/>
                  <a:pt x="249" y="663"/>
                  <a:pt x="245" y="669"/>
                </a:cubicBezTo>
                <a:cubicBezTo>
                  <a:pt x="249" y="669"/>
                  <a:pt x="249" y="669"/>
                  <a:pt x="249" y="669"/>
                </a:cubicBezTo>
                <a:cubicBezTo>
                  <a:pt x="249" y="670"/>
                  <a:pt x="249" y="671"/>
                  <a:pt x="249" y="672"/>
                </a:cubicBezTo>
                <a:cubicBezTo>
                  <a:pt x="247" y="672"/>
                  <a:pt x="245" y="672"/>
                  <a:pt x="243" y="674"/>
                </a:cubicBezTo>
                <a:cubicBezTo>
                  <a:pt x="244" y="674"/>
                  <a:pt x="245" y="675"/>
                  <a:pt x="245" y="676"/>
                </a:cubicBezTo>
                <a:cubicBezTo>
                  <a:pt x="244" y="678"/>
                  <a:pt x="242" y="678"/>
                  <a:pt x="240" y="678"/>
                </a:cubicBezTo>
                <a:cubicBezTo>
                  <a:pt x="240" y="679"/>
                  <a:pt x="239" y="680"/>
                  <a:pt x="239" y="681"/>
                </a:cubicBezTo>
                <a:cubicBezTo>
                  <a:pt x="239" y="683"/>
                  <a:pt x="238" y="685"/>
                  <a:pt x="241" y="684"/>
                </a:cubicBezTo>
                <a:cubicBezTo>
                  <a:pt x="241" y="682"/>
                  <a:pt x="241" y="681"/>
                  <a:pt x="242" y="680"/>
                </a:cubicBezTo>
                <a:cubicBezTo>
                  <a:pt x="244" y="680"/>
                  <a:pt x="246" y="680"/>
                  <a:pt x="247" y="680"/>
                </a:cubicBezTo>
                <a:cubicBezTo>
                  <a:pt x="249" y="677"/>
                  <a:pt x="250" y="674"/>
                  <a:pt x="252" y="671"/>
                </a:cubicBezTo>
                <a:cubicBezTo>
                  <a:pt x="251" y="671"/>
                  <a:pt x="251" y="670"/>
                  <a:pt x="250" y="669"/>
                </a:cubicBezTo>
                <a:cubicBezTo>
                  <a:pt x="253" y="669"/>
                  <a:pt x="253" y="669"/>
                  <a:pt x="253" y="669"/>
                </a:cubicBezTo>
                <a:cubicBezTo>
                  <a:pt x="258" y="660"/>
                  <a:pt x="263" y="651"/>
                  <a:pt x="269" y="643"/>
                </a:cubicBezTo>
                <a:cubicBezTo>
                  <a:pt x="268" y="641"/>
                  <a:pt x="270" y="638"/>
                  <a:pt x="267" y="637"/>
                </a:cubicBezTo>
                <a:close/>
                <a:moveTo>
                  <a:pt x="203" y="723"/>
                </a:moveTo>
                <a:cubicBezTo>
                  <a:pt x="202" y="723"/>
                  <a:pt x="201" y="724"/>
                  <a:pt x="201" y="724"/>
                </a:cubicBezTo>
                <a:cubicBezTo>
                  <a:pt x="196" y="724"/>
                  <a:pt x="196" y="724"/>
                  <a:pt x="196" y="724"/>
                </a:cubicBezTo>
                <a:cubicBezTo>
                  <a:pt x="194" y="730"/>
                  <a:pt x="192" y="736"/>
                  <a:pt x="190" y="742"/>
                </a:cubicBezTo>
                <a:cubicBezTo>
                  <a:pt x="191" y="742"/>
                  <a:pt x="191" y="742"/>
                  <a:pt x="192" y="741"/>
                </a:cubicBezTo>
                <a:cubicBezTo>
                  <a:pt x="192" y="741"/>
                  <a:pt x="192" y="741"/>
                  <a:pt x="191" y="741"/>
                </a:cubicBezTo>
                <a:cubicBezTo>
                  <a:pt x="197" y="741"/>
                  <a:pt x="197" y="741"/>
                  <a:pt x="197" y="741"/>
                </a:cubicBezTo>
                <a:cubicBezTo>
                  <a:pt x="197" y="741"/>
                  <a:pt x="197" y="742"/>
                  <a:pt x="197" y="742"/>
                </a:cubicBezTo>
                <a:cubicBezTo>
                  <a:pt x="199" y="736"/>
                  <a:pt x="201" y="729"/>
                  <a:pt x="203" y="723"/>
                </a:cubicBezTo>
                <a:close/>
                <a:moveTo>
                  <a:pt x="293" y="610"/>
                </a:moveTo>
                <a:cubicBezTo>
                  <a:pt x="294" y="607"/>
                  <a:pt x="296" y="605"/>
                  <a:pt x="298" y="603"/>
                </a:cubicBezTo>
                <a:cubicBezTo>
                  <a:pt x="299" y="601"/>
                  <a:pt x="300" y="600"/>
                  <a:pt x="302" y="598"/>
                </a:cubicBezTo>
                <a:cubicBezTo>
                  <a:pt x="301" y="598"/>
                  <a:pt x="301" y="598"/>
                  <a:pt x="301" y="598"/>
                </a:cubicBezTo>
                <a:cubicBezTo>
                  <a:pt x="302" y="598"/>
                  <a:pt x="302" y="598"/>
                  <a:pt x="302" y="598"/>
                </a:cubicBezTo>
                <a:cubicBezTo>
                  <a:pt x="307" y="592"/>
                  <a:pt x="313" y="586"/>
                  <a:pt x="318" y="580"/>
                </a:cubicBezTo>
                <a:cubicBezTo>
                  <a:pt x="318" y="580"/>
                  <a:pt x="318" y="580"/>
                  <a:pt x="318" y="580"/>
                </a:cubicBezTo>
                <a:cubicBezTo>
                  <a:pt x="316" y="578"/>
                  <a:pt x="315" y="577"/>
                  <a:pt x="312" y="577"/>
                </a:cubicBezTo>
                <a:cubicBezTo>
                  <a:pt x="312" y="577"/>
                  <a:pt x="312" y="577"/>
                  <a:pt x="312" y="578"/>
                </a:cubicBezTo>
                <a:cubicBezTo>
                  <a:pt x="313" y="578"/>
                  <a:pt x="313" y="579"/>
                  <a:pt x="314" y="580"/>
                </a:cubicBezTo>
                <a:cubicBezTo>
                  <a:pt x="309" y="580"/>
                  <a:pt x="309" y="580"/>
                  <a:pt x="309" y="580"/>
                </a:cubicBezTo>
                <a:cubicBezTo>
                  <a:pt x="304" y="586"/>
                  <a:pt x="298" y="592"/>
                  <a:pt x="293" y="599"/>
                </a:cubicBezTo>
                <a:cubicBezTo>
                  <a:pt x="294" y="599"/>
                  <a:pt x="294" y="598"/>
                  <a:pt x="294" y="598"/>
                </a:cubicBezTo>
                <a:cubicBezTo>
                  <a:pt x="292" y="600"/>
                  <a:pt x="294" y="606"/>
                  <a:pt x="293" y="610"/>
                </a:cubicBezTo>
                <a:close/>
                <a:moveTo>
                  <a:pt x="8" y="493"/>
                </a:moveTo>
                <a:cubicBezTo>
                  <a:pt x="8" y="494"/>
                  <a:pt x="8" y="494"/>
                  <a:pt x="7" y="494"/>
                </a:cubicBezTo>
                <a:cubicBezTo>
                  <a:pt x="8" y="495"/>
                  <a:pt x="10" y="494"/>
                  <a:pt x="11" y="493"/>
                </a:cubicBezTo>
                <a:cubicBezTo>
                  <a:pt x="15" y="487"/>
                  <a:pt x="20" y="481"/>
                  <a:pt x="24" y="476"/>
                </a:cubicBezTo>
                <a:cubicBezTo>
                  <a:pt x="16" y="476"/>
                  <a:pt x="16" y="476"/>
                  <a:pt x="16" y="476"/>
                </a:cubicBezTo>
                <a:cubicBezTo>
                  <a:pt x="12" y="480"/>
                  <a:pt x="9" y="485"/>
                  <a:pt x="6" y="489"/>
                </a:cubicBezTo>
                <a:cubicBezTo>
                  <a:pt x="4" y="490"/>
                  <a:pt x="5" y="492"/>
                  <a:pt x="6" y="493"/>
                </a:cubicBezTo>
                <a:lnTo>
                  <a:pt x="8" y="493"/>
                </a:lnTo>
                <a:close/>
                <a:moveTo>
                  <a:pt x="95" y="947"/>
                </a:moveTo>
                <a:cubicBezTo>
                  <a:pt x="96" y="944"/>
                  <a:pt x="97" y="940"/>
                  <a:pt x="98" y="937"/>
                </a:cubicBezTo>
                <a:cubicBezTo>
                  <a:pt x="98" y="937"/>
                  <a:pt x="97" y="937"/>
                  <a:pt x="97" y="936"/>
                </a:cubicBezTo>
                <a:cubicBezTo>
                  <a:pt x="97" y="937"/>
                  <a:pt x="97" y="938"/>
                  <a:pt x="97" y="939"/>
                </a:cubicBezTo>
                <a:cubicBezTo>
                  <a:pt x="90" y="939"/>
                  <a:pt x="90" y="939"/>
                  <a:pt x="90" y="939"/>
                </a:cubicBezTo>
                <a:cubicBezTo>
                  <a:pt x="90" y="940"/>
                  <a:pt x="89" y="942"/>
                  <a:pt x="89" y="944"/>
                </a:cubicBezTo>
                <a:cubicBezTo>
                  <a:pt x="87" y="948"/>
                  <a:pt x="93" y="951"/>
                  <a:pt x="95" y="947"/>
                </a:cubicBezTo>
                <a:close/>
                <a:moveTo>
                  <a:pt x="195" y="748"/>
                </a:moveTo>
                <a:cubicBezTo>
                  <a:pt x="192" y="748"/>
                  <a:pt x="191" y="747"/>
                  <a:pt x="189" y="747"/>
                </a:cubicBezTo>
                <a:cubicBezTo>
                  <a:pt x="189" y="747"/>
                  <a:pt x="189" y="746"/>
                  <a:pt x="189" y="746"/>
                </a:cubicBezTo>
                <a:cubicBezTo>
                  <a:pt x="188" y="748"/>
                  <a:pt x="188" y="749"/>
                  <a:pt x="187" y="751"/>
                </a:cubicBezTo>
                <a:cubicBezTo>
                  <a:pt x="189" y="751"/>
                  <a:pt x="191" y="751"/>
                  <a:pt x="192" y="751"/>
                </a:cubicBezTo>
                <a:cubicBezTo>
                  <a:pt x="192" y="753"/>
                  <a:pt x="193" y="755"/>
                  <a:pt x="193" y="757"/>
                </a:cubicBezTo>
                <a:cubicBezTo>
                  <a:pt x="193" y="754"/>
                  <a:pt x="194" y="751"/>
                  <a:pt x="195" y="748"/>
                </a:cubicBezTo>
                <a:close/>
                <a:moveTo>
                  <a:pt x="170" y="735"/>
                </a:moveTo>
                <a:cubicBezTo>
                  <a:pt x="169" y="737"/>
                  <a:pt x="169" y="739"/>
                  <a:pt x="168" y="741"/>
                </a:cubicBezTo>
                <a:cubicBezTo>
                  <a:pt x="175" y="741"/>
                  <a:pt x="175" y="741"/>
                  <a:pt x="175" y="741"/>
                </a:cubicBezTo>
                <a:cubicBezTo>
                  <a:pt x="176" y="740"/>
                  <a:pt x="176" y="738"/>
                  <a:pt x="176" y="736"/>
                </a:cubicBezTo>
                <a:cubicBezTo>
                  <a:pt x="177" y="732"/>
                  <a:pt x="170" y="731"/>
                  <a:pt x="170" y="735"/>
                </a:cubicBezTo>
                <a:close/>
                <a:moveTo>
                  <a:pt x="1066" y="1034"/>
                </a:moveTo>
                <a:cubicBezTo>
                  <a:pt x="1065" y="1034"/>
                  <a:pt x="1065" y="1034"/>
                  <a:pt x="1065" y="1034"/>
                </a:cubicBezTo>
                <a:cubicBezTo>
                  <a:pt x="1065" y="1034"/>
                  <a:pt x="1065" y="1034"/>
                  <a:pt x="1066" y="1034"/>
                </a:cubicBezTo>
                <a:close/>
                <a:moveTo>
                  <a:pt x="781" y="349"/>
                </a:moveTo>
                <a:cubicBezTo>
                  <a:pt x="783" y="349"/>
                  <a:pt x="785" y="350"/>
                  <a:pt x="787" y="350"/>
                </a:cubicBezTo>
                <a:cubicBezTo>
                  <a:pt x="787" y="350"/>
                  <a:pt x="787" y="349"/>
                  <a:pt x="788" y="349"/>
                </a:cubicBezTo>
                <a:cubicBezTo>
                  <a:pt x="784" y="350"/>
                  <a:pt x="785" y="349"/>
                  <a:pt x="781" y="349"/>
                </a:cubicBezTo>
                <a:close/>
                <a:moveTo>
                  <a:pt x="908" y="789"/>
                </a:moveTo>
                <a:cubicBezTo>
                  <a:pt x="950" y="792"/>
                  <a:pt x="991" y="792"/>
                  <a:pt x="1033" y="788"/>
                </a:cubicBezTo>
                <a:cubicBezTo>
                  <a:pt x="1021" y="788"/>
                  <a:pt x="1021" y="788"/>
                  <a:pt x="1021" y="788"/>
                </a:cubicBezTo>
                <a:cubicBezTo>
                  <a:pt x="1020" y="787"/>
                  <a:pt x="1019" y="787"/>
                  <a:pt x="1018" y="786"/>
                </a:cubicBezTo>
                <a:cubicBezTo>
                  <a:pt x="1019" y="787"/>
                  <a:pt x="1018" y="788"/>
                  <a:pt x="1018" y="788"/>
                </a:cubicBezTo>
                <a:cubicBezTo>
                  <a:pt x="1012" y="788"/>
                  <a:pt x="1012" y="788"/>
                  <a:pt x="1012" y="788"/>
                </a:cubicBezTo>
                <a:cubicBezTo>
                  <a:pt x="1011" y="785"/>
                  <a:pt x="1013" y="784"/>
                  <a:pt x="1015" y="783"/>
                </a:cubicBezTo>
                <a:cubicBezTo>
                  <a:pt x="1007" y="784"/>
                  <a:pt x="999" y="784"/>
                  <a:pt x="991" y="784"/>
                </a:cubicBezTo>
                <a:cubicBezTo>
                  <a:pt x="991" y="785"/>
                  <a:pt x="991" y="785"/>
                  <a:pt x="990" y="785"/>
                </a:cubicBezTo>
                <a:cubicBezTo>
                  <a:pt x="990" y="785"/>
                  <a:pt x="990" y="785"/>
                  <a:pt x="990" y="784"/>
                </a:cubicBezTo>
                <a:cubicBezTo>
                  <a:pt x="972" y="785"/>
                  <a:pt x="955" y="785"/>
                  <a:pt x="937" y="784"/>
                </a:cubicBezTo>
                <a:cubicBezTo>
                  <a:pt x="938" y="785"/>
                  <a:pt x="938" y="785"/>
                  <a:pt x="939" y="786"/>
                </a:cubicBezTo>
                <a:cubicBezTo>
                  <a:pt x="939" y="787"/>
                  <a:pt x="939" y="788"/>
                  <a:pt x="939" y="789"/>
                </a:cubicBezTo>
                <a:cubicBezTo>
                  <a:pt x="926" y="789"/>
                  <a:pt x="926" y="789"/>
                  <a:pt x="926" y="789"/>
                </a:cubicBezTo>
                <a:cubicBezTo>
                  <a:pt x="926" y="785"/>
                  <a:pt x="926" y="785"/>
                  <a:pt x="926" y="785"/>
                </a:cubicBezTo>
                <a:cubicBezTo>
                  <a:pt x="927" y="784"/>
                  <a:pt x="927" y="784"/>
                  <a:pt x="927" y="784"/>
                </a:cubicBezTo>
                <a:cubicBezTo>
                  <a:pt x="926" y="784"/>
                  <a:pt x="924" y="784"/>
                  <a:pt x="923" y="783"/>
                </a:cubicBezTo>
                <a:cubicBezTo>
                  <a:pt x="923" y="784"/>
                  <a:pt x="923" y="784"/>
                  <a:pt x="923" y="784"/>
                </a:cubicBezTo>
                <a:cubicBezTo>
                  <a:pt x="920" y="784"/>
                  <a:pt x="919" y="785"/>
                  <a:pt x="917" y="783"/>
                </a:cubicBezTo>
                <a:cubicBezTo>
                  <a:pt x="917" y="783"/>
                  <a:pt x="917" y="783"/>
                  <a:pt x="917" y="783"/>
                </a:cubicBezTo>
                <a:cubicBezTo>
                  <a:pt x="915" y="783"/>
                  <a:pt x="912" y="783"/>
                  <a:pt x="909" y="783"/>
                </a:cubicBezTo>
                <a:cubicBezTo>
                  <a:pt x="912" y="784"/>
                  <a:pt x="916" y="785"/>
                  <a:pt x="918" y="788"/>
                </a:cubicBezTo>
                <a:cubicBezTo>
                  <a:pt x="919" y="786"/>
                  <a:pt x="923" y="784"/>
                  <a:pt x="924" y="785"/>
                </a:cubicBezTo>
                <a:cubicBezTo>
                  <a:pt x="924" y="787"/>
                  <a:pt x="923" y="788"/>
                  <a:pt x="923" y="789"/>
                </a:cubicBezTo>
                <a:lnTo>
                  <a:pt x="908" y="789"/>
                </a:lnTo>
                <a:close/>
                <a:moveTo>
                  <a:pt x="1002" y="786"/>
                </a:moveTo>
                <a:cubicBezTo>
                  <a:pt x="1005" y="786"/>
                  <a:pt x="1005" y="785"/>
                  <a:pt x="1009" y="786"/>
                </a:cubicBezTo>
                <a:cubicBezTo>
                  <a:pt x="1009" y="786"/>
                  <a:pt x="1009" y="787"/>
                  <a:pt x="1010" y="788"/>
                </a:cubicBezTo>
                <a:cubicBezTo>
                  <a:pt x="1002" y="788"/>
                  <a:pt x="1002" y="788"/>
                  <a:pt x="1002" y="788"/>
                </a:cubicBezTo>
                <a:cubicBezTo>
                  <a:pt x="1002" y="788"/>
                  <a:pt x="1002" y="787"/>
                  <a:pt x="1002" y="786"/>
                </a:cubicBezTo>
                <a:close/>
                <a:moveTo>
                  <a:pt x="951" y="787"/>
                </a:moveTo>
                <a:cubicBezTo>
                  <a:pt x="954" y="786"/>
                  <a:pt x="956" y="787"/>
                  <a:pt x="958" y="787"/>
                </a:cubicBezTo>
                <a:cubicBezTo>
                  <a:pt x="958" y="788"/>
                  <a:pt x="958" y="788"/>
                  <a:pt x="958" y="788"/>
                </a:cubicBezTo>
                <a:cubicBezTo>
                  <a:pt x="950" y="789"/>
                  <a:pt x="950" y="789"/>
                  <a:pt x="950" y="789"/>
                </a:cubicBezTo>
                <a:cubicBezTo>
                  <a:pt x="951" y="788"/>
                  <a:pt x="951" y="787"/>
                  <a:pt x="951" y="787"/>
                </a:cubicBezTo>
                <a:close/>
                <a:moveTo>
                  <a:pt x="274" y="365"/>
                </a:moveTo>
                <a:cubicBezTo>
                  <a:pt x="274" y="365"/>
                  <a:pt x="274" y="365"/>
                  <a:pt x="274" y="365"/>
                </a:cubicBezTo>
                <a:cubicBezTo>
                  <a:pt x="274" y="365"/>
                  <a:pt x="274" y="365"/>
                  <a:pt x="273" y="365"/>
                </a:cubicBezTo>
                <a:cubicBezTo>
                  <a:pt x="274" y="365"/>
                  <a:pt x="274" y="365"/>
                  <a:pt x="274" y="365"/>
                </a:cubicBezTo>
                <a:close/>
                <a:moveTo>
                  <a:pt x="174" y="402"/>
                </a:moveTo>
                <a:cubicBezTo>
                  <a:pt x="173" y="401"/>
                  <a:pt x="172" y="397"/>
                  <a:pt x="173" y="395"/>
                </a:cubicBezTo>
                <a:cubicBezTo>
                  <a:pt x="173" y="396"/>
                  <a:pt x="172" y="396"/>
                  <a:pt x="171" y="397"/>
                </a:cubicBezTo>
                <a:cubicBezTo>
                  <a:pt x="172" y="397"/>
                  <a:pt x="172" y="397"/>
                  <a:pt x="172" y="397"/>
                </a:cubicBezTo>
                <a:cubicBezTo>
                  <a:pt x="173" y="399"/>
                  <a:pt x="170" y="403"/>
                  <a:pt x="174" y="402"/>
                </a:cubicBezTo>
                <a:close/>
                <a:moveTo>
                  <a:pt x="271" y="367"/>
                </a:moveTo>
                <a:cubicBezTo>
                  <a:pt x="259" y="373"/>
                  <a:pt x="248" y="379"/>
                  <a:pt x="237" y="386"/>
                </a:cubicBezTo>
                <a:cubicBezTo>
                  <a:pt x="240" y="386"/>
                  <a:pt x="243" y="387"/>
                  <a:pt x="247" y="387"/>
                </a:cubicBezTo>
                <a:cubicBezTo>
                  <a:pt x="260" y="380"/>
                  <a:pt x="272" y="373"/>
                  <a:pt x="285" y="366"/>
                </a:cubicBezTo>
                <a:cubicBezTo>
                  <a:pt x="271" y="367"/>
                  <a:pt x="271" y="367"/>
                  <a:pt x="271" y="367"/>
                </a:cubicBezTo>
                <a:cubicBezTo>
                  <a:pt x="271" y="367"/>
                  <a:pt x="271" y="367"/>
                  <a:pt x="271" y="367"/>
                </a:cubicBezTo>
                <a:close/>
                <a:moveTo>
                  <a:pt x="781" y="325"/>
                </a:moveTo>
                <a:cubicBezTo>
                  <a:pt x="782" y="325"/>
                  <a:pt x="783" y="325"/>
                  <a:pt x="783" y="325"/>
                </a:cubicBezTo>
                <a:cubicBezTo>
                  <a:pt x="783" y="324"/>
                  <a:pt x="783" y="323"/>
                  <a:pt x="783" y="322"/>
                </a:cubicBezTo>
                <a:cubicBezTo>
                  <a:pt x="782" y="322"/>
                  <a:pt x="782" y="324"/>
                  <a:pt x="781" y="325"/>
                </a:cubicBezTo>
                <a:close/>
                <a:moveTo>
                  <a:pt x="1041" y="786"/>
                </a:moveTo>
                <a:cubicBezTo>
                  <a:pt x="1040" y="786"/>
                  <a:pt x="1040" y="787"/>
                  <a:pt x="1039" y="787"/>
                </a:cubicBezTo>
                <a:cubicBezTo>
                  <a:pt x="1040" y="787"/>
                  <a:pt x="1040" y="787"/>
                  <a:pt x="1041" y="787"/>
                </a:cubicBezTo>
                <a:cubicBezTo>
                  <a:pt x="1041" y="787"/>
                  <a:pt x="1041" y="786"/>
                  <a:pt x="1041" y="786"/>
                </a:cubicBezTo>
                <a:close/>
                <a:moveTo>
                  <a:pt x="1029" y="782"/>
                </a:moveTo>
                <a:cubicBezTo>
                  <a:pt x="1029" y="784"/>
                  <a:pt x="1030" y="786"/>
                  <a:pt x="1031" y="787"/>
                </a:cubicBezTo>
                <a:cubicBezTo>
                  <a:pt x="1031" y="786"/>
                  <a:pt x="1031" y="785"/>
                  <a:pt x="1031" y="785"/>
                </a:cubicBezTo>
                <a:cubicBezTo>
                  <a:pt x="1033" y="784"/>
                  <a:pt x="1034" y="784"/>
                  <a:pt x="1035" y="785"/>
                </a:cubicBezTo>
                <a:cubicBezTo>
                  <a:pt x="1037" y="781"/>
                  <a:pt x="1044" y="783"/>
                  <a:pt x="1045" y="786"/>
                </a:cubicBezTo>
                <a:cubicBezTo>
                  <a:pt x="1054" y="785"/>
                  <a:pt x="1063" y="784"/>
                  <a:pt x="1072" y="782"/>
                </a:cubicBezTo>
                <a:cubicBezTo>
                  <a:pt x="1073" y="781"/>
                  <a:pt x="1073" y="780"/>
                  <a:pt x="1074" y="779"/>
                </a:cubicBezTo>
                <a:cubicBezTo>
                  <a:pt x="1073" y="778"/>
                  <a:pt x="1072" y="777"/>
                  <a:pt x="1072" y="777"/>
                </a:cubicBezTo>
                <a:cubicBezTo>
                  <a:pt x="1071" y="777"/>
                  <a:pt x="1071" y="778"/>
                  <a:pt x="1072" y="780"/>
                </a:cubicBezTo>
                <a:cubicBezTo>
                  <a:pt x="1069" y="780"/>
                  <a:pt x="1068" y="781"/>
                  <a:pt x="1066" y="781"/>
                </a:cubicBezTo>
                <a:cubicBezTo>
                  <a:pt x="1065" y="780"/>
                  <a:pt x="1065" y="778"/>
                  <a:pt x="1065" y="776"/>
                </a:cubicBezTo>
                <a:cubicBezTo>
                  <a:pt x="1064" y="777"/>
                  <a:pt x="1063" y="777"/>
                  <a:pt x="1062" y="777"/>
                </a:cubicBezTo>
                <a:cubicBezTo>
                  <a:pt x="1062" y="777"/>
                  <a:pt x="1062" y="777"/>
                  <a:pt x="1063" y="777"/>
                </a:cubicBezTo>
                <a:cubicBezTo>
                  <a:pt x="1063" y="780"/>
                  <a:pt x="1061" y="782"/>
                  <a:pt x="1058" y="782"/>
                </a:cubicBezTo>
                <a:cubicBezTo>
                  <a:pt x="1058" y="780"/>
                  <a:pt x="1056" y="780"/>
                  <a:pt x="1057" y="778"/>
                </a:cubicBezTo>
                <a:cubicBezTo>
                  <a:pt x="1054" y="784"/>
                  <a:pt x="1047" y="781"/>
                  <a:pt x="1041" y="782"/>
                </a:cubicBezTo>
                <a:cubicBezTo>
                  <a:pt x="1041" y="781"/>
                  <a:pt x="1041" y="781"/>
                  <a:pt x="1041" y="780"/>
                </a:cubicBezTo>
                <a:cubicBezTo>
                  <a:pt x="1037" y="781"/>
                  <a:pt x="1033" y="781"/>
                  <a:pt x="1029" y="782"/>
                </a:cubicBezTo>
                <a:close/>
                <a:moveTo>
                  <a:pt x="642" y="1210"/>
                </a:moveTo>
                <a:cubicBezTo>
                  <a:pt x="640" y="1212"/>
                  <a:pt x="637" y="1214"/>
                  <a:pt x="635" y="1216"/>
                </a:cubicBezTo>
                <a:cubicBezTo>
                  <a:pt x="640" y="1217"/>
                  <a:pt x="646" y="1217"/>
                  <a:pt x="651" y="1218"/>
                </a:cubicBezTo>
                <a:cubicBezTo>
                  <a:pt x="652" y="1218"/>
                  <a:pt x="652" y="1218"/>
                  <a:pt x="653" y="1218"/>
                </a:cubicBezTo>
                <a:cubicBezTo>
                  <a:pt x="652" y="1216"/>
                  <a:pt x="651" y="1214"/>
                  <a:pt x="652" y="1210"/>
                </a:cubicBezTo>
                <a:cubicBezTo>
                  <a:pt x="649" y="1210"/>
                  <a:pt x="645" y="1210"/>
                  <a:pt x="642" y="1210"/>
                </a:cubicBezTo>
                <a:close/>
                <a:moveTo>
                  <a:pt x="9" y="450"/>
                </a:moveTo>
                <a:cubicBezTo>
                  <a:pt x="12" y="447"/>
                  <a:pt x="15" y="444"/>
                  <a:pt x="18" y="440"/>
                </a:cubicBezTo>
                <a:cubicBezTo>
                  <a:pt x="9" y="440"/>
                  <a:pt x="9" y="440"/>
                  <a:pt x="9" y="440"/>
                </a:cubicBezTo>
                <a:cubicBezTo>
                  <a:pt x="7" y="442"/>
                  <a:pt x="6" y="444"/>
                  <a:pt x="4" y="446"/>
                </a:cubicBezTo>
                <a:cubicBezTo>
                  <a:pt x="1" y="450"/>
                  <a:pt x="7" y="454"/>
                  <a:pt x="9" y="450"/>
                </a:cubicBezTo>
                <a:close/>
                <a:moveTo>
                  <a:pt x="91" y="706"/>
                </a:moveTo>
                <a:cubicBezTo>
                  <a:pt x="94" y="706"/>
                  <a:pt x="94" y="706"/>
                  <a:pt x="94" y="706"/>
                </a:cubicBezTo>
                <a:cubicBezTo>
                  <a:pt x="95" y="707"/>
                  <a:pt x="96" y="708"/>
                  <a:pt x="96" y="708"/>
                </a:cubicBezTo>
                <a:cubicBezTo>
                  <a:pt x="99" y="702"/>
                  <a:pt x="101" y="695"/>
                  <a:pt x="104" y="689"/>
                </a:cubicBezTo>
                <a:cubicBezTo>
                  <a:pt x="101" y="689"/>
                  <a:pt x="101" y="689"/>
                  <a:pt x="101" y="689"/>
                </a:cubicBezTo>
                <a:cubicBezTo>
                  <a:pt x="101" y="689"/>
                  <a:pt x="101" y="688"/>
                  <a:pt x="101" y="688"/>
                </a:cubicBezTo>
                <a:cubicBezTo>
                  <a:pt x="100" y="687"/>
                  <a:pt x="99" y="686"/>
                  <a:pt x="98" y="686"/>
                </a:cubicBezTo>
                <a:cubicBezTo>
                  <a:pt x="95" y="693"/>
                  <a:pt x="92" y="700"/>
                  <a:pt x="89" y="707"/>
                </a:cubicBezTo>
                <a:cubicBezTo>
                  <a:pt x="90" y="708"/>
                  <a:pt x="90" y="709"/>
                  <a:pt x="90" y="709"/>
                </a:cubicBezTo>
                <a:cubicBezTo>
                  <a:pt x="91" y="708"/>
                  <a:pt x="90" y="707"/>
                  <a:pt x="91" y="706"/>
                </a:cubicBezTo>
                <a:close/>
                <a:moveTo>
                  <a:pt x="359" y="668"/>
                </a:moveTo>
                <a:cubicBezTo>
                  <a:pt x="359" y="670"/>
                  <a:pt x="360" y="671"/>
                  <a:pt x="360" y="672"/>
                </a:cubicBezTo>
                <a:cubicBezTo>
                  <a:pt x="375" y="648"/>
                  <a:pt x="394" y="627"/>
                  <a:pt x="414" y="609"/>
                </a:cubicBezTo>
                <a:cubicBezTo>
                  <a:pt x="415" y="609"/>
                  <a:pt x="415" y="609"/>
                  <a:pt x="415" y="609"/>
                </a:cubicBezTo>
                <a:cubicBezTo>
                  <a:pt x="415" y="609"/>
                  <a:pt x="415" y="609"/>
                  <a:pt x="415" y="609"/>
                </a:cubicBezTo>
                <a:cubicBezTo>
                  <a:pt x="429" y="597"/>
                  <a:pt x="443" y="587"/>
                  <a:pt x="459" y="579"/>
                </a:cubicBezTo>
                <a:cubicBezTo>
                  <a:pt x="445" y="579"/>
                  <a:pt x="445" y="579"/>
                  <a:pt x="445" y="579"/>
                </a:cubicBezTo>
                <a:cubicBezTo>
                  <a:pt x="445" y="579"/>
                  <a:pt x="445" y="579"/>
                  <a:pt x="445" y="579"/>
                </a:cubicBezTo>
                <a:cubicBezTo>
                  <a:pt x="434" y="585"/>
                  <a:pt x="425" y="592"/>
                  <a:pt x="416" y="599"/>
                </a:cubicBezTo>
                <a:cubicBezTo>
                  <a:pt x="416" y="600"/>
                  <a:pt x="416" y="601"/>
                  <a:pt x="416" y="602"/>
                </a:cubicBezTo>
                <a:cubicBezTo>
                  <a:pt x="414" y="602"/>
                  <a:pt x="414" y="602"/>
                  <a:pt x="413" y="601"/>
                </a:cubicBezTo>
                <a:cubicBezTo>
                  <a:pt x="412" y="603"/>
                  <a:pt x="410" y="604"/>
                  <a:pt x="409" y="605"/>
                </a:cubicBezTo>
                <a:cubicBezTo>
                  <a:pt x="409" y="606"/>
                  <a:pt x="409" y="607"/>
                  <a:pt x="409" y="608"/>
                </a:cubicBezTo>
                <a:cubicBezTo>
                  <a:pt x="408" y="608"/>
                  <a:pt x="407" y="607"/>
                  <a:pt x="406" y="607"/>
                </a:cubicBezTo>
                <a:cubicBezTo>
                  <a:pt x="397" y="616"/>
                  <a:pt x="388" y="625"/>
                  <a:pt x="380" y="635"/>
                </a:cubicBezTo>
                <a:cubicBezTo>
                  <a:pt x="381" y="635"/>
                  <a:pt x="381" y="635"/>
                  <a:pt x="382" y="635"/>
                </a:cubicBezTo>
                <a:cubicBezTo>
                  <a:pt x="384" y="639"/>
                  <a:pt x="379" y="640"/>
                  <a:pt x="376" y="639"/>
                </a:cubicBezTo>
                <a:cubicBezTo>
                  <a:pt x="374" y="642"/>
                  <a:pt x="371" y="645"/>
                  <a:pt x="369" y="649"/>
                </a:cubicBezTo>
                <a:cubicBezTo>
                  <a:pt x="369" y="649"/>
                  <a:pt x="370" y="650"/>
                  <a:pt x="370" y="651"/>
                </a:cubicBezTo>
                <a:cubicBezTo>
                  <a:pt x="367" y="651"/>
                  <a:pt x="367" y="651"/>
                  <a:pt x="367" y="651"/>
                </a:cubicBezTo>
                <a:cubicBezTo>
                  <a:pt x="363" y="657"/>
                  <a:pt x="359" y="662"/>
                  <a:pt x="355" y="668"/>
                </a:cubicBezTo>
                <a:lnTo>
                  <a:pt x="359" y="668"/>
                </a:lnTo>
                <a:close/>
                <a:moveTo>
                  <a:pt x="274" y="686"/>
                </a:moveTo>
                <a:cubicBezTo>
                  <a:pt x="274" y="687"/>
                  <a:pt x="274" y="688"/>
                  <a:pt x="272" y="687"/>
                </a:cubicBezTo>
                <a:cubicBezTo>
                  <a:pt x="269" y="693"/>
                  <a:pt x="266" y="699"/>
                  <a:pt x="264" y="705"/>
                </a:cubicBezTo>
                <a:cubicBezTo>
                  <a:pt x="272" y="705"/>
                  <a:pt x="272" y="705"/>
                  <a:pt x="272" y="705"/>
                </a:cubicBezTo>
                <a:cubicBezTo>
                  <a:pt x="275" y="699"/>
                  <a:pt x="277" y="693"/>
                  <a:pt x="280" y="687"/>
                </a:cubicBezTo>
                <a:cubicBezTo>
                  <a:pt x="278" y="687"/>
                  <a:pt x="278" y="687"/>
                  <a:pt x="278" y="687"/>
                </a:cubicBezTo>
                <a:cubicBezTo>
                  <a:pt x="277" y="687"/>
                  <a:pt x="276" y="686"/>
                  <a:pt x="274" y="686"/>
                </a:cubicBezTo>
                <a:close/>
                <a:moveTo>
                  <a:pt x="19" y="429"/>
                </a:moveTo>
                <a:cubicBezTo>
                  <a:pt x="20" y="431"/>
                  <a:pt x="21" y="433"/>
                  <a:pt x="21" y="436"/>
                </a:cubicBezTo>
                <a:cubicBezTo>
                  <a:pt x="22" y="436"/>
                  <a:pt x="23" y="435"/>
                  <a:pt x="23" y="434"/>
                </a:cubicBezTo>
                <a:cubicBezTo>
                  <a:pt x="22" y="432"/>
                  <a:pt x="21" y="430"/>
                  <a:pt x="25" y="429"/>
                </a:cubicBezTo>
                <a:cubicBezTo>
                  <a:pt x="25" y="429"/>
                  <a:pt x="24" y="428"/>
                  <a:pt x="24" y="427"/>
                </a:cubicBezTo>
                <a:cubicBezTo>
                  <a:pt x="20" y="425"/>
                  <a:pt x="22" y="429"/>
                  <a:pt x="19" y="429"/>
                </a:cubicBezTo>
                <a:close/>
                <a:moveTo>
                  <a:pt x="56" y="440"/>
                </a:moveTo>
                <a:cubicBezTo>
                  <a:pt x="57" y="438"/>
                  <a:pt x="58" y="437"/>
                  <a:pt x="59" y="436"/>
                </a:cubicBezTo>
                <a:cubicBezTo>
                  <a:pt x="58" y="434"/>
                  <a:pt x="56" y="432"/>
                  <a:pt x="53" y="432"/>
                </a:cubicBezTo>
                <a:cubicBezTo>
                  <a:pt x="53" y="432"/>
                  <a:pt x="52" y="433"/>
                  <a:pt x="52" y="433"/>
                </a:cubicBezTo>
                <a:cubicBezTo>
                  <a:pt x="53" y="433"/>
                  <a:pt x="53" y="434"/>
                  <a:pt x="54" y="434"/>
                </a:cubicBezTo>
                <a:cubicBezTo>
                  <a:pt x="52" y="438"/>
                  <a:pt x="54" y="438"/>
                  <a:pt x="56" y="440"/>
                </a:cubicBezTo>
                <a:close/>
                <a:moveTo>
                  <a:pt x="47" y="439"/>
                </a:moveTo>
                <a:cubicBezTo>
                  <a:pt x="47" y="439"/>
                  <a:pt x="47" y="440"/>
                  <a:pt x="47" y="440"/>
                </a:cubicBezTo>
                <a:cubicBezTo>
                  <a:pt x="46" y="440"/>
                  <a:pt x="46" y="440"/>
                  <a:pt x="46" y="440"/>
                </a:cubicBezTo>
                <a:cubicBezTo>
                  <a:pt x="41" y="446"/>
                  <a:pt x="36" y="451"/>
                  <a:pt x="31" y="457"/>
                </a:cubicBezTo>
                <a:cubicBezTo>
                  <a:pt x="40" y="457"/>
                  <a:pt x="40" y="457"/>
                  <a:pt x="40" y="457"/>
                </a:cubicBezTo>
                <a:cubicBezTo>
                  <a:pt x="45" y="451"/>
                  <a:pt x="50" y="446"/>
                  <a:pt x="56" y="440"/>
                </a:cubicBezTo>
                <a:cubicBezTo>
                  <a:pt x="51" y="440"/>
                  <a:pt x="51" y="440"/>
                  <a:pt x="51" y="440"/>
                </a:cubicBezTo>
                <a:cubicBezTo>
                  <a:pt x="50" y="439"/>
                  <a:pt x="49" y="439"/>
                  <a:pt x="47" y="439"/>
                </a:cubicBezTo>
                <a:close/>
                <a:moveTo>
                  <a:pt x="1001" y="924"/>
                </a:moveTo>
                <a:cubicBezTo>
                  <a:pt x="1002" y="924"/>
                  <a:pt x="1002" y="923"/>
                  <a:pt x="1003" y="923"/>
                </a:cubicBezTo>
                <a:cubicBezTo>
                  <a:pt x="1003" y="922"/>
                  <a:pt x="1003" y="920"/>
                  <a:pt x="1003" y="919"/>
                </a:cubicBezTo>
                <a:cubicBezTo>
                  <a:pt x="1001" y="920"/>
                  <a:pt x="998" y="921"/>
                  <a:pt x="996" y="922"/>
                </a:cubicBezTo>
                <a:cubicBezTo>
                  <a:pt x="996" y="922"/>
                  <a:pt x="997" y="922"/>
                  <a:pt x="997" y="922"/>
                </a:cubicBezTo>
                <a:cubicBezTo>
                  <a:pt x="997" y="923"/>
                  <a:pt x="997" y="923"/>
                  <a:pt x="997" y="924"/>
                </a:cubicBezTo>
                <a:cubicBezTo>
                  <a:pt x="998" y="924"/>
                  <a:pt x="1000" y="924"/>
                  <a:pt x="1001" y="924"/>
                </a:cubicBezTo>
                <a:close/>
                <a:moveTo>
                  <a:pt x="1048" y="1061"/>
                </a:moveTo>
                <a:cubicBezTo>
                  <a:pt x="1048" y="1061"/>
                  <a:pt x="1049" y="1062"/>
                  <a:pt x="1049" y="1062"/>
                </a:cubicBezTo>
                <a:cubicBezTo>
                  <a:pt x="1049" y="1062"/>
                  <a:pt x="1049" y="1061"/>
                  <a:pt x="1048" y="1061"/>
                </a:cubicBezTo>
                <a:cubicBezTo>
                  <a:pt x="1048" y="1061"/>
                  <a:pt x="1048" y="1061"/>
                  <a:pt x="1048" y="1061"/>
                </a:cubicBezTo>
                <a:close/>
                <a:moveTo>
                  <a:pt x="1053" y="1055"/>
                </a:moveTo>
                <a:cubicBezTo>
                  <a:pt x="1064" y="1054"/>
                  <a:pt x="1064" y="1054"/>
                  <a:pt x="1064" y="1054"/>
                </a:cubicBezTo>
                <a:cubicBezTo>
                  <a:pt x="1072" y="1049"/>
                  <a:pt x="1080" y="1043"/>
                  <a:pt x="1088" y="1037"/>
                </a:cubicBezTo>
                <a:cubicBezTo>
                  <a:pt x="1088" y="1034"/>
                  <a:pt x="1088" y="1034"/>
                  <a:pt x="1088" y="1034"/>
                </a:cubicBezTo>
                <a:cubicBezTo>
                  <a:pt x="1087" y="1033"/>
                  <a:pt x="1086" y="1033"/>
                  <a:pt x="1086" y="1032"/>
                </a:cubicBezTo>
                <a:cubicBezTo>
                  <a:pt x="1086" y="1032"/>
                  <a:pt x="1085" y="1032"/>
                  <a:pt x="1085" y="1032"/>
                </a:cubicBezTo>
                <a:cubicBezTo>
                  <a:pt x="1085" y="1032"/>
                  <a:pt x="1085" y="1032"/>
                  <a:pt x="1085" y="1032"/>
                </a:cubicBezTo>
                <a:cubicBezTo>
                  <a:pt x="1085" y="1031"/>
                  <a:pt x="1085" y="1031"/>
                  <a:pt x="1085" y="1031"/>
                </a:cubicBezTo>
                <a:cubicBezTo>
                  <a:pt x="1082" y="1033"/>
                  <a:pt x="1080" y="1035"/>
                  <a:pt x="1077" y="1037"/>
                </a:cubicBezTo>
                <a:cubicBezTo>
                  <a:pt x="1077" y="1037"/>
                  <a:pt x="1077" y="1037"/>
                  <a:pt x="1077" y="1037"/>
                </a:cubicBezTo>
                <a:cubicBezTo>
                  <a:pt x="1077" y="1037"/>
                  <a:pt x="1077" y="1037"/>
                  <a:pt x="1077" y="1037"/>
                </a:cubicBezTo>
                <a:cubicBezTo>
                  <a:pt x="1069" y="1043"/>
                  <a:pt x="1061" y="1049"/>
                  <a:pt x="1053" y="1055"/>
                </a:cubicBezTo>
                <a:close/>
                <a:moveTo>
                  <a:pt x="863" y="781"/>
                </a:moveTo>
                <a:cubicBezTo>
                  <a:pt x="863" y="781"/>
                  <a:pt x="864" y="780"/>
                  <a:pt x="864" y="779"/>
                </a:cubicBezTo>
                <a:cubicBezTo>
                  <a:pt x="858" y="778"/>
                  <a:pt x="852" y="777"/>
                  <a:pt x="845" y="777"/>
                </a:cubicBezTo>
                <a:cubicBezTo>
                  <a:pt x="845" y="777"/>
                  <a:pt x="845" y="777"/>
                  <a:pt x="845" y="777"/>
                </a:cubicBezTo>
                <a:cubicBezTo>
                  <a:pt x="849" y="779"/>
                  <a:pt x="853" y="782"/>
                  <a:pt x="856" y="784"/>
                </a:cubicBezTo>
                <a:cubicBezTo>
                  <a:pt x="858" y="785"/>
                  <a:pt x="859" y="785"/>
                  <a:pt x="861" y="785"/>
                </a:cubicBezTo>
                <a:cubicBezTo>
                  <a:pt x="861" y="785"/>
                  <a:pt x="861" y="784"/>
                  <a:pt x="861" y="784"/>
                </a:cubicBezTo>
                <a:cubicBezTo>
                  <a:pt x="861" y="784"/>
                  <a:pt x="861" y="784"/>
                  <a:pt x="860" y="784"/>
                </a:cubicBezTo>
                <a:cubicBezTo>
                  <a:pt x="858" y="783"/>
                  <a:pt x="859" y="781"/>
                  <a:pt x="861" y="780"/>
                </a:cubicBezTo>
                <a:cubicBezTo>
                  <a:pt x="861" y="781"/>
                  <a:pt x="862" y="781"/>
                  <a:pt x="863" y="781"/>
                </a:cubicBezTo>
                <a:close/>
                <a:moveTo>
                  <a:pt x="1134" y="901"/>
                </a:moveTo>
                <a:cubicBezTo>
                  <a:pt x="1100" y="914"/>
                  <a:pt x="1068" y="931"/>
                  <a:pt x="1036" y="948"/>
                </a:cubicBezTo>
                <a:cubicBezTo>
                  <a:pt x="1039" y="948"/>
                  <a:pt x="1039" y="948"/>
                  <a:pt x="1039" y="948"/>
                </a:cubicBezTo>
                <a:cubicBezTo>
                  <a:pt x="1038" y="949"/>
                  <a:pt x="1036" y="949"/>
                  <a:pt x="1034" y="949"/>
                </a:cubicBezTo>
                <a:cubicBezTo>
                  <a:pt x="1033" y="950"/>
                  <a:pt x="1032" y="951"/>
                  <a:pt x="1030" y="951"/>
                </a:cubicBezTo>
                <a:cubicBezTo>
                  <a:pt x="1029" y="952"/>
                  <a:pt x="1027" y="952"/>
                  <a:pt x="1026" y="953"/>
                </a:cubicBezTo>
                <a:cubicBezTo>
                  <a:pt x="1026" y="954"/>
                  <a:pt x="1026" y="955"/>
                  <a:pt x="1026" y="956"/>
                </a:cubicBezTo>
                <a:cubicBezTo>
                  <a:pt x="1025" y="956"/>
                  <a:pt x="1024" y="956"/>
                  <a:pt x="1022" y="956"/>
                </a:cubicBezTo>
                <a:cubicBezTo>
                  <a:pt x="1023" y="957"/>
                  <a:pt x="1023" y="958"/>
                  <a:pt x="1023" y="959"/>
                </a:cubicBezTo>
                <a:cubicBezTo>
                  <a:pt x="1024" y="959"/>
                  <a:pt x="1024" y="958"/>
                  <a:pt x="1024" y="958"/>
                </a:cubicBezTo>
                <a:cubicBezTo>
                  <a:pt x="1026" y="958"/>
                  <a:pt x="1027" y="959"/>
                  <a:pt x="1028" y="960"/>
                </a:cubicBezTo>
                <a:cubicBezTo>
                  <a:pt x="1035" y="956"/>
                  <a:pt x="1042" y="952"/>
                  <a:pt x="1049" y="949"/>
                </a:cubicBezTo>
                <a:cubicBezTo>
                  <a:pt x="1048" y="948"/>
                  <a:pt x="1047" y="948"/>
                  <a:pt x="1045" y="949"/>
                </a:cubicBezTo>
                <a:cubicBezTo>
                  <a:pt x="1045" y="948"/>
                  <a:pt x="1045" y="948"/>
                  <a:pt x="1045" y="948"/>
                </a:cubicBezTo>
                <a:cubicBezTo>
                  <a:pt x="1051" y="948"/>
                  <a:pt x="1051" y="948"/>
                  <a:pt x="1051" y="948"/>
                </a:cubicBezTo>
                <a:cubicBezTo>
                  <a:pt x="1066" y="940"/>
                  <a:pt x="1081" y="932"/>
                  <a:pt x="1096" y="924"/>
                </a:cubicBezTo>
                <a:cubicBezTo>
                  <a:pt x="1096" y="923"/>
                  <a:pt x="1097" y="923"/>
                  <a:pt x="1098" y="922"/>
                </a:cubicBezTo>
                <a:cubicBezTo>
                  <a:pt x="1099" y="922"/>
                  <a:pt x="1100" y="922"/>
                  <a:pt x="1101" y="922"/>
                </a:cubicBezTo>
                <a:cubicBezTo>
                  <a:pt x="1113" y="917"/>
                  <a:pt x="1124" y="912"/>
                  <a:pt x="1136" y="907"/>
                </a:cubicBezTo>
                <a:cubicBezTo>
                  <a:pt x="1140" y="905"/>
                  <a:pt x="1138" y="899"/>
                  <a:pt x="1134" y="901"/>
                </a:cubicBezTo>
                <a:close/>
                <a:moveTo>
                  <a:pt x="1048" y="1058"/>
                </a:moveTo>
                <a:cubicBezTo>
                  <a:pt x="1048" y="1058"/>
                  <a:pt x="1048" y="1058"/>
                  <a:pt x="1048" y="1059"/>
                </a:cubicBezTo>
                <a:cubicBezTo>
                  <a:pt x="1048" y="1059"/>
                  <a:pt x="1048" y="1059"/>
                  <a:pt x="1048" y="1059"/>
                </a:cubicBezTo>
                <a:cubicBezTo>
                  <a:pt x="1048" y="1059"/>
                  <a:pt x="1048" y="1059"/>
                  <a:pt x="1048" y="1058"/>
                </a:cubicBezTo>
                <a:close/>
                <a:moveTo>
                  <a:pt x="1052" y="1057"/>
                </a:moveTo>
                <a:cubicBezTo>
                  <a:pt x="1052" y="1057"/>
                  <a:pt x="1052" y="1058"/>
                  <a:pt x="1053" y="1059"/>
                </a:cubicBezTo>
                <a:cubicBezTo>
                  <a:pt x="1053" y="1058"/>
                  <a:pt x="1054" y="1057"/>
                  <a:pt x="1054" y="1056"/>
                </a:cubicBezTo>
                <a:cubicBezTo>
                  <a:pt x="1053" y="1056"/>
                  <a:pt x="1053" y="1056"/>
                  <a:pt x="1052" y="1055"/>
                </a:cubicBezTo>
                <a:cubicBezTo>
                  <a:pt x="1052" y="1056"/>
                  <a:pt x="1052" y="1056"/>
                  <a:pt x="1052" y="1057"/>
                </a:cubicBezTo>
                <a:close/>
                <a:moveTo>
                  <a:pt x="1129" y="880"/>
                </a:moveTo>
                <a:cubicBezTo>
                  <a:pt x="1123" y="883"/>
                  <a:pt x="1116" y="886"/>
                  <a:pt x="1109" y="890"/>
                </a:cubicBezTo>
                <a:cubicBezTo>
                  <a:pt x="1109" y="891"/>
                  <a:pt x="1110" y="893"/>
                  <a:pt x="1111" y="894"/>
                </a:cubicBezTo>
                <a:cubicBezTo>
                  <a:pt x="1099" y="894"/>
                  <a:pt x="1099" y="894"/>
                  <a:pt x="1099" y="894"/>
                </a:cubicBezTo>
                <a:cubicBezTo>
                  <a:pt x="1083" y="902"/>
                  <a:pt x="1066" y="911"/>
                  <a:pt x="1050" y="919"/>
                </a:cubicBezTo>
                <a:cubicBezTo>
                  <a:pt x="1052" y="921"/>
                  <a:pt x="1053" y="923"/>
                  <a:pt x="1053" y="925"/>
                </a:cubicBezTo>
                <a:cubicBezTo>
                  <a:pt x="1080" y="912"/>
                  <a:pt x="1106" y="898"/>
                  <a:pt x="1132" y="886"/>
                </a:cubicBezTo>
                <a:cubicBezTo>
                  <a:pt x="1136" y="885"/>
                  <a:pt x="1133" y="878"/>
                  <a:pt x="1129" y="880"/>
                </a:cubicBezTo>
                <a:close/>
                <a:moveTo>
                  <a:pt x="1069" y="912"/>
                </a:moveTo>
                <a:cubicBezTo>
                  <a:pt x="1069" y="912"/>
                  <a:pt x="1069" y="912"/>
                  <a:pt x="1069" y="912"/>
                </a:cubicBezTo>
                <a:cubicBezTo>
                  <a:pt x="1070" y="912"/>
                  <a:pt x="1070" y="912"/>
                  <a:pt x="1070" y="912"/>
                </a:cubicBezTo>
                <a:cubicBezTo>
                  <a:pt x="1070" y="912"/>
                  <a:pt x="1070" y="912"/>
                  <a:pt x="1069" y="912"/>
                </a:cubicBezTo>
                <a:close/>
                <a:moveTo>
                  <a:pt x="1025" y="1063"/>
                </a:moveTo>
                <a:cubicBezTo>
                  <a:pt x="1026" y="1063"/>
                  <a:pt x="1026" y="1062"/>
                  <a:pt x="1027" y="1062"/>
                </a:cubicBezTo>
                <a:cubicBezTo>
                  <a:pt x="1027" y="1062"/>
                  <a:pt x="1027" y="1062"/>
                  <a:pt x="1027" y="1062"/>
                </a:cubicBezTo>
                <a:cubicBezTo>
                  <a:pt x="1026" y="1062"/>
                  <a:pt x="1026" y="1063"/>
                  <a:pt x="1025" y="1063"/>
                </a:cubicBezTo>
                <a:close/>
                <a:moveTo>
                  <a:pt x="1096" y="1021"/>
                </a:moveTo>
                <a:cubicBezTo>
                  <a:pt x="1097" y="1023"/>
                  <a:pt x="1100" y="1024"/>
                  <a:pt x="1101" y="1026"/>
                </a:cubicBezTo>
                <a:cubicBezTo>
                  <a:pt x="1112" y="1017"/>
                  <a:pt x="1123" y="1008"/>
                  <a:pt x="1133" y="998"/>
                </a:cubicBezTo>
                <a:cubicBezTo>
                  <a:pt x="1132" y="996"/>
                  <a:pt x="1131" y="994"/>
                  <a:pt x="1131" y="991"/>
                </a:cubicBezTo>
                <a:cubicBezTo>
                  <a:pt x="1119" y="1001"/>
                  <a:pt x="1108" y="1012"/>
                  <a:pt x="1096" y="1021"/>
                </a:cubicBezTo>
                <a:close/>
                <a:moveTo>
                  <a:pt x="804" y="773"/>
                </a:moveTo>
                <a:cubicBezTo>
                  <a:pt x="805" y="775"/>
                  <a:pt x="807" y="777"/>
                  <a:pt x="807" y="779"/>
                </a:cubicBezTo>
                <a:cubicBezTo>
                  <a:pt x="809" y="779"/>
                  <a:pt x="810" y="780"/>
                  <a:pt x="812" y="780"/>
                </a:cubicBezTo>
                <a:cubicBezTo>
                  <a:pt x="811" y="779"/>
                  <a:pt x="811" y="779"/>
                  <a:pt x="811" y="778"/>
                </a:cubicBezTo>
                <a:cubicBezTo>
                  <a:pt x="810" y="778"/>
                  <a:pt x="809" y="777"/>
                  <a:pt x="809" y="775"/>
                </a:cubicBezTo>
                <a:cubicBezTo>
                  <a:pt x="808" y="775"/>
                  <a:pt x="807" y="775"/>
                  <a:pt x="806" y="775"/>
                </a:cubicBezTo>
                <a:cubicBezTo>
                  <a:pt x="806" y="774"/>
                  <a:pt x="806" y="773"/>
                  <a:pt x="806" y="773"/>
                </a:cubicBezTo>
                <a:cubicBezTo>
                  <a:pt x="806" y="773"/>
                  <a:pt x="805" y="773"/>
                  <a:pt x="804" y="773"/>
                </a:cubicBezTo>
                <a:close/>
                <a:moveTo>
                  <a:pt x="906" y="932"/>
                </a:moveTo>
                <a:cubicBezTo>
                  <a:pt x="906" y="931"/>
                  <a:pt x="905" y="930"/>
                  <a:pt x="905" y="930"/>
                </a:cubicBezTo>
                <a:cubicBezTo>
                  <a:pt x="904" y="930"/>
                  <a:pt x="902" y="931"/>
                  <a:pt x="901" y="931"/>
                </a:cubicBezTo>
                <a:cubicBezTo>
                  <a:pt x="902" y="931"/>
                  <a:pt x="904" y="931"/>
                  <a:pt x="905" y="932"/>
                </a:cubicBezTo>
                <a:cubicBezTo>
                  <a:pt x="898" y="932"/>
                  <a:pt x="898" y="932"/>
                  <a:pt x="898" y="932"/>
                </a:cubicBezTo>
                <a:cubicBezTo>
                  <a:pt x="843" y="944"/>
                  <a:pt x="787" y="949"/>
                  <a:pt x="732" y="937"/>
                </a:cubicBezTo>
                <a:cubicBezTo>
                  <a:pt x="726" y="936"/>
                  <a:pt x="719" y="934"/>
                  <a:pt x="713" y="932"/>
                </a:cubicBezTo>
                <a:cubicBezTo>
                  <a:pt x="713" y="933"/>
                  <a:pt x="713" y="933"/>
                  <a:pt x="713" y="933"/>
                </a:cubicBezTo>
                <a:cubicBezTo>
                  <a:pt x="699" y="933"/>
                  <a:pt x="699" y="933"/>
                  <a:pt x="699" y="933"/>
                </a:cubicBezTo>
                <a:cubicBezTo>
                  <a:pt x="701" y="932"/>
                  <a:pt x="702" y="930"/>
                  <a:pt x="704" y="929"/>
                </a:cubicBezTo>
                <a:cubicBezTo>
                  <a:pt x="702" y="928"/>
                  <a:pt x="700" y="928"/>
                  <a:pt x="698" y="927"/>
                </a:cubicBezTo>
                <a:cubicBezTo>
                  <a:pt x="698" y="927"/>
                  <a:pt x="697" y="927"/>
                  <a:pt x="697" y="926"/>
                </a:cubicBezTo>
                <a:cubicBezTo>
                  <a:pt x="697" y="926"/>
                  <a:pt x="697" y="927"/>
                  <a:pt x="697" y="927"/>
                </a:cubicBezTo>
                <a:cubicBezTo>
                  <a:pt x="698" y="927"/>
                  <a:pt x="699" y="928"/>
                  <a:pt x="698" y="929"/>
                </a:cubicBezTo>
                <a:cubicBezTo>
                  <a:pt x="697" y="929"/>
                  <a:pt x="696" y="929"/>
                  <a:pt x="695" y="929"/>
                </a:cubicBezTo>
                <a:cubicBezTo>
                  <a:pt x="694" y="930"/>
                  <a:pt x="693" y="931"/>
                  <a:pt x="692" y="932"/>
                </a:cubicBezTo>
                <a:cubicBezTo>
                  <a:pt x="722" y="945"/>
                  <a:pt x="755" y="950"/>
                  <a:pt x="788" y="951"/>
                </a:cubicBezTo>
                <a:cubicBezTo>
                  <a:pt x="788" y="951"/>
                  <a:pt x="788" y="950"/>
                  <a:pt x="788" y="950"/>
                </a:cubicBezTo>
                <a:cubicBezTo>
                  <a:pt x="819" y="950"/>
                  <a:pt x="819" y="950"/>
                  <a:pt x="819" y="950"/>
                </a:cubicBezTo>
                <a:cubicBezTo>
                  <a:pt x="819" y="950"/>
                  <a:pt x="820" y="950"/>
                  <a:pt x="820" y="950"/>
                </a:cubicBezTo>
                <a:cubicBezTo>
                  <a:pt x="820" y="950"/>
                  <a:pt x="821" y="950"/>
                  <a:pt x="821" y="950"/>
                </a:cubicBezTo>
                <a:cubicBezTo>
                  <a:pt x="821" y="950"/>
                  <a:pt x="821" y="950"/>
                  <a:pt x="821" y="950"/>
                </a:cubicBezTo>
                <a:cubicBezTo>
                  <a:pt x="828" y="950"/>
                  <a:pt x="828" y="950"/>
                  <a:pt x="828" y="950"/>
                </a:cubicBezTo>
                <a:cubicBezTo>
                  <a:pt x="861" y="947"/>
                  <a:pt x="894" y="940"/>
                  <a:pt x="926" y="931"/>
                </a:cubicBezTo>
                <a:lnTo>
                  <a:pt x="906" y="932"/>
                </a:lnTo>
                <a:close/>
                <a:moveTo>
                  <a:pt x="831" y="775"/>
                </a:moveTo>
                <a:cubicBezTo>
                  <a:pt x="832" y="777"/>
                  <a:pt x="833" y="780"/>
                  <a:pt x="831" y="782"/>
                </a:cubicBezTo>
                <a:cubicBezTo>
                  <a:pt x="835" y="782"/>
                  <a:pt x="839" y="783"/>
                  <a:pt x="843" y="783"/>
                </a:cubicBezTo>
                <a:cubicBezTo>
                  <a:pt x="841" y="782"/>
                  <a:pt x="838" y="781"/>
                  <a:pt x="835" y="780"/>
                </a:cubicBezTo>
                <a:cubicBezTo>
                  <a:pt x="834" y="778"/>
                  <a:pt x="834" y="776"/>
                  <a:pt x="834" y="775"/>
                </a:cubicBezTo>
                <a:cubicBezTo>
                  <a:pt x="833" y="775"/>
                  <a:pt x="832" y="775"/>
                  <a:pt x="831" y="775"/>
                </a:cubicBezTo>
                <a:close/>
                <a:moveTo>
                  <a:pt x="356" y="794"/>
                </a:moveTo>
                <a:cubicBezTo>
                  <a:pt x="350" y="794"/>
                  <a:pt x="350" y="794"/>
                  <a:pt x="350" y="794"/>
                </a:cubicBezTo>
                <a:cubicBezTo>
                  <a:pt x="350" y="794"/>
                  <a:pt x="350" y="794"/>
                  <a:pt x="350" y="793"/>
                </a:cubicBezTo>
                <a:cubicBezTo>
                  <a:pt x="350" y="793"/>
                  <a:pt x="350" y="793"/>
                  <a:pt x="350" y="793"/>
                </a:cubicBezTo>
                <a:cubicBezTo>
                  <a:pt x="350" y="793"/>
                  <a:pt x="349" y="793"/>
                  <a:pt x="349" y="793"/>
                </a:cubicBezTo>
                <a:cubicBezTo>
                  <a:pt x="348" y="799"/>
                  <a:pt x="347" y="805"/>
                  <a:pt x="346" y="811"/>
                </a:cubicBezTo>
                <a:cubicBezTo>
                  <a:pt x="352" y="811"/>
                  <a:pt x="352" y="811"/>
                  <a:pt x="352" y="811"/>
                </a:cubicBezTo>
                <a:cubicBezTo>
                  <a:pt x="351" y="813"/>
                  <a:pt x="351" y="816"/>
                  <a:pt x="349" y="817"/>
                </a:cubicBezTo>
                <a:cubicBezTo>
                  <a:pt x="350" y="817"/>
                  <a:pt x="351" y="817"/>
                  <a:pt x="352" y="817"/>
                </a:cubicBezTo>
                <a:cubicBezTo>
                  <a:pt x="353" y="809"/>
                  <a:pt x="354" y="801"/>
                  <a:pt x="356" y="794"/>
                </a:cubicBezTo>
                <a:close/>
                <a:moveTo>
                  <a:pt x="1121" y="861"/>
                </a:moveTo>
                <a:cubicBezTo>
                  <a:pt x="1110" y="867"/>
                  <a:pt x="1098" y="874"/>
                  <a:pt x="1086" y="880"/>
                </a:cubicBezTo>
                <a:cubicBezTo>
                  <a:pt x="1086" y="882"/>
                  <a:pt x="1089" y="885"/>
                  <a:pt x="1087" y="887"/>
                </a:cubicBezTo>
                <a:cubicBezTo>
                  <a:pt x="1091" y="884"/>
                  <a:pt x="1095" y="882"/>
                  <a:pt x="1100" y="880"/>
                </a:cubicBezTo>
                <a:cubicBezTo>
                  <a:pt x="1099" y="879"/>
                  <a:pt x="1099" y="877"/>
                  <a:pt x="1100" y="876"/>
                </a:cubicBezTo>
                <a:cubicBezTo>
                  <a:pt x="1104" y="876"/>
                  <a:pt x="1104" y="876"/>
                  <a:pt x="1104" y="876"/>
                </a:cubicBezTo>
                <a:cubicBezTo>
                  <a:pt x="1103" y="877"/>
                  <a:pt x="1103" y="877"/>
                  <a:pt x="1103" y="878"/>
                </a:cubicBezTo>
                <a:cubicBezTo>
                  <a:pt x="1104" y="878"/>
                  <a:pt x="1105" y="877"/>
                  <a:pt x="1107" y="876"/>
                </a:cubicBezTo>
                <a:cubicBezTo>
                  <a:pt x="1107" y="876"/>
                  <a:pt x="1107" y="876"/>
                  <a:pt x="1107" y="876"/>
                </a:cubicBezTo>
                <a:cubicBezTo>
                  <a:pt x="1107" y="876"/>
                  <a:pt x="1107" y="876"/>
                  <a:pt x="1107" y="876"/>
                </a:cubicBezTo>
                <a:cubicBezTo>
                  <a:pt x="1113" y="873"/>
                  <a:pt x="1119" y="870"/>
                  <a:pt x="1125" y="866"/>
                </a:cubicBezTo>
                <a:cubicBezTo>
                  <a:pt x="1129" y="864"/>
                  <a:pt x="1125" y="859"/>
                  <a:pt x="1121" y="861"/>
                </a:cubicBezTo>
                <a:close/>
                <a:moveTo>
                  <a:pt x="918" y="949"/>
                </a:moveTo>
                <a:cubicBezTo>
                  <a:pt x="926" y="949"/>
                  <a:pt x="926" y="949"/>
                  <a:pt x="926" y="949"/>
                </a:cubicBezTo>
                <a:cubicBezTo>
                  <a:pt x="925" y="950"/>
                  <a:pt x="925" y="952"/>
                  <a:pt x="924" y="953"/>
                </a:cubicBezTo>
                <a:cubicBezTo>
                  <a:pt x="924" y="953"/>
                  <a:pt x="924" y="953"/>
                  <a:pt x="924" y="953"/>
                </a:cubicBezTo>
                <a:cubicBezTo>
                  <a:pt x="925" y="953"/>
                  <a:pt x="926" y="952"/>
                  <a:pt x="927" y="952"/>
                </a:cubicBezTo>
                <a:cubicBezTo>
                  <a:pt x="928" y="951"/>
                  <a:pt x="928" y="951"/>
                  <a:pt x="929" y="951"/>
                </a:cubicBezTo>
                <a:cubicBezTo>
                  <a:pt x="927" y="951"/>
                  <a:pt x="927" y="950"/>
                  <a:pt x="927" y="949"/>
                </a:cubicBezTo>
                <a:cubicBezTo>
                  <a:pt x="937" y="949"/>
                  <a:pt x="937" y="949"/>
                  <a:pt x="937" y="949"/>
                </a:cubicBezTo>
                <a:cubicBezTo>
                  <a:pt x="937" y="949"/>
                  <a:pt x="938" y="949"/>
                  <a:pt x="938" y="949"/>
                </a:cubicBezTo>
                <a:cubicBezTo>
                  <a:pt x="957" y="943"/>
                  <a:pt x="976" y="936"/>
                  <a:pt x="995" y="929"/>
                </a:cubicBezTo>
                <a:cubicBezTo>
                  <a:pt x="995" y="929"/>
                  <a:pt x="995" y="928"/>
                  <a:pt x="995" y="928"/>
                </a:cubicBezTo>
                <a:cubicBezTo>
                  <a:pt x="992" y="929"/>
                  <a:pt x="990" y="927"/>
                  <a:pt x="990" y="924"/>
                </a:cubicBezTo>
                <a:cubicBezTo>
                  <a:pt x="989" y="924"/>
                  <a:pt x="989" y="925"/>
                  <a:pt x="989" y="925"/>
                </a:cubicBezTo>
                <a:cubicBezTo>
                  <a:pt x="989" y="926"/>
                  <a:pt x="989" y="927"/>
                  <a:pt x="988" y="927"/>
                </a:cubicBezTo>
                <a:cubicBezTo>
                  <a:pt x="987" y="927"/>
                  <a:pt x="986" y="927"/>
                  <a:pt x="985" y="926"/>
                </a:cubicBezTo>
                <a:cubicBezTo>
                  <a:pt x="983" y="927"/>
                  <a:pt x="981" y="928"/>
                  <a:pt x="979" y="929"/>
                </a:cubicBezTo>
                <a:cubicBezTo>
                  <a:pt x="979" y="929"/>
                  <a:pt x="980" y="930"/>
                  <a:pt x="981" y="931"/>
                </a:cubicBezTo>
                <a:cubicBezTo>
                  <a:pt x="973" y="931"/>
                  <a:pt x="973" y="931"/>
                  <a:pt x="973" y="931"/>
                </a:cubicBezTo>
                <a:cubicBezTo>
                  <a:pt x="955" y="938"/>
                  <a:pt x="936" y="944"/>
                  <a:pt x="918" y="949"/>
                </a:cubicBezTo>
                <a:close/>
                <a:moveTo>
                  <a:pt x="926" y="931"/>
                </a:moveTo>
                <a:cubicBezTo>
                  <a:pt x="927" y="931"/>
                  <a:pt x="928" y="931"/>
                  <a:pt x="929" y="931"/>
                </a:cubicBezTo>
                <a:cubicBezTo>
                  <a:pt x="928" y="930"/>
                  <a:pt x="927" y="929"/>
                  <a:pt x="926" y="928"/>
                </a:cubicBezTo>
                <a:cubicBezTo>
                  <a:pt x="926" y="929"/>
                  <a:pt x="926" y="930"/>
                  <a:pt x="926" y="931"/>
                </a:cubicBezTo>
                <a:close/>
                <a:moveTo>
                  <a:pt x="354" y="1206"/>
                </a:moveTo>
                <a:cubicBezTo>
                  <a:pt x="352" y="1207"/>
                  <a:pt x="350" y="1207"/>
                  <a:pt x="348" y="1207"/>
                </a:cubicBezTo>
                <a:cubicBezTo>
                  <a:pt x="344" y="1225"/>
                  <a:pt x="330" y="1240"/>
                  <a:pt x="317" y="1252"/>
                </a:cubicBezTo>
                <a:cubicBezTo>
                  <a:pt x="309" y="1260"/>
                  <a:pt x="300" y="1268"/>
                  <a:pt x="290" y="1275"/>
                </a:cubicBezTo>
                <a:cubicBezTo>
                  <a:pt x="301" y="1275"/>
                  <a:pt x="301" y="1275"/>
                  <a:pt x="301" y="1275"/>
                </a:cubicBezTo>
                <a:cubicBezTo>
                  <a:pt x="308" y="1269"/>
                  <a:pt x="315" y="1264"/>
                  <a:pt x="321" y="1258"/>
                </a:cubicBezTo>
                <a:cubicBezTo>
                  <a:pt x="316" y="1258"/>
                  <a:pt x="316" y="1258"/>
                  <a:pt x="316" y="1258"/>
                </a:cubicBezTo>
                <a:cubicBezTo>
                  <a:pt x="323" y="1254"/>
                  <a:pt x="328" y="1249"/>
                  <a:pt x="334" y="1245"/>
                </a:cubicBezTo>
                <a:cubicBezTo>
                  <a:pt x="340" y="1238"/>
                  <a:pt x="345" y="1230"/>
                  <a:pt x="349" y="1222"/>
                </a:cubicBezTo>
                <a:cubicBezTo>
                  <a:pt x="346" y="1222"/>
                  <a:pt x="346" y="1222"/>
                  <a:pt x="346" y="1222"/>
                </a:cubicBezTo>
                <a:cubicBezTo>
                  <a:pt x="346" y="1221"/>
                  <a:pt x="346" y="1221"/>
                  <a:pt x="347" y="1220"/>
                </a:cubicBezTo>
                <a:cubicBezTo>
                  <a:pt x="348" y="1220"/>
                  <a:pt x="349" y="1221"/>
                  <a:pt x="350" y="1221"/>
                </a:cubicBezTo>
                <a:cubicBezTo>
                  <a:pt x="350" y="1220"/>
                  <a:pt x="350" y="1220"/>
                  <a:pt x="350" y="1219"/>
                </a:cubicBezTo>
                <a:cubicBezTo>
                  <a:pt x="349" y="1219"/>
                  <a:pt x="349" y="1219"/>
                  <a:pt x="348" y="1219"/>
                </a:cubicBezTo>
                <a:cubicBezTo>
                  <a:pt x="348" y="1217"/>
                  <a:pt x="349" y="1216"/>
                  <a:pt x="351" y="1216"/>
                </a:cubicBezTo>
                <a:cubicBezTo>
                  <a:pt x="351" y="1216"/>
                  <a:pt x="351" y="1216"/>
                  <a:pt x="351" y="1217"/>
                </a:cubicBezTo>
                <a:cubicBezTo>
                  <a:pt x="353" y="1213"/>
                  <a:pt x="354" y="1210"/>
                  <a:pt x="354" y="1206"/>
                </a:cubicBezTo>
                <a:close/>
                <a:moveTo>
                  <a:pt x="362" y="110"/>
                </a:moveTo>
                <a:cubicBezTo>
                  <a:pt x="363" y="109"/>
                  <a:pt x="363" y="107"/>
                  <a:pt x="363" y="106"/>
                </a:cubicBezTo>
                <a:cubicBezTo>
                  <a:pt x="361" y="106"/>
                  <a:pt x="360" y="108"/>
                  <a:pt x="360" y="110"/>
                </a:cubicBezTo>
                <a:cubicBezTo>
                  <a:pt x="360" y="110"/>
                  <a:pt x="361" y="110"/>
                  <a:pt x="362" y="110"/>
                </a:cubicBezTo>
                <a:close/>
                <a:moveTo>
                  <a:pt x="67" y="208"/>
                </a:moveTo>
                <a:cubicBezTo>
                  <a:pt x="84" y="201"/>
                  <a:pt x="101" y="194"/>
                  <a:pt x="119" y="188"/>
                </a:cubicBezTo>
                <a:cubicBezTo>
                  <a:pt x="121" y="186"/>
                  <a:pt x="123" y="183"/>
                  <a:pt x="124" y="180"/>
                </a:cubicBezTo>
                <a:cubicBezTo>
                  <a:pt x="126" y="180"/>
                  <a:pt x="129" y="180"/>
                  <a:pt x="131" y="180"/>
                </a:cubicBezTo>
                <a:cubicBezTo>
                  <a:pt x="131" y="181"/>
                  <a:pt x="131" y="182"/>
                  <a:pt x="131" y="183"/>
                </a:cubicBezTo>
                <a:cubicBezTo>
                  <a:pt x="137" y="182"/>
                  <a:pt x="143" y="180"/>
                  <a:pt x="149" y="178"/>
                </a:cubicBezTo>
                <a:cubicBezTo>
                  <a:pt x="149" y="177"/>
                  <a:pt x="148" y="177"/>
                  <a:pt x="148" y="177"/>
                </a:cubicBezTo>
                <a:cubicBezTo>
                  <a:pt x="149" y="176"/>
                  <a:pt x="152" y="176"/>
                  <a:pt x="153" y="176"/>
                </a:cubicBezTo>
                <a:cubicBezTo>
                  <a:pt x="190" y="165"/>
                  <a:pt x="227" y="156"/>
                  <a:pt x="264" y="149"/>
                </a:cubicBezTo>
                <a:cubicBezTo>
                  <a:pt x="266" y="149"/>
                  <a:pt x="267" y="148"/>
                  <a:pt x="269" y="148"/>
                </a:cubicBezTo>
                <a:cubicBezTo>
                  <a:pt x="269" y="148"/>
                  <a:pt x="269" y="148"/>
                  <a:pt x="269" y="147"/>
                </a:cubicBezTo>
                <a:cubicBezTo>
                  <a:pt x="270" y="147"/>
                  <a:pt x="271" y="147"/>
                  <a:pt x="271" y="147"/>
                </a:cubicBezTo>
                <a:cubicBezTo>
                  <a:pt x="279" y="146"/>
                  <a:pt x="287" y="144"/>
                  <a:pt x="295" y="143"/>
                </a:cubicBezTo>
                <a:cubicBezTo>
                  <a:pt x="283" y="143"/>
                  <a:pt x="270" y="143"/>
                  <a:pt x="256" y="144"/>
                </a:cubicBezTo>
                <a:cubicBezTo>
                  <a:pt x="210" y="153"/>
                  <a:pt x="164" y="165"/>
                  <a:pt x="119" y="180"/>
                </a:cubicBezTo>
                <a:cubicBezTo>
                  <a:pt x="119" y="181"/>
                  <a:pt x="119" y="183"/>
                  <a:pt x="118" y="184"/>
                </a:cubicBezTo>
                <a:cubicBezTo>
                  <a:pt x="115" y="183"/>
                  <a:pt x="113" y="183"/>
                  <a:pt x="111" y="184"/>
                </a:cubicBezTo>
                <a:cubicBezTo>
                  <a:pt x="109" y="184"/>
                  <a:pt x="108" y="184"/>
                  <a:pt x="107" y="185"/>
                </a:cubicBezTo>
                <a:cubicBezTo>
                  <a:pt x="106" y="187"/>
                  <a:pt x="105" y="187"/>
                  <a:pt x="106" y="190"/>
                </a:cubicBezTo>
                <a:cubicBezTo>
                  <a:pt x="101" y="190"/>
                  <a:pt x="101" y="190"/>
                  <a:pt x="101" y="190"/>
                </a:cubicBezTo>
                <a:cubicBezTo>
                  <a:pt x="100" y="189"/>
                  <a:pt x="100" y="189"/>
                  <a:pt x="99" y="188"/>
                </a:cubicBezTo>
                <a:cubicBezTo>
                  <a:pt x="87" y="192"/>
                  <a:pt x="76" y="197"/>
                  <a:pt x="65" y="202"/>
                </a:cubicBezTo>
                <a:cubicBezTo>
                  <a:pt x="65" y="202"/>
                  <a:pt x="65" y="202"/>
                  <a:pt x="65" y="202"/>
                </a:cubicBezTo>
                <a:cubicBezTo>
                  <a:pt x="61" y="204"/>
                  <a:pt x="63" y="210"/>
                  <a:pt x="67" y="208"/>
                </a:cubicBezTo>
                <a:close/>
                <a:moveTo>
                  <a:pt x="67" y="207"/>
                </a:moveTo>
                <a:cubicBezTo>
                  <a:pt x="66" y="208"/>
                  <a:pt x="66" y="208"/>
                  <a:pt x="65" y="208"/>
                </a:cubicBezTo>
                <a:cubicBezTo>
                  <a:pt x="65" y="208"/>
                  <a:pt x="65" y="207"/>
                  <a:pt x="65" y="207"/>
                </a:cubicBezTo>
                <a:lnTo>
                  <a:pt x="67" y="207"/>
                </a:lnTo>
                <a:close/>
                <a:moveTo>
                  <a:pt x="773" y="1351"/>
                </a:moveTo>
                <a:cubicBezTo>
                  <a:pt x="771" y="1351"/>
                  <a:pt x="770" y="1352"/>
                  <a:pt x="769" y="1352"/>
                </a:cubicBezTo>
                <a:cubicBezTo>
                  <a:pt x="769" y="1352"/>
                  <a:pt x="769" y="1352"/>
                  <a:pt x="770" y="1352"/>
                </a:cubicBezTo>
                <a:cubicBezTo>
                  <a:pt x="771" y="1352"/>
                  <a:pt x="772" y="1352"/>
                  <a:pt x="773" y="1351"/>
                </a:cubicBezTo>
                <a:close/>
                <a:moveTo>
                  <a:pt x="680" y="1352"/>
                </a:moveTo>
                <a:cubicBezTo>
                  <a:pt x="684" y="1352"/>
                  <a:pt x="683" y="1352"/>
                  <a:pt x="687" y="1353"/>
                </a:cubicBezTo>
                <a:cubicBezTo>
                  <a:pt x="688" y="1350"/>
                  <a:pt x="692" y="1350"/>
                  <a:pt x="696" y="1351"/>
                </a:cubicBezTo>
                <a:cubicBezTo>
                  <a:pt x="698" y="1350"/>
                  <a:pt x="698" y="1345"/>
                  <a:pt x="702" y="1347"/>
                </a:cubicBezTo>
                <a:cubicBezTo>
                  <a:pt x="702" y="1346"/>
                  <a:pt x="701" y="1345"/>
                  <a:pt x="701" y="1345"/>
                </a:cubicBezTo>
                <a:cubicBezTo>
                  <a:pt x="694" y="1346"/>
                  <a:pt x="688" y="1347"/>
                  <a:pt x="681" y="1349"/>
                </a:cubicBezTo>
                <a:cubicBezTo>
                  <a:pt x="681" y="1350"/>
                  <a:pt x="681" y="1351"/>
                  <a:pt x="680" y="1352"/>
                </a:cubicBezTo>
                <a:close/>
                <a:moveTo>
                  <a:pt x="143" y="144"/>
                </a:moveTo>
                <a:cubicBezTo>
                  <a:pt x="141" y="144"/>
                  <a:pt x="138" y="144"/>
                  <a:pt x="136" y="144"/>
                </a:cubicBezTo>
                <a:cubicBezTo>
                  <a:pt x="137" y="144"/>
                  <a:pt x="137" y="145"/>
                  <a:pt x="137" y="146"/>
                </a:cubicBezTo>
                <a:cubicBezTo>
                  <a:pt x="139" y="145"/>
                  <a:pt x="141" y="145"/>
                  <a:pt x="143" y="144"/>
                </a:cubicBezTo>
                <a:close/>
                <a:moveTo>
                  <a:pt x="449" y="104"/>
                </a:moveTo>
                <a:cubicBezTo>
                  <a:pt x="450" y="104"/>
                  <a:pt x="452" y="104"/>
                  <a:pt x="453" y="104"/>
                </a:cubicBezTo>
                <a:cubicBezTo>
                  <a:pt x="453" y="104"/>
                  <a:pt x="453" y="103"/>
                  <a:pt x="453" y="103"/>
                </a:cubicBezTo>
                <a:cubicBezTo>
                  <a:pt x="451" y="103"/>
                  <a:pt x="450" y="103"/>
                  <a:pt x="449" y="104"/>
                </a:cubicBezTo>
                <a:close/>
                <a:moveTo>
                  <a:pt x="767" y="1214"/>
                </a:moveTo>
                <a:cubicBezTo>
                  <a:pt x="769" y="1214"/>
                  <a:pt x="771" y="1214"/>
                  <a:pt x="773" y="1213"/>
                </a:cubicBezTo>
                <a:cubicBezTo>
                  <a:pt x="773" y="1213"/>
                  <a:pt x="773" y="1213"/>
                  <a:pt x="774" y="1213"/>
                </a:cubicBezTo>
                <a:cubicBezTo>
                  <a:pt x="774" y="1213"/>
                  <a:pt x="775" y="1213"/>
                  <a:pt x="775" y="1213"/>
                </a:cubicBezTo>
                <a:cubicBezTo>
                  <a:pt x="776" y="1213"/>
                  <a:pt x="777" y="1213"/>
                  <a:pt x="778" y="1213"/>
                </a:cubicBezTo>
                <a:cubicBezTo>
                  <a:pt x="778" y="1213"/>
                  <a:pt x="779" y="1213"/>
                  <a:pt x="779" y="1213"/>
                </a:cubicBezTo>
                <a:cubicBezTo>
                  <a:pt x="779" y="1213"/>
                  <a:pt x="780" y="1213"/>
                  <a:pt x="780" y="1212"/>
                </a:cubicBezTo>
                <a:cubicBezTo>
                  <a:pt x="782" y="1212"/>
                  <a:pt x="785" y="1212"/>
                  <a:pt x="788" y="1213"/>
                </a:cubicBezTo>
                <a:cubicBezTo>
                  <a:pt x="789" y="1213"/>
                  <a:pt x="790" y="1213"/>
                  <a:pt x="791" y="1213"/>
                </a:cubicBezTo>
                <a:cubicBezTo>
                  <a:pt x="791" y="1207"/>
                  <a:pt x="796" y="1209"/>
                  <a:pt x="797" y="1205"/>
                </a:cubicBezTo>
                <a:cubicBezTo>
                  <a:pt x="795" y="1206"/>
                  <a:pt x="793" y="1206"/>
                  <a:pt x="791" y="1206"/>
                </a:cubicBezTo>
                <a:cubicBezTo>
                  <a:pt x="791" y="1206"/>
                  <a:pt x="790" y="1207"/>
                  <a:pt x="790" y="1208"/>
                </a:cubicBezTo>
                <a:cubicBezTo>
                  <a:pt x="784" y="1205"/>
                  <a:pt x="784" y="1212"/>
                  <a:pt x="776" y="1210"/>
                </a:cubicBezTo>
                <a:cubicBezTo>
                  <a:pt x="775" y="1209"/>
                  <a:pt x="773" y="1208"/>
                  <a:pt x="772" y="1207"/>
                </a:cubicBezTo>
                <a:cubicBezTo>
                  <a:pt x="767" y="1207"/>
                  <a:pt x="761" y="1207"/>
                  <a:pt x="756" y="1207"/>
                </a:cubicBezTo>
                <a:cubicBezTo>
                  <a:pt x="756" y="1208"/>
                  <a:pt x="757" y="1209"/>
                  <a:pt x="758" y="1210"/>
                </a:cubicBezTo>
                <a:cubicBezTo>
                  <a:pt x="760" y="1209"/>
                  <a:pt x="762" y="1208"/>
                  <a:pt x="766" y="1209"/>
                </a:cubicBezTo>
                <a:cubicBezTo>
                  <a:pt x="765" y="1211"/>
                  <a:pt x="766" y="1212"/>
                  <a:pt x="767" y="1214"/>
                </a:cubicBezTo>
                <a:close/>
                <a:moveTo>
                  <a:pt x="610" y="105"/>
                </a:moveTo>
                <a:cubicBezTo>
                  <a:pt x="609" y="107"/>
                  <a:pt x="606" y="108"/>
                  <a:pt x="606" y="111"/>
                </a:cubicBezTo>
                <a:cubicBezTo>
                  <a:pt x="615" y="112"/>
                  <a:pt x="617" y="107"/>
                  <a:pt x="623" y="107"/>
                </a:cubicBezTo>
                <a:cubicBezTo>
                  <a:pt x="622" y="106"/>
                  <a:pt x="620" y="106"/>
                  <a:pt x="618" y="106"/>
                </a:cubicBezTo>
                <a:cubicBezTo>
                  <a:pt x="618" y="106"/>
                  <a:pt x="618" y="107"/>
                  <a:pt x="618" y="107"/>
                </a:cubicBezTo>
                <a:cubicBezTo>
                  <a:pt x="616" y="107"/>
                  <a:pt x="613" y="107"/>
                  <a:pt x="611" y="107"/>
                </a:cubicBezTo>
                <a:cubicBezTo>
                  <a:pt x="610" y="106"/>
                  <a:pt x="610" y="106"/>
                  <a:pt x="611" y="105"/>
                </a:cubicBezTo>
                <a:cubicBezTo>
                  <a:pt x="610" y="105"/>
                  <a:pt x="610" y="105"/>
                  <a:pt x="610" y="105"/>
                </a:cubicBezTo>
                <a:close/>
                <a:moveTo>
                  <a:pt x="807" y="1348"/>
                </a:moveTo>
                <a:cubicBezTo>
                  <a:pt x="810" y="1348"/>
                  <a:pt x="812" y="1347"/>
                  <a:pt x="815" y="1346"/>
                </a:cubicBezTo>
                <a:cubicBezTo>
                  <a:pt x="814" y="1346"/>
                  <a:pt x="812" y="1345"/>
                  <a:pt x="810" y="1345"/>
                </a:cubicBezTo>
                <a:cubicBezTo>
                  <a:pt x="809" y="1346"/>
                  <a:pt x="808" y="1347"/>
                  <a:pt x="807" y="1348"/>
                </a:cubicBezTo>
                <a:close/>
                <a:moveTo>
                  <a:pt x="1011" y="1319"/>
                </a:moveTo>
                <a:cubicBezTo>
                  <a:pt x="1011" y="1319"/>
                  <a:pt x="1011" y="1319"/>
                  <a:pt x="1011" y="1319"/>
                </a:cubicBezTo>
                <a:cubicBezTo>
                  <a:pt x="982" y="1326"/>
                  <a:pt x="954" y="1334"/>
                  <a:pt x="926" y="1343"/>
                </a:cubicBezTo>
                <a:cubicBezTo>
                  <a:pt x="926" y="1345"/>
                  <a:pt x="925" y="1346"/>
                  <a:pt x="923" y="1347"/>
                </a:cubicBezTo>
                <a:cubicBezTo>
                  <a:pt x="925" y="1348"/>
                  <a:pt x="927" y="1349"/>
                  <a:pt x="928" y="1350"/>
                </a:cubicBezTo>
                <a:cubicBezTo>
                  <a:pt x="931" y="1349"/>
                  <a:pt x="934" y="1348"/>
                  <a:pt x="936" y="1347"/>
                </a:cubicBezTo>
                <a:cubicBezTo>
                  <a:pt x="936" y="1345"/>
                  <a:pt x="938" y="1343"/>
                  <a:pt x="939" y="1341"/>
                </a:cubicBezTo>
                <a:cubicBezTo>
                  <a:pt x="943" y="1341"/>
                  <a:pt x="943" y="1341"/>
                  <a:pt x="943" y="1341"/>
                </a:cubicBezTo>
                <a:cubicBezTo>
                  <a:pt x="945" y="1342"/>
                  <a:pt x="946" y="1342"/>
                  <a:pt x="947" y="1344"/>
                </a:cubicBezTo>
                <a:cubicBezTo>
                  <a:pt x="950" y="1343"/>
                  <a:pt x="952" y="1342"/>
                  <a:pt x="955" y="1341"/>
                </a:cubicBezTo>
                <a:cubicBezTo>
                  <a:pt x="955" y="1341"/>
                  <a:pt x="955" y="1341"/>
                  <a:pt x="955" y="1341"/>
                </a:cubicBezTo>
                <a:cubicBezTo>
                  <a:pt x="956" y="1341"/>
                  <a:pt x="956" y="1341"/>
                  <a:pt x="956" y="1341"/>
                </a:cubicBezTo>
                <a:cubicBezTo>
                  <a:pt x="978" y="1334"/>
                  <a:pt x="1001" y="1328"/>
                  <a:pt x="1023" y="1323"/>
                </a:cubicBezTo>
                <a:cubicBezTo>
                  <a:pt x="1009" y="1323"/>
                  <a:pt x="1009" y="1323"/>
                  <a:pt x="1009" y="1323"/>
                </a:cubicBezTo>
                <a:cubicBezTo>
                  <a:pt x="1010" y="1322"/>
                  <a:pt x="1011" y="1320"/>
                  <a:pt x="1011" y="1319"/>
                </a:cubicBezTo>
                <a:close/>
                <a:moveTo>
                  <a:pt x="957" y="1378"/>
                </a:moveTo>
                <a:cubicBezTo>
                  <a:pt x="952" y="1380"/>
                  <a:pt x="946" y="1382"/>
                  <a:pt x="940" y="1383"/>
                </a:cubicBezTo>
                <a:cubicBezTo>
                  <a:pt x="941" y="1385"/>
                  <a:pt x="941" y="1388"/>
                  <a:pt x="941" y="1390"/>
                </a:cubicBezTo>
                <a:cubicBezTo>
                  <a:pt x="947" y="1388"/>
                  <a:pt x="953" y="1386"/>
                  <a:pt x="960" y="1385"/>
                </a:cubicBezTo>
                <a:cubicBezTo>
                  <a:pt x="964" y="1384"/>
                  <a:pt x="961" y="1377"/>
                  <a:pt x="957" y="1378"/>
                </a:cubicBezTo>
                <a:close/>
                <a:moveTo>
                  <a:pt x="1012" y="1340"/>
                </a:moveTo>
                <a:cubicBezTo>
                  <a:pt x="1011" y="1340"/>
                  <a:pt x="1010" y="1340"/>
                  <a:pt x="1009" y="1340"/>
                </a:cubicBezTo>
                <a:cubicBezTo>
                  <a:pt x="1014" y="1340"/>
                  <a:pt x="1014" y="1340"/>
                  <a:pt x="1014" y="1340"/>
                </a:cubicBezTo>
                <a:cubicBezTo>
                  <a:pt x="1014" y="1340"/>
                  <a:pt x="1013" y="1339"/>
                  <a:pt x="1012" y="1340"/>
                </a:cubicBezTo>
                <a:close/>
                <a:moveTo>
                  <a:pt x="1017" y="1310"/>
                </a:moveTo>
                <a:cubicBezTo>
                  <a:pt x="1017" y="1309"/>
                  <a:pt x="1015" y="1309"/>
                  <a:pt x="1013" y="1308"/>
                </a:cubicBezTo>
                <a:cubicBezTo>
                  <a:pt x="1012" y="1310"/>
                  <a:pt x="1011" y="1311"/>
                  <a:pt x="1011" y="1312"/>
                </a:cubicBezTo>
                <a:cubicBezTo>
                  <a:pt x="1013" y="1311"/>
                  <a:pt x="1015" y="1310"/>
                  <a:pt x="1017" y="1310"/>
                </a:cubicBezTo>
                <a:close/>
                <a:moveTo>
                  <a:pt x="850" y="1352"/>
                </a:moveTo>
                <a:cubicBezTo>
                  <a:pt x="851" y="1351"/>
                  <a:pt x="851" y="1350"/>
                  <a:pt x="852" y="1349"/>
                </a:cubicBezTo>
                <a:cubicBezTo>
                  <a:pt x="848" y="1349"/>
                  <a:pt x="846" y="1348"/>
                  <a:pt x="844" y="1347"/>
                </a:cubicBezTo>
                <a:cubicBezTo>
                  <a:pt x="843" y="1347"/>
                  <a:pt x="841" y="1348"/>
                  <a:pt x="840" y="1348"/>
                </a:cubicBezTo>
                <a:cubicBezTo>
                  <a:pt x="841" y="1350"/>
                  <a:pt x="842" y="1352"/>
                  <a:pt x="842" y="1354"/>
                </a:cubicBezTo>
                <a:cubicBezTo>
                  <a:pt x="845" y="1354"/>
                  <a:pt x="848" y="1353"/>
                  <a:pt x="850" y="1352"/>
                </a:cubicBezTo>
                <a:close/>
                <a:moveTo>
                  <a:pt x="656" y="112"/>
                </a:moveTo>
                <a:cubicBezTo>
                  <a:pt x="656" y="112"/>
                  <a:pt x="656" y="112"/>
                  <a:pt x="656" y="112"/>
                </a:cubicBezTo>
                <a:cubicBezTo>
                  <a:pt x="657" y="112"/>
                  <a:pt x="657" y="112"/>
                  <a:pt x="657" y="112"/>
                </a:cubicBezTo>
                <a:cubicBezTo>
                  <a:pt x="657" y="112"/>
                  <a:pt x="657" y="112"/>
                  <a:pt x="656" y="112"/>
                </a:cubicBezTo>
                <a:close/>
                <a:moveTo>
                  <a:pt x="957" y="1357"/>
                </a:moveTo>
                <a:cubicBezTo>
                  <a:pt x="954" y="1357"/>
                  <a:pt x="953" y="1356"/>
                  <a:pt x="953" y="1355"/>
                </a:cubicBezTo>
                <a:cubicBezTo>
                  <a:pt x="931" y="1362"/>
                  <a:pt x="909" y="1369"/>
                  <a:pt x="887" y="1377"/>
                </a:cubicBezTo>
                <a:cubicBezTo>
                  <a:pt x="908" y="1377"/>
                  <a:pt x="908" y="1377"/>
                  <a:pt x="908" y="1377"/>
                </a:cubicBezTo>
                <a:cubicBezTo>
                  <a:pt x="926" y="1370"/>
                  <a:pt x="945" y="1364"/>
                  <a:pt x="963" y="1359"/>
                </a:cubicBezTo>
                <a:cubicBezTo>
                  <a:pt x="963" y="1359"/>
                  <a:pt x="963" y="1359"/>
                  <a:pt x="963" y="1359"/>
                </a:cubicBezTo>
                <a:cubicBezTo>
                  <a:pt x="963" y="1357"/>
                  <a:pt x="963" y="1354"/>
                  <a:pt x="965" y="1351"/>
                </a:cubicBezTo>
                <a:cubicBezTo>
                  <a:pt x="963" y="1352"/>
                  <a:pt x="961" y="1353"/>
                  <a:pt x="960" y="1353"/>
                </a:cubicBezTo>
                <a:cubicBezTo>
                  <a:pt x="959" y="1355"/>
                  <a:pt x="958" y="1356"/>
                  <a:pt x="957" y="1357"/>
                </a:cubicBezTo>
                <a:close/>
                <a:moveTo>
                  <a:pt x="1005" y="1341"/>
                </a:moveTo>
                <a:cubicBezTo>
                  <a:pt x="1003" y="1345"/>
                  <a:pt x="999" y="1347"/>
                  <a:pt x="994" y="1348"/>
                </a:cubicBezTo>
                <a:cubicBezTo>
                  <a:pt x="994" y="1349"/>
                  <a:pt x="994" y="1350"/>
                  <a:pt x="994" y="1351"/>
                </a:cubicBezTo>
                <a:cubicBezTo>
                  <a:pt x="1000" y="1349"/>
                  <a:pt x="1007" y="1348"/>
                  <a:pt x="1013" y="1346"/>
                </a:cubicBezTo>
                <a:cubicBezTo>
                  <a:pt x="1013" y="1346"/>
                  <a:pt x="1014" y="1346"/>
                  <a:pt x="1014" y="1345"/>
                </a:cubicBezTo>
                <a:cubicBezTo>
                  <a:pt x="1012" y="1344"/>
                  <a:pt x="1008" y="1342"/>
                  <a:pt x="1005" y="1341"/>
                </a:cubicBezTo>
                <a:close/>
                <a:moveTo>
                  <a:pt x="594" y="134"/>
                </a:moveTo>
                <a:cubicBezTo>
                  <a:pt x="594" y="134"/>
                  <a:pt x="594" y="134"/>
                  <a:pt x="594" y="134"/>
                </a:cubicBezTo>
                <a:cubicBezTo>
                  <a:pt x="594" y="134"/>
                  <a:pt x="594" y="134"/>
                  <a:pt x="594" y="134"/>
                </a:cubicBezTo>
                <a:cubicBezTo>
                  <a:pt x="594" y="134"/>
                  <a:pt x="594" y="134"/>
                  <a:pt x="594" y="134"/>
                </a:cubicBezTo>
                <a:close/>
                <a:moveTo>
                  <a:pt x="867" y="1281"/>
                </a:moveTo>
                <a:cubicBezTo>
                  <a:pt x="863" y="1283"/>
                  <a:pt x="861" y="1279"/>
                  <a:pt x="859" y="1277"/>
                </a:cubicBezTo>
                <a:cubicBezTo>
                  <a:pt x="856" y="1279"/>
                  <a:pt x="853" y="1280"/>
                  <a:pt x="850" y="1281"/>
                </a:cubicBezTo>
                <a:cubicBezTo>
                  <a:pt x="851" y="1283"/>
                  <a:pt x="853" y="1285"/>
                  <a:pt x="856" y="1286"/>
                </a:cubicBezTo>
                <a:cubicBezTo>
                  <a:pt x="860" y="1284"/>
                  <a:pt x="865" y="1283"/>
                  <a:pt x="869" y="1281"/>
                </a:cubicBezTo>
                <a:cubicBezTo>
                  <a:pt x="870" y="1279"/>
                  <a:pt x="871" y="1276"/>
                  <a:pt x="873" y="1274"/>
                </a:cubicBezTo>
                <a:cubicBezTo>
                  <a:pt x="871" y="1274"/>
                  <a:pt x="870" y="1274"/>
                  <a:pt x="869" y="1273"/>
                </a:cubicBezTo>
                <a:cubicBezTo>
                  <a:pt x="867" y="1274"/>
                  <a:pt x="865" y="1275"/>
                  <a:pt x="863" y="1276"/>
                </a:cubicBezTo>
                <a:cubicBezTo>
                  <a:pt x="863" y="1276"/>
                  <a:pt x="863" y="1276"/>
                  <a:pt x="863" y="1276"/>
                </a:cubicBezTo>
                <a:cubicBezTo>
                  <a:pt x="865" y="1277"/>
                  <a:pt x="866" y="1277"/>
                  <a:pt x="868" y="1277"/>
                </a:cubicBezTo>
                <a:cubicBezTo>
                  <a:pt x="867" y="1280"/>
                  <a:pt x="869" y="1279"/>
                  <a:pt x="867" y="1281"/>
                </a:cubicBezTo>
                <a:close/>
                <a:moveTo>
                  <a:pt x="796" y="1282"/>
                </a:moveTo>
                <a:cubicBezTo>
                  <a:pt x="796" y="1283"/>
                  <a:pt x="797" y="1284"/>
                  <a:pt x="797" y="1284"/>
                </a:cubicBezTo>
                <a:cubicBezTo>
                  <a:pt x="799" y="1284"/>
                  <a:pt x="800" y="1284"/>
                  <a:pt x="802" y="1283"/>
                </a:cubicBezTo>
                <a:cubicBezTo>
                  <a:pt x="803" y="1282"/>
                  <a:pt x="805" y="1281"/>
                  <a:pt x="808" y="1282"/>
                </a:cubicBezTo>
                <a:cubicBezTo>
                  <a:pt x="809" y="1282"/>
                  <a:pt x="810" y="1281"/>
                  <a:pt x="810" y="1281"/>
                </a:cubicBezTo>
                <a:cubicBezTo>
                  <a:pt x="810" y="1279"/>
                  <a:pt x="810" y="1277"/>
                  <a:pt x="810" y="1275"/>
                </a:cubicBezTo>
                <a:cubicBezTo>
                  <a:pt x="809" y="1275"/>
                  <a:pt x="809" y="1275"/>
                  <a:pt x="808" y="1275"/>
                </a:cubicBezTo>
                <a:cubicBezTo>
                  <a:pt x="807" y="1275"/>
                  <a:pt x="806" y="1276"/>
                  <a:pt x="804" y="1276"/>
                </a:cubicBezTo>
                <a:cubicBezTo>
                  <a:pt x="801" y="1278"/>
                  <a:pt x="800" y="1282"/>
                  <a:pt x="796" y="1282"/>
                </a:cubicBezTo>
                <a:close/>
                <a:moveTo>
                  <a:pt x="838" y="1285"/>
                </a:moveTo>
                <a:cubicBezTo>
                  <a:pt x="839" y="1285"/>
                  <a:pt x="840" y="1285"/>
                  <a:pt x="841" y="1285"/>
                </a:cubicBezTo>
                <a:cubicBezTo>
                  <a:pt x="841" y="1284"/>
                  <a:pt x="841" y="1284"/>
                  <a:pt x="841" y="1284"/>
                </a:cubicBezTo>
                <a:cubicBezTo>
                  <a:pt x="840" y="1284"/>
                  <a:pt x="839" y="1285"/>
                  <a:pt x="838" y="1285"/>
                </a:cubicBezTo>
                <a:close/>
                <a:moveTo>
                  <a:pt x="1126" y="1194"/>
                </a:moveTo>
                <a:cubicBezTo>
                  <a:pt x="1124" y="1195"/>
                  <a:pt x="1122" y="1196"/>
                  <a:pt x="1121" y="1197"/>
                </a:cubicBezTo>
                <a:cubicBezTo>
                  <a:pt x="1120" y="1200"/>
                  <a:pt x="1117" y="1203"/>
                  <a:pt x="1114" y="1202"/>
                </a:cubicBezTo>
                <a:cubicBezTo>
                  <a:pt x="1111" y="1204"/>
                  <a:pt x="1108" y="1206"/>
                  <a:pt x="1105" y="1208"/>
                </a:cubicBezTo>
                <a:cubicBezTo>
                  <a:pt x="1107" y="1209"/>
                  <a:pt x="1108" y="1211"/>
                  <a:pt x="1109" y="1213"/>
                </a:cubicBezTo>
                <a:cubicBezTo>
                  <a:pt x="1110" y="1212"/>
                  <a:pt x="1111" y="1212"/>
                  <a:pt x="1112" y="1211"/>
                </a:cubicBezTo>
                <a:cubicBezTo>
                  <a:pt x="1111" y="1208"/>
                  <a:pt x="1109" y="1206"/>
                  <a:pt x="1112" y="1203"/>
                </a:cubicBezTo>
                <a:cubicBezTo>
                  <a:pt x="1117" y="1206"/>
                  <a:pt x="1117" y="1200"/>
                  <a:pt x="1123" y="1202"/>
                </a:cubicBezTo>
                <a:cubicBezTo>
                  <a:pt x="1123" y="1203"/>
                  <a:pt x="1122" y="1204"/>
                  <a:pt x="1122" y="1204"/>
                </a:cubicBezTo>
                <a:cubicBezTo>
                  <a:pt x="1124" y="1203"/>
                  <a:pt x="1125" y="1202"/>
                  <a:pt x="1126" y="1201"/>
                </a:cubicBezTo>
                <a:cubicBezTo>
                  <a:pt x="1125" y="1200"/>
                  <a:pt x="1124" y="1199"/>
                  <a:pt x="1124" y="1197"/>
                </a:cubicBezTo>
                <a:cubicBezTo>
                  <a:pt x="1131" y="1197"/>
                  <a:pt x="1131" y="1197"/>
                  <a:pt x="1131" y="1197"/>
                </a:cubicBezTo>
                <a:cubicBezTo>
                  <a:pt x="1131" y="1194"/>
                  <a:pt x="1128" y="1192"/>
                  <a:pt x="1126" y="1194"/>
                </a:cubicBezTo>
                <a:close/>
                <a:moveTo>
                  <a:pt x="266" y="1289"/>
                </a:moveTo>
                <a:cubicBezTo>
                  <a:pt x="267" y="1288"/>
                  <a:pt x="268" y="1288"/>
                  <a:pt x="269" y="1287"/>
                </a:cubicBezTo>
                <a:cubicBezTo>
                  <a:pt x="268" y="1285"/>
                  <a:pt x="269" y="1282"/>
                  <a:pt x="269" y="1280"/>
                </a:cubicBezTo>
                <a:cubicBezTo>
                  <a:pt x="269" y="1280"/>
                  <a:pt x="268" y="1280"/>
                  <a:pt x="267" y="1281"/>
                </a:cubicBezTo>
                <a:cubicBezTo>
                  <a:pt x="266" y="1283"/>
                  <a:pt x="266" y="1286"/>
                  <a:pt x="266" y="1289"/>
                </a:cubicBezTo>
                <a:close/>
                <a:moveTo>
                  <a:pt x="294" y="1319"/>
                </a:moveTo>
                <a:cubicBezTo>
                  <a:pt x="296" y="1319"/>
                  <a:pt x="298" y="1320"/>
                  <a:pt x="300" y="1320"/>
                </a:cubicBezTo>
                <a:cubicBezTo>
                  <a:pt x="301" y="1321"/>
                  <a:pt x="301" y="1322"/>
                  <a:pt x="302" y="1323"/>
                </a:cubicBezTo>
                <a:cubicBezTo>
                  <a:pt x="303" y="1322"/>
                  <a:pt x="305" y="1321"/>
                  <a:pt x="306" y="1320"/>
                </a:cubicBezTo>
                <a:cubicBezTo>
                  <a:pt x="306" y="1318"/>
                  <a:pt x="307" y="1315"/>
                  <a:pt x="301" y="1316"/>
                </a:cubicBezTo>
                <a:cubicBezTo>
                  <a:pt x="301" y="1316"/>
                  <a:pt x="301" y="1315"/>
                  <a:pt x="301" y="1315"/>
                </a:cubicBezTo>
                <a:cubicBezTo>
                  <a:pt x="299" y="1316"/>
                  <a:pt x="297" y="1318"/>
                  <a:pt x="294" y="1319"/>
                </a:cubicBezTo>
                <a:close/>
                <a:moveTo>
                  <a:pt x="965" y="1285"/>
                </a:moveTo>
                <a:cubicBezTo>
                  <a:pt x="965" y="1285"/>
                  <a:pt x="965" y="1284"/>
                  <a:pt x="965" y="1284"/>
                </a:cubicBezTo>
                <a:cubicBezTo>
                  <a:pt x="948" y="1292"/>
                  <a:pt x="932" y="1299"/>
                  <a:pt x="915" y="1305"/>
                </a:cubicBezTo>
                <a:cubicBezTo>
                  <a:pt x="916" y="1305"/>
                  <a:pt x="916" y="1305"/>
                  <a:pt x="916" y="1305"/>
                </a:cubicBezTo>
                <a:cubicBezTo>
                  <a:pt x="916" y="1306"/>
                  <a:pt x="915" y="1306"/>
                  <a:pt x="915" y="1306"/>
                </a:cubicBezTo>
                <a:cubicBezTo>
                  <a:pt x="914" y="1307"/>
                  <a:pt x="912" y="1308"/>
                  <a:pt x="910" y="1309"/>
                </a:cubicBezTo>
                <a:cubicBezTo>
                  <a:pt x="909" y="1309"/>
                  <a:pt x="908" y="1309"/>
                  <a:pt x="907" y="1308"/>
                </a:cubicBezTo>
                <a:cubicBezTo>
                  <a:pt x="898" y="1312"/>
                  <a:pt x="889" y="1315"/>
                  <a:pt x="880" y="1318"/>
                </a:cubicBezTo>
                <a:cubicBezTo>
                  <a:pt x="882" y="1320"/>
                  <a:pt x="884" y="1322"/>
                  <a:pt x="886" y="1323"/>
                </a:cubicBezTo>
                <a:cubicBezTo>
                  <a:pt x="891" y="1322"/>
                  <a:pt x="896" y="1320"/>
                  <a:pt x="901" y="1318"/>
                </a:cubicBezTo>
                <a:cubicBezTo>
                  <a:pt x="902" y="1316"/>
                  <a:pt x="904" y="1315"/>
                  <a:pt x="906" y="1316"/>
                </a:cubicBezTo>
                <a:cubicBezTo>
                  <a:pt x="907" y="1316"/>
                  <a:pt x="907" y="1316"/>
                  <a:pt x="907" y="1316"/>
                </a:cubicBezTo>
                <a:cubicBezTo>
                  <a:pt x="914" y="1313"/>
                  <a:pt x="921" y="1310"/>
                  <a:pt x="928" y="1307"/>
                </a:cubicBezTo>
                <a:cubicBezTo>
                  <a:pt x="928" y="1307"/>
                  <a:pt x="928" y="1306"/>
                  <a:pt x="929" y="1305"/>
                </a:cubicBezTo>
                <a:cubicBezTo>
                  <a:pt x="933" y="1305"/>
                  <a:pt x="933" y="1305"/>
                  <a:pt x="933" y="1305"/>
                </a:cubicBezTo>
                <a:cubicBezTo>
                  <a:pt x="947" y="1300"/>
                  <a:pt x="961" y="1294"/>
                  <a:pt x="974" y="1288"/>
                </a:cubicBezTo>
                <a:cubicBezTo>
                  <a:pt x="961" y="1288"/>
                  <a:pt x="961" y="1288"/>
                  <a:pt x="961" y="1288"/>
                </a:cubicBezTo>
                <a:cubicBezTo>
                  <a:pt x="962" y="1286"/>
                  <a:pt x="966" y="1288"/>
                  <a:pt x="965" y="1285"/>
                </a:cubicBezTo>
                <a:close/>
                <a:moveTo>
                  <a:pt x="42" y="268"/>
                </a:moveTo>
                <a:cubicBezTo>
                  <a:pt x="46" y="266"/>
                  <a:pt x="49" y="264"/>
                  <a:pt x="52" y="262"/>
                </a:cubicBezTo>
                <a:cubicBezTo>
                  <a:pt x="40" y="262"/>
                  <a:pt x="40" y="262"/>
                  <a:pt x="40" y="262"/>
                </a:cubicBezTo>
                <a:cubicBezTo>
                  <a:pt x="39" y="262"/>
                  <a:pt x="39" y="262"/>
                  <a:pt x="38" y="262"/>
                </a:cubicBezTo>
                <a:cubicBezTo>
                  <a:pt x="35" y="265"/>
                  <a:pt x="39" y="270"/>
                  <a:pt x="42" y="268"/>
                </a:cubicBezTo>
                <a:close/>
                <a:moveTo>
                  <a:pt x="983" y="1322"/>
                </a:moveTo>
                <a:cubicBezTo>
                  <a:pt x="984" y="1321"/>
                  <a:pt x="985" y="1321"/>
                  <a:pt x="986" y="1319"/>
                </a:cubicBezTo>
                <a:cubicBezTo>
                  <a:pt x="986" y="1320"/>
                  <a:pt x="987" y="1320"/>
                  <a:pt x="987" y="1320"/>
                </a:cubicBezTo>
                <a:cubicBezTo>
                  <a:pt x="993" y="1319"/>
                  <a:pt x="998" y="1317"/>
                  <a:pt x="1003" y="1315"/>
                </a:cubicBezTo>
                <a:cubicBezTo>
                  <a:pt x="1003" y="1314"/>
                  <a:pt x="1003" y="1312"/>
                  <a:pt x="1002" y="1311"/>
                </a:cubicBezTo>
                <a:cubicBezTo>
                  <a:pt x="1004" y="1310"/>
                  <a:pt x="1006" y="1308"/>
                  <a:pt x="1007" y="1306"/>
                </a:cubicBezTo>
                <a:cubicBezTo>
                  <a:pt x="1002" y="1308"/>
                  <a:pt x="998" y="1310"/>
                  <a:pt x="993" y="1311"/>
                </a:cubicBezTo>
                <a:cubicBezTo>
                  <a:pt x="990" y="1315"/>
                  <a:pt x="987" y="1318"/>
                  <a:pt x="983" y="1317"/>
                </a:cubicBezTo>
                <a:cubicBezTo>
                  <a:pt x="982" y="1317"/>
                  <a:pt x="982" y="1316"/>
                  <a:pt x="981" y="1316"/>
                </a:cubicBezTo>
                <a:cubicBezTo>
                  <a:pt x="976" y="1317"/>
                  <a:pt x="972" y="1319"/>
                  <a:pt x="967" y="1320"/>
                </a:cubicBezTo>
                <a:cubicBezTo>
                  <a:pt x="967" y="1321"/>
                  <a:pt x="967" y="1322"/>
                  <a:pt x="967" y="1323"/>
                </a:cubicBezTo>
                <a:cubicBezTo>
                  <a:pt x="959" y="1323"/>
                  <a:pt x="959" y="1323"/>
                  <a:pt x="959" y="1323"/>
                </a:cubicBezTo>
                <a:cubicBezTo>
                  <a:pt x="941" y="1329"/>
                  <a:pt x="924" y="1335"/>
                  <a:pt x="906" y="1341"/>
                </a:cubicBezTo>
                <a:cubicBezTo>
                  <a:pt x="927" y="1341"/>
                  <a:pt x="927" y="1341"/>
                  <a:pt x="927" y="1341"/>
                </a:cubicBezTo>
                <a:cubicBezTo>
                  <a:pt x="927" y="1341"/>
                  <a:pt x="927" y="1341"/>
                  <a:pt x="927" y="1341"/>
                </a:cubicBezTo>
                <a:cubicBezTo>
                  <a:pt x="946" y="1335"/>
                  <a:pt x="964" y="1329"/>
                  <a:pt x="983" y="1322"/>
                </a:cubicBezTo>
                <a:close/>
                <a:moveTo>
                  <a:pt x="745" y="1312"/>
                </a:moveTo>
                <a:cubicBezTo>
                  <a:pt x="745" y="1312"/>
                  <a:pt x="745" y="1312"/>
                  <a:pt x="744" y="1312"/>
                </a:cubicBezTo>
                <a:cubicBezTo>
                  <a:pt x="744" y="1312"/>
                  <a:pt x="744" y="1312"/>
                  <a:pt x="744" y="1312"/>
                </a:cubicBezTo>
                <a:cubicBezTo>
                  <a:pt x="742" y="1313"/>
                  <a:pt x="742" y="1314"/>
                  <a:pt x="740" y="1314"/>
                </a:cubicBezTo>
                <a:cubicBezTo>
                  <a:pt x="740" y="1316"/>
                  <a:pt x="743" y="1317"/>
                  <a:pt x="742" y="1319"/>
                </a:cubicBezTo>
                <a:cubicBezTo>
                  <a:pt x="746" y="1319"/>
                  <a:pt x="743" y="1316"/>
                  <a:pt x="745" y="1312"/>
                </a:cubicBezTo>
                <a:close/>
                <a:moveTo>
                  <a:pt x="669" y="1312"/>
                </a:moveTo>
                <a:cubicBezTo>
                  <a:pt x="669" y="1314"/>
                  <a:pt x="668" y="1316"/>
                  <a:pt x="666" y="1317"/>
                </a:cubicBezTo>
                <a:cubicBezTo>
                  <a:pt x="666" y="1318"/>
                  <a:pt x="666" y="1318"/>
                  <a:pt x="667" y="1319"/>
                </a:cubicBezTo>
                <a:cubicBezTo>
                  <a:pt x="668" y="1319"/>
                  <a:pt x="670" y="1319"/>
                  <a:pt x="672" y="1319"/>
                </a:cubicBezTo>
                <a:cubicBezTo>
                  <a:pt x="670" y="1314"/>
                  <a:pt x="680" y="1311"/>
                  <a:pt x="677" y="1318"/>
                </a:cubicBezTo>
                <a:cubicBezTo>
                  <a:pt x="678" y="1318"/>
                  <a:pt x="678" y="1318"/>
                  <a:pt x="678" y="1318"/>
                </a:cubicBezTo>
                <a:cubicBezTo>
                  <a:pt x="679" y="1317"/>
                  <a:pt x="679" y="1317"/>
                  <a:pt x="681" y="1317"/>
                </a:cubicBezTo>
                <a:cubicBezTo>
                  <a:pt x="680" y="1316"/>
                  <a:pt x="680" y="1313"/>
                  <a:pt x="681" y="1311"/>
                </a:cubicBezTo>
                <a:cubicBezTo>
                  <a:pt x="677" y="1311"/>
                  <a:pt x="673" y="1312"/>
                  <a:pt x="669" y="1312"/>
                </a:cubicBezTo>
                <a:close/>
                <a:moveTo>
                  <a:pt x="729" y="1323"/>
                </a:moveTo>
                <a:cubicBezTo>
                  <a:pt x="730" y="1323"/>
                  <a:pt x="732" y="1322"/>
                  <a:pt x="734" y="1322"/>
                </a:cubicBezTo>
                <a:cubicBezTo>
                  <a:pt x="733" y="1321"/>
                  <a:pt x="733" y="1321"/>
                  <a:pt x="732" y="1321"/>
                </a:cubicBezTo>
                <a:cubicBezTo>
                  <a:pt x="731" y="1322"/>
                  <a:pt x="730" y="1322"/>
                  <a:pt x="729" y="1323"/>
                </a:cubicBezTo>
                <a:close/>
                <a:moveTo>
                  <a:pt x="592" y="1316"/>
                </a:moveTo>
                <a:cubicBezTo>
                  <a:pt x="592" y="1317"/>
                  <a:pt x="592" y="1318"/>
                  <a:pt x="590" y="1319"/>
                </a:cubicBezTo>
                <a:cubicBezTo>
                  <a:pt x="592" y="1320"/>
                  <a:pt x="592" y="1321"/>
                  <a:pt x="593" y="1323"/>
                </a:cubicBezTo>
                <a:cubicBezTo>
                  <a:pt x="599" y="1323"/>
                  <a:pt x="605" y="1323"/>
                  <a:pt x="611" y="1323"/>
                </a:cubicBezTo>
                <a:cubicBezTo>
                  <a:pt x="611" y="1323"/>
                  <a:pt x="611" y="1322"/>
                  <a:pt x="611" y="1322"/>
                </a:cubicBezTo>
                <a:cubicBezTo>
                  <a:pt x="605" y="1320"/>
                  <a:pt x="601" y="1324"/>
                  <a:pt x="596" y="1319"/>
                </a:cubicBezTo>
                <a:cubicBezTo>
                  <a:pt x="596" y="1318"/>
                  <a:pt x="597" y="1317"/>
                  <a:pt x="597" y="1316"/>
                </a:cubicBezTo>
                <a:cubicBezTo>
                  <a:pt x="595" y="1316"/>
                  <a:pt x="594" y="1316"/>
                  <a:pt x="592" y="1316"/>
                </a:cubicBezTo>
                <a:close/>
                <a:moveTo>
                  <a:pt x="509" y="146"/>
                </a:moveTo>
                <a:cubicBezTo>
                  <a:pt x="509" y="146"/>
                  <a:pt x="509" y="146"/>
                  <a:pt x="509" y="146"/>
                </a:cubicBezTo>
                <a:cubicBezTo>
                  <a:pt x="509" y="146"/>
                  <a:pt x="510" y="146"/>
                  <a:pt x="510" y="146"/>
                </a:cubicBezTo>
                <a:cubicBezTo>
                  <a:pt x="509" y="146"/>
                  <a:pt x="509" y="146"/>
                  <a:pt x="509" y="146"/>
                </a:cubicBezTo>
                <a:close/>
                <a:moveTo>
                  <a:pt x="261" y="1284"/>
                </a:moveTo>
                <a:cubicBezTo>
                  <a:pt x="256" y="1288"/>
                  <a:pt x="250" y="1291"/>
                  <a:pt x="245" y="1293"/>
                </a:cubicBezTo>
                <a:cubicBezTo>
                  <a:pt x="245" y="1294"/>
                  <a:pt x="245" y="1294"/>
                  <a:pt x="244" y="1294"/>
                </a:cubicBezTo>
                <a:cubicBezTo>
                  <a:pt x="244" y="1294"/>
                  <a:pt x="244" y="1294"/>
                  <a:pt x="244" y="1294"/>
                </a:cubicBezTo>
                <a:cubicBezTo>
                  <a:pt x="241" y="1295"/>
                  <a:pt x="238" y="1297"/>
                  <a:pt x="236" y="1298"/>
                </a:cubicBezTo>
                <a:cubicBezTo>
                  <a:pt x="232" y="1300"/>
                  <a:pt x="234" y="1306"/>
                  <a:pt x="238" y="1304"/>
                </a:cubicBezTo>
                <a:cubicBezTo>
                  <a:pt x="246" y="1301"/>
                  <a:pt x="253" y="1297"/>
                  <a:pt x="260" y="1293"/>
                </a:cubicBezTo>
                <a:cubicBezTo>
                  <a:pt x="259" y="1291"/>
                  <a:pt x="260" y="1288"/>
                  <a:pt x="261" y="1284"/>
                </a:cubicBezTo>
                <a:close/>
                <a:moveTo>
                  <a:pt x="475" y="1318"/>
                </a:moveTo>
                <a:cubicBezTo>
                  <a:pt x="474" y="1316"/>
                  <a:pt x="473" y="1315"/>
                  <a:pt x="473" y="1313"/>
                </a:cubicBezTo>
                <a:cubicBezTo>
                  <a:pt x="471" y="1313"/>
                  <a:pt x="470" y="1313"/>
                  <a:pt x="469" y="1313"/>
                </a:cubicBezTo>
                <a:cubicBezTo>
                  <a:pt x="471" y="1316"/>
                  <a:pt x="473" y="1318"/>
                  <a:pt x="476" y="1320"/>
                </a:cubicBezTo>
                <a:cubicBezTo>
                  <a:pt x="478" y="1320"/>
                  <a:pt x="480" y="1320"/>
                  <a:pt x="483" y="1320"/>
                </a:cubicBezTo>
                <a:cubicBezTo>
                  <a:pt x="497" y="1321"/>
                  <a:pt x="511" y="1322"/>
                  <a:pt x="525" y="1322"/>
                </a:cubicBezTo>
                <a:cubicBezTo>
                  <a:pt x="522" y="1320"/>
                  <a:pt x="519" y="1318"/>
                  <a:pt x="516" y="1315"/>
                </a:cubicBezTo>
                <a:cubicBezTo>
                  <a:pt x="504" y="1315"/>
                  <a:pt x="492" y="1314"/>
                  <a:pt x="479" y="1314"/>
                </a:cubicBezTo>
                <a:cubicBezTo>
                  <a:pt x="479" y="1315"/>
                  <a:pt x="477" y="1317"/>
                  <a:pt x="475" y="1318"/>
                </a:cubicBezTo>
                <a:close/>
                <a:moveTo>
                  <a:pt x="257" y="1325"/>
                </a:moveTo>
                <a:cubicBezTo>
                  <a:pt x="257" y="1324"/>
                  <a:pt x="257" y="1324"/>
                  <a:pt x="257" y="1324"/>
                </a:cubicBezTo>
                <a:cubicBezTo>
                  <a:pt x="254" y="1323"/>
                  <a:pt x="253" y="1323"/>
                  <a:pt x="251" y="1324"/>
                </a:cubicBezTo>
                <a:cubicBezTo>
                  <a:pt x="252" y="1326"/>
                  <a:pt x="255" y="1327"/>
                  <a:pt x="257" y="1325"/>
                </a:cubicBezTo>
                <a:close/>
                <a:moveTo>
                  <a:pt x="398" y="0"/>
                </a:moveTo>
                <a:cubicBezTo>
                  <a:pt x="398" y="0"/>
                  <a:pt x="397" y="0"/>
                  <a:pt x="397" y="0"/>
                </a:cubicBezTo>
                <a:cubicBezTo>
                  <a:pt x="397" y="0"/>
                  <a:pt x="397" y="1"/>
                  <a:pt x="397" y="1"/>
                </a:cubicBezTo>
                <a:cubicBezTo>
                  <a:pt x="398" y="1"/>
                  <a:pt x="398" y="0"/>
                  <a:pt x="398" y="0"/>
                </a:cubicBezTo>
                <a:close/>
                <a:moveTo>
                  <a:pt x="386" y="0"/>
                </a:moveTo>
                <a:cubicBezTo>
                  <a:pt x="385" y="0"/>
                  <a:pt x="385" y="0"/>
                  <a:pt x="385" y="0"/>
                </a:cubicBezTo>
                <a:cubicBezTo>
                  <a:pt x="385" y="1"/>
                  <a:pt x="385" y="1"/>
                  <a:pt x="386" y="1"/>
                </a:cubicBezTo>
                <a:cubicBezTo>
                  <a:pt x="386" y="1"/>
                  <a:pt x="386" y="1"/>
                  <a:pt x="386" y="0"/>
                </a:cubicBezTo>
                <a:close/>
                <a:moveTo>
                  <a:pt x="327" y="3"/>
                </a:moveTo>
                <a:cubicBezTo>
                  <a:pt x="327" y="3"/>
                  <a:pt x="327" y="3"/>
                  <a:pt x="326" y="3"/>
                </a:cubicBezTo>
                <a:cubicBezTo>
                  <a:pt x="326" y="4"/>
                  <a:pt x="326" y="4"/>
                  <a:pt x="326" y="4"/>
                </a:cubicBezTo>
                <a:cubicBezTo>
                  <a:pt x="326" y="4"/>
                  <a:pt x="327" y="4"/>
                  <a:pt x="327" y="3"/>
                </a:cubicBezTo>
                <a:close/>
                <a:moveTo>
                  <a:pt x="404" y="2"/>
                </a:moveTo>
                <a:cubicBezTo>
                  <a:pt x="404" y="1"/>
                  <a:pt x="406" y="1"/>
                  <a:pt x="406" y="0"/>
                </a:cubicBezTo>
                <a:cubicBezTo>
                  <a:pt x="406" y="0"/>
                  <a:pt x="406" y="0"/>
                  <a:pt x="406" y="0"/>
                </a:cubicBezTo>
                <a:cubicBezTo>
                  <a:pt x="404" y="0"/>
                  <a:pt x="402" y="0"/>
                  <a:pt x="400" y="0"/>
                </a:cubicBezTo>
                <a:cubicBezTo>
                  <a:pt x="401" y="1"/>
                  <a:pt x="402" y="2"/>
                  <a:pt x="404" y="2"/>
                </a:cubicBezTo>
                <a:close/>
                <a:moveTo>
                  <a:pt x="378" y="7"/>
                </a:moveTo>
                <a:cubicBezTo>
                  <a:pt x="380" y="7"/>
                  <a:pt x="381" y="7"/>
                  <a:pt x="382" y="7"/>
                </a:cubicBezTo>
                <a:cubicBezTo>
                  <a:pt x="384" y="6"/>
                  <a:pt x="387" y="5"/>
                  <a:pt x="388" y="3"/>
                </a:cubicBezTo>
                <a:cubicBezTo>
                  <a:pt x="385" y="2"/>
                  <a:pt x="381" y="2"/>
                  <a:pt x="379" y="0"/>
                </a:cubicBezTo>
                <a:cubicBezTo>
                  <a:pt x="377" y="1"/>
                  <a:pt x="375" y="1"/>
                  <a:pt x="373" y="1"/>
                </a:cubicBezTo>
                <a:cubicBezTo>
                  <a:pt x="373" y="1"/>
                  <a:pt x="373" y="2"/>
                  <a:pt x="373" y="2"/>
                </a:cubicBezTo>
                <a:cubicBezTo>
                  <a:pt x="376" y="2"/>
                  <a:pt x="376" y="6"/>
                  <a:pt x="378" y="7"/>
                </a:cubicBezTo>
                <a:close/>
                <a:moveTo>
                  <a:pt x="423" y="5"/>
                </a:moveTo>
                <a:cubicBezTo>
                  <a:pt x="423" y="6"/>
                  <a:pt x="423" y="7"/>
                  <a:pt x="423" y="7"/>
                </a:cubicBezTo>
                <a:cubicBezTo>
                  <a:pt x="423" y="7"/>
                  <a:pt x="423" y="7"/>
                  <a:pt x="424" y="7"/>
                </a:cubicBezTo>
                <a:cubicBezTo>
                  <a:pt x="424" y="6"/>
                  <a:pt x="423" y="6"/>
                  <a:pt x="423" y="5"/>
                </a:cubicBezTo>
                <a:close/>
                <a:moveTo>
                  <a:pt x="399" y="4"/>
                </a:moveTo>
                <a:cubicBezTo>
                  <a:pt x="398" y="5"/>
                  <a:pt x="397" y="6"/>
                  <a:pt x="397" y="7"/>
                </a:cubicBezTo>
                <a:cubicBezTo>
                  <a:pt x="399" y="7"/>
                  <a:pt x="400" y="7"/>
                  <a:pt x="402" y="7"/>
                </a:cubicBezTo>
                <a:cubicBezTo>
                  <a:pt x="400" y="6"/>
                  <a:pt x="399" y="6"/>
                  <a:pt x="399" y="4"/>
                </a:cubicBezTo>
                <a:close/>
                <a:moveTo>
                  <a:pt x="197" y="47"/>
                </a:moveTo>
                <a:cubicBezTo>
                  <a:pt x="210" y="45"/>
                  <a:pt x="222" y="43"/>
                  <a:pt x="234" y="41"/>
                </a:cubicBezTo>
                <a:cubicBezTo>
                  <a:pt x="234" y="41"/>
                  <a:pt x="234" y="41"/>
                  <a:pt x="234" y="41"/>
                </a:cubicBezTo>
                <a:cubicBezTo>
                  <a:pt x="227" y="41"/>
                  <a:pt x="219" y="40"/>
                  <a:pt x="213" y="40"/>
                </a:cubicBezTo>
                <a:cubicBezTo>
                  <a:pt x="213" y="40"/>
                  <a:pt x="213" y="41"/>
                  <a:pt x="213" y="41"/>
                </a:cubicBezTo>
                <a:cubicBezTo>
                  <a:pt x="212" y="41"/>
                  <a:pt x="211" y="41"/>
                  <a:pt x="210" y="42"/>
                </a:cubicBezTo>
                <a:cubicBezTo>
                  <a:pt x="209" y="41"/>
                  <a:pt x="209" y="40"/>
                  <a:pt x="209" y="39"/>
                </a:cubicBezTo>
                <a:cubicBezTo>
                  <a:pt x="208" y="39"/>
                  <a:pt x="206" y="39"/>
                  <a:pt x="205" y="39"/>
                </a:cubicBezTo>
                <a:cubicBezTo>
                  <a:pt x="202" y="40"/>
                  <a:pt x="199" y="40"/>
                  <a:pt x="197" y="40"/>
                </a:cubicBezTo>
                <a:cubicBezTo>
                  <a:pt x="193" y="41"/>
                  <a:pt x="193" y="48"/>
                  <a:pt x="197" y="47"/>
                </a:cubicBezTo>
                <a:close/>
                <a:moveTo>
                  <a:pt x="418" y="7"/>
                </a:moveTo>
                <a:cubicBezTo>
                  <a:pt x="418" y="7"/>
                  <a:pt x="418" y="6"/>
                  <a:pt x="417" y="6"/>
                </a:cubicBezTo>
                <a:cubicBezTo>
                  <a:pt x="415" y="5"/>
                  <a:pt x="412" y="5"/>
                  <a:pt x="411" y="2"/>
                </a:cubicBezTo>
                <a:cubicBezTo>
                  <a:pt x="410" y="3"/>
                  <a:pt x="409" y="3"/>
                  <a:pt x="408" y="4"/>
                </a:cubicBezTo>
                <a:cubicBezTo>
                  <a:pt x="408" y="5"/>
                  <a:pt x="408" y="6"/>
                  <a:pt x="408" y="7"/>
                </a:cubicBezTo>
                <a:cubicBezTo>
                  <a:pt x="411" y="7"/>
                  <a:pt x="415" y="7"/>
                  <a:pt x="418" y="7"/>
                </a:cubicBezTo>
                <a:close/>
                <a:moveTo>
                  <a:pt x="678" y="1427"/>
                </a:moveTo>
                <a:cubicBezTo>
                  <a:pt x="679" y="1427"/>
                  <a:pt x="680" y="1426"/>
                  <a:pt x="681" y="1426"/>
                </a:cubicBezTo>
                <a:cubicBezTo>
                  <a:pt x="686" y="1425"/>
                  <a:pt x="691" y="1423"/>
                  <a:pt x="696" y="1421"/>
                </a:cubicBezTo>
                <a:cubicBezTo>
                  <a:pt x="696" y="1419"/>
                  <a:pt x="696" y="1418"/>
                  <a:pt x="698" y="1416"/>
                </a:cubicBezTo>
                <a:cubicBezTo>
                  <a:pt x="701" y="1416"/>
                  <a:pt x="703" y="1417"/>
                  <a:pt x="703" y="1419"/>
                </a:cubicBezTo>
                <a:cubicBezTo>
                  <a:pt x="705" y="1418"/>
                  <a:pt x="706" y="1418"/>
                  <a:pt x="707" y="1417"/>
                </a:cubicBezTo>
                <a:cubicBezTo>
                  <a:pt x="706" y="1416"/>
                  <a:pt x="706" y="1415"/>
                  <a:pt x="706" y="1414"/>
                </a:cubicBezTo>
                <a:cubicBezTo>
                  <a:pt x="716" y="1414"/>
                  <a:pt x="716" y="1414"/>
                  <a:pt x="716" y="1414"/>
                </a:cubicBezTo>
                <a:cubicBezTo>
                  <a:pt x="734" y="1408"/>
                  <a:pt x="751" y="1402"/>
                  <a:pt x="769" y="1396"/>
                </a:cubicBezTo>
                <a:cubicBezTo>
                  <a:pt x="765" y="1396"/>
                  <a:pt x="765" y="1396"/>
                  <a:pt x="765" y="1396"/>
                </a:cubicBezTo>
                <a:cubicBezTo>
                  <a:pt x="766" y="1396"/>
                  <a:pt x="766" y="1396"/>
                  <a:pt x="766" y="1396"/>
                </a:cubicBezTo>
                <a:cubicBezTo>
                  <a:pt x="762" y="1396"/>
                  <a:pt x="760" y="1395"/>
                  <a:pt x="758" y="1393"/>
                </a:cubicBezTo>
                <a:cubicBezTo>
                  <a:pt x="755" y="1394"/>
                  <a:pt x="752" y="1395"/>
                  <a:pt x="749" y="1396"/>
                </a:cubicBezTo>
                <a:cubicBezTo>
                  <a:pt x="749" y="1396"/>
                  <a:pt x="749" y="1396"/>
                  <a:pt x="749" y="1396"/>
                </a:cubicBezTo>
                <a:cubicBezTo>
                  <a:pt x="747" y="1396"/>
                  <a:pt x="747" y="1396"/>
                  <a:pt x="747" y="1396"/>
                </a:cubicBezTo>
                <a:cubicBezTo>
                  <a:pt x="729" y="1403"/>
                  <a:pt x="711" y="1409"/>
                  <a:pt x="693" y="1415"/>
                </a:cubicBezTo>
                <a:cubicBezTo>
                  <a:pt x="693" y="1416"/>
                  <a:pt x="692" y="1417"/>
                  <a:pt x="692" y="1418"/>
                </a:cubicBezTo>
                <a:cubicBezTo>
                  <a:pt x="687" y="1416"/>
                  <a:pt x="685" y="1421"/>
                  <a:pt x="681" y="1422"/>
                </a:cubicBezTo>
                <a:cubicBezTo>
                  <a:pt x="681" y="1421"/>
                  <a:pt x="681" y="1420"/>
                  <a:pt x="682" y="1419"/>
                </a:cubicBezTo>
                <a:cubicBezTo>
                  <a:pt x="628" y="1438"/>
                  <a:pt x="576" y="1457"/>
                  <a:pt x="523" y="1478"/>
                </a:cubicBezTo>
                <a:cubicBezTo>
                  <a:pt x="519" y="1480"/>
                  <a:pt x="521" y="1486"/>
                  <a:pt x="526" y="1484"/>
                </a:cubicBezTo>
                <a:cubicBezTo>
                  <a:pt x="576" y="1464"/>
                  <a:pt x="627" y="1445"/>
                  <a:pt x="678" y="1427"/>
                </a:cubicBezTo>
                <a:cubicBezTo>
                  <a:pt x="678" y="1427"/>
                  <a:pt x="678" y="1427"/>
                  <a:pt x="678" y="1427"/>
                </a:cubicBezTo>
                <a:close/>
                <a:moveTo>
                  <a:pt x="155" y="109"/>
                </a:moveTo>
                <a:cubicBezTo>
                  <a:pt x="201" y="99"/>
                  <a:pt x="247" y="91"/>
                  <a:pt x="293" y="85"/>
                </a:cubicBezTo>
                <a:cubicBezTo>
                  <a:pt x="309" y="83"/>
                  <a:pt x="324" y="82"/>
                  <a:pt x="340" y="80"/>
                </a:cubicBezTo>
                <a:cubicBezTo>
                  <a:pt x="342" y="78"/>
                  <a:pt x="343" y="74"/>
                  <a:pt x="348" y="74"/>
                </a:cubicBezTo>
                <a:cubicBezTo>
                  <a:pt x="348" y="73"/>
                  <a:pt x="348" y="73"/>
                  <a:pt x="348" y="73"/>
                </a:cubicBezTo>
                <a:cubicBezTo>
                  <a:pt x="329" y="74"/>
                  <a:pt x="311" y="76"/>
                  <a:pt x="293" y="79"/>
                </a:cubicBezTo>
                <a:cubicBezTo>
                  <a:pt x="242" y="85"/>
                  <a:pt x="191" y="93"/>
                  <a:pt x="140" y="105"/>
                </a:cubicBezTo>
                <a:cubicBezTo>
                  <a:pt x="141" y="105"/>
                  <a:pt x="141" y="106"/>
                  <a:pt x="142" y="106"/>
                </a:cubicBezTo>
                <a:cubicBezTo>
                  <a:pt x="142" y="107"/>
                  <a:pt x="141" y="108"/>
                  <a:pt x="141" y="109"/>
                </a:cubicBezTo>
                <a:cubicBezTo>
                  <a:pt x="146" y="109"/>
                  <a:pt x="150" y="109"/>
                  <a:pt x="155" y="109"/>
                </a:cubicBezTo>
                <a:close/>
                <a:moveTo>
                  <a:pt x="306" y="78"/>
                </a:moveTo>
                <a:cubicBezTo>
                  <a:pt x="312" y="75"/>
                  <a:pt x="314" y="81"/>
                  <a:pt x="319" y="78"/>
                </a:cubicBezTo>
                <a:cubicBezTo>
                  <a:pt x="320" y="79"/>
                  <a:pt x="320" y="80"/>
                  <a:pt x="320" y="81"/>
                </a:cubicBezTo>
                <a:cubicBezTo>
                  <a:pt x="306" y="81"/>
                  <a:pt x="306" y="81"/>
                  <a:pt x="306" y="81"/>
                </a:cubicBezTo>
                <a:cubicBezTo>
                  <a:pt x="306" y="80"/>
                  <a:pt x="306" y="79"/>
                  <a:pt x="306" y="78"/>
                </a:cubicBezTo>
                <a:close/>
                <a:moveTo>
                  <a:pt x="739" y="1416"/>
                </a:moveTo>
                <a:cubicBezTo>
                  <a:pt x="731" y="1420"/>
                  <a:pt x="724" y="1423"/>
                  <a:pt x="717" y="1426"/>
                </a:cubicBezTo>
                <a:cubicBezTo>
                  <a:pt x="717" y="1426"/>
                  <a:pt x="717" y="1426"/>
                  <a:pt x="717" y="1427"/>
                </a:cubicBezTo>
                <a:cubicBezTo>
                  <a:pt x="715" y="1427"/>
                  <a:pt x="714" y="1429"/>
                  <a:pt x="712" y="1429"/>
                </a:cubicBezTo>
                <a:cubicBezTo>
                  <a:pt x="712" y="1429"/>
                  <a:pt x="712" y="1428"/>
                  <a:pt x="712" y="1428"/>
                </a:cubicBezTo>
                <a:cubicBezTo>
                  <a:pt x="672" y="1446"/>
                  <a:pt x="632" y="1464"/>
                  <a:pt x="592" y="1484"/>
                </a:cubicBezTo>
                <a:cubicBezTo>
                  <a:pt x="589" y="1486"/>
                  <a:pt x="591" y="1492"/>
                  <a:pt x="595" y="1490"/>
                </a:cubicBezTo>
                <a:cubicBezTo>
                  <a:pt x="643" y="1466"/>
                  <a:pt x="692" y="1444"/>
                  <a:pt x="741" y="1423"/>
                </a:cubicBezTo>
                <a:cubicBezTo>
                  <a:pt x="740" y="1421"/>
                  <a:pt x="739" y="1419"/>
                  <a:pt x="739" y="1416"/>
                </a:cubicBezTo>
                <a:close/>
                <a:moveTo>
                  <a:pt x="443" y="1458"/>
                </a:moveTo>
                <a:cubicBezTo>
                  <a:pt x="439" y="1460"/>
                  <a:pt x="441" y="1466"/>
                  <a:pt x="445" y="1465"/>
                </a:cubicBezTo>
                <a:cubicBezTo>
                  <a:pt x="454" y="1462"/>
                  <a:pt x="463" y="1460"/>
                  <a:pt x="472" y="1458"/>
                </a:cubicBezTo>
                <a:cubicBezTo>
                  <a:pt x="471" y="1456"/>
                  <a:pt x="469" y="1454"/>
                  <a:pt x="467" y="1452"/>
                </a:cubicBezTo>
                <a:cubicBezTo>
                  <a:pt x="459" y="1454"/>
                  <a:pt x="451" y="1456"/>
                  <a:pt x="443" y="1458"/>
                </a:cubicBezTo>
                <a:close/>
                <a:moveTo>
                  <a:pt x="474" y="1428"/>
                </a:moveTo>
                <a:cubicBezTo>
                  <a:pt x="469" y="1429"/>
                  <a:pt x="465" y="1430"/>
                  <a:pt x="461" y="1431"/>
                </a:cubicBezTo>
                <a:cubicBezTo>
                  <a:pt x="461" y="1432"/>
                  <a:pt x="462" y="1432"/>
                  <a:pt x="462" y="1433"/>
                </a:cubicBezTo>
                <a:cubicBezTo>
                  <a:pt x="463" y="1433"/>
                  <a:pt x="463" y="1434"/>
                  <a:pt x="463" y="1435"/>
                </a:cubicBezTo>
                <a:cubicBezTo>
                  <a:pt x="451" y="1435"/>
                  <a:pt x="451" y="1435"/>
                  <a:pt x="451" y="1435"/>
                </a:cubicBezTo>
                <a:cubicBezTo>
                  <a:pt x="451" y="1435"/>
                  <a:pt x="451" y="1434"/>
                  <a:pt x="451" y="1434"/>
                </a:cubicBezTo>
                <a:cubicBezTo>
                  <a:pt x="437" y="1438"/>
                  <a:pt x="424" y="1443"/>
                  <a:pt x="410" y="1447"/>
                </a:cubicBezTo>
                <a:cubicBezTo>
                  <a:pt x="406" y="1448"/>
                  <a:pt x="409" y="1455"/>
                  <a:pt x="413" y="1453"/>
                </a:cubicBezTo>
                <a:cubicBezTo>
                  <a:pt x="437" y="1445"/>
                  <a:pt x="461" y="1438"/>
                  <a:pt x="485" y="1431"/>
                </a:cubicBezTo>
                <a:cubicBezTo>
                  <a:pt x="482" y="1430"/>
                  <a:pt x="477" y="1429"/>
                  <a:pt x="474" y="1428"/>
                </a:cubicBezTo>
                <a:close/>
                <a:moveTo>
                  <a:pt x="753" y="1417"/>
                </a:moveTo>
                <a:cubicBezTo>
                  <a:pt x="755" y="1417"/>
                  <a:pt x="757" y="1416"/>
                  <a:pt x="759" y="1415"/>
                </a:cubicBezTo>
                <a:cubicBezTo>
                  <a:pt x="756" y="1414"/>
                  <a:pt x="751" y="1413"/>
                  <a:pt x="749" y="1415"/>
                </a:cubicBezTo>
                <a:cubicBezTo>
                  <a:pt x="751" y="1416"/>
                  <a:pt x="752" y="1416"/>
                  <a:pt x="753" y="1417"/>
                </a:cubicBezTo>
                <a:close/>
                <a:moveTo>
                  <a:pt x="434" y="7"/>
                </a:moveTo>
                <a:cubicBezTo>
                  <a:pt x="434" y="4"/>
                  <a:pt x="437" y="4"/>
                  <a:pt x="439" y="2"/>
                </a:cubicBezTo>
                <a:cubicBezTo>
                  <a:pt x="440" y="3"/>
                  <a:pt x="440" y="6"/>
                  <a:pt x="439" y="8"/>
                </a:cubicBezTo>
                <a:cubicBezTo>
                  <a:pt x="474" y="9"/>
                  <a:pt x="509" y="13"/>
                  <a:pt x="543" y="19"/>
                </a:cubicBezTo>
                <a:cubicBezTo>
                  <a:pt x="548" y="19"/>
                  <a:pt x="549" y="13"/>
                  <a:pt x="544" y="12"/>
                </a:cubicBezTo>
                <a:cubicBezTo>
                  <a:pt x="535" y="11"/>
                  <a:pt x="526" y="9"/>
                  <a:pt x="517" y="8"/>
                </a:cubicBezTo>
                <a:cubicBezTo>
                  <a:pt x="515" y="8"/>
                  <a:pt x="515" y="8"/>
                  <a:pt x="515" y="8"/>
                </a:cubicBezTo>
                <a:cubicBezTo>
                  <a:pt x="515" y="8"/>
                  <a:pt x="515" y="8"/>
                  <a:pt x="515" y="8"/>
                </a:cubicBezTo>
                <a:cubicBezTo>
                  <a:pt x="514" y="7"/>
                  <a:pt x="512" y="7"/>
                  <a:pt x="510" y="7"/>
                </a:cubicBezTo>
                <a:cubicBezTo>
                  <a:pt x="510" y="7"/>
                  <a:pt x="510" y="8"/>
                  <a:pt x="510" y="8"/>
                </a:cubicBezTo>
                <a:cubicBezTo>
                  <a:pt x="488" y="8"/>
                  <a:pt x="488" y="8"/>
                  <a:pt x="488" y="8"/>
                </a:cubicBezTo>
                <a:cubicBezTo>
                  <a:pt x="488" y="8"/>
                  <a:pt x="488" y="8"/>
                  <a:pt x="488" y="8"/>
                </a:cubicBezTo>
                <a:cubicBezTo>
                  <a:pt x="487" y="8"/>
                  <a:pt x="486" y="8"/>
                  <a:pt x="485" y="8"/>
                </a:cubicBezTo>
                <a:cubicBezTo>
                  <a:pt x="485" y="6"/>
                  <a:pt x="485" y="5"/>
                  <a:pt x="485" y="4"/>
                </a:cubicBezTo>
                <a:cubicBezTo>
                  <a:pt x="482" y="4"/>
                  <a:pt x="478" y="3"/>
                  <a:pt x="475" y="3"/>
                </a:cubicBezTo>
                <a:cubicBezTo>
                  <a:pt x="475" y="3"/>
                  <a:pt x="475" y="4"/>
                  <a:pt x="475" y="4"/>
                </a:cubicBezTo>
                <a:cubicBezTo>
                  <a:pt x="473" y="5"/>
                  <a:pt x="469" y="5"/>
                  <a:pt x="468" y="3"/>
                </a:cubicBezTo>
                <a:cubicBezTo>
                  <a:pt x="468" y="3"/>
                  <a:pt x="468" y="3"/>
                  <a:pt x="468" y="3"/>
                </a:cubicBezTo>
                <a:cubicBezTo>
                  <a:pt x="455" y="2"/>
                  <a:pt x="442" y="1"/>
                  <a:pt x="429" y="1"/>
                </a:cubicBezTo>
                <a:cubicBezTo>
                  <a:pt x="427" y="2"/>
                  <a:pt x="428" y="5"/>
                  <a:pt x="429" y="7"/>
                </a:cubicBezTo>
                <a:cubicBezTo>
                  <a:pt x="431" y="7"/>
                  <a:pt x="432" y="7"/>
                  <a:pt x="434" y="7"/>
                </a:cubicBezTo>
                <a:close/>
                <a:moveTo>
                  <a:pt x="348" y="79"/>
                </a:moveTo>
                <a:cubicBezTo>
                  <a:pt x="348" y="79"/>
                  <a:pt x="348" y="79"/>
                  <a:pt x="348" y="78"/>
                </a:cubicBezTo>
                <a:cubicBezTo>
                  <a:pt x="347" y="79"/>
                  <a:pt x="347" y="79"/>
                  <a:pt x="347" y="79"/>
                </a:cubicBezTo>
                <a:cubicBezTo>
                  <a:pt x="347" y="79"/>
                  <a:pt x="347" y="79"/>
                  <a:pt x="348" y="79"/>
                </a:cubicBezTo>
                <a:close/>
                <a:moveTo>
                  <a:pt x="574" y="72"/>
                </a:moveTo>
                <a:cubicBezTo>
                  <a:pt x="570" y="72"/>
                  <a:pt x="567" y="72"/>
                  <a:pt x="563" y="71"/>
                </a:cubicBezTo>
                <a:cubicBezTo>
                  <a:pt x="563" y="73"/>
                  <a:pt x="563" y="74"/>
                  <a:pt x="563" y="76"/>
                </a:cubicBezTo>
                <a:cubicBezTo>
                  <a:pt x="560" y="78"/>
                  <a:pt x="555" y="74"/>
                  <a:pt x="555" y="77"/>
                </a:cubicBezTo>
                <a:cubicBezTo>
                  <a:pt x="559" y="78"/>
                  <a:pt x="564" y="78"/>
                  <a:pt x="569" y="79"/>
                </a:cubicBezTo>
                <a:cubicBezTo>
                  <a:pt x="569" y="78"/>
                  <a:pt x="568" y="77"/>
                  <a:pt x="568" y="76"/>
                </a:cubicBezTo>
                <a:cubicBezTo>
                  <a:pt x="570" y="75"/>
                  <a:pt x="572" y="73"/>
                  <a:pt x="574" y="72"/>
                </a:cubicBezTo>
                <a:close/>
                <a:moveTo>
                  <a:pt x="452" y="74"/>
                </a:moveTo>
                <a:cubicBezTo>
                  <a:pt x="453" y="74"/>
                  <a:pt x="455" y="74"/>
                  <a:pt x="457" y="74"/>
                </a:cubicBezTo>
                <a:cubicBezTo>
                  <a:pt x="456" y="73"/>
                  <a:pt x="456" y="72"/>
                  <a:pt x="455" y="72"/>
                </a:cubicBezTo>
                <a:cubicBezTo>
                  <a:pt x="454" y="72"/>
                  <a:pt x="453" y="73"/>
                  <a:pt x="452" y="74"/>
                </a:cubicBezTo>
                <a:close/>
                <a:moveTo>
                  <a:pt x="440" y="67"/>
                </a:moveTo>
                <a:cubicBezTo>
                  <a:pt x="437" y="67"/>
                  <a:pt x="435" y="67"/>
                  <a:pt x="433" y="67"/>
                </a:cubicBezTo>
                <a:cubicBezTo>
                  <a:pt x="433" y="68"/>
                  <a:pt x="433" y="68"/>
                  <a:pt x="432" y="68"/>
                </a:cubicBezTo>
                <a:cubicBezTo>
                  <a:pt x="433" y="70"/>
                  <a:pt x="436" y="69"/>
                  <a:pt x="435" y="73"/>
                </a:cubicBezTo>
                <a:cubicBezTo>
                  <a:pt x="436" y="72"/>
                  <a:pt x="437" y="72"/>
                  <a:pt x="439" y="72"/>
                </a:cubicBezTo>
                <a:cubicBezTo>
                  <a:pt x="439" y="69"/>
                  <a:pt x="438" y="68"/>
                  <a:pt x="440" y="67"/>
                </a:cubicBezTo>
                <a:close/>
                <a:moveTo>
                  <a:pt x="1003" y="1287"/>
                </a:moveTo>
                <a:cubicBezTo>
                  <a:pt x="989" y="1293"/>
                  <a:pt x="975" y="1299"/>
                  <a:pt x="961" y="1305"/>
                </a:cubicBezTo>
                <a:cubicBezTo>
                  <a:pt x="962" y="1305"/>
                  <a:pt x="962" y="1305"/>
                  <a:pt x="962" y="1305"/>
                </a:cubicBezTo>
                <a:cubicBezTo>
                  <a:pt x="964" y="1306"/>
                  <a:pt x="965" y="1308"/>
                  <a:pt x="966" y="1310"/>
                </a:cubicBezTo>
                <a:cubicBezTo>
                  <a:pt x="969" y="1309"/>
                  <a:pt x="972" y="1308"/>
                  <a:pt x="976" y="1306"/>
                </a:cubicBezTo>
                <a:cubicBezTo>
                  <a:pt x="975" y="1306"/>
                  <a:pt x="975" y="1306"/>
                  <a:pt x="975" y="1306"/>
                </a:cubicBezTo>
                <a:cubicBezTo>
                  <a:pt x="975" y="1306"/>
                  <a:pt x="975" y="1305"/>
                  <a:pt x="975" y="1305"/>
                </a:cubicBezTo>
                <a:cubicBezTo>
                  <a:pt x="979" y="1305"/>
                  <a:pt x="979" y="1305"/>
                  <a:pt x="979" y="1305"/>
                </a:cubicBezTo>
                <a:cubicBezTo>
                  <a:pt x="993" y="1299"/>
                  <a:pt x="1006" y="1293"/>
                  <a:pt x="1020" y="1287"/>
                </a:cubicBezTo>
                <a:lnTo>
                  <a:pt x="1003" y="1287"/>
                </a:lnTo>
                <a:close/>
                <a:moveTo>
                  <a:pt x="347" y="106"/>
                </a:moveTo>
                <a:cubicBezTo>
                  <a:pt x="345" y="107"/>
                  <a:pt x="343" y="106"/>
                  <a:pt x="342" y="105"/>
                </a:cubicBezTo>
                <a:cubicBezTo>
                  <a:pt x="333" y="106"/>
                  <a:pt x="323" y="107"/>
                  <a:pt x="314" y="108"/>
                </a:cubicBezTo>
                <a:cubicBezTo>
                  <a:pt x="314" y="111"/>
                  <a:pt x="315" y="113"/>
                  <a:pt x="315" y="115"/>
                </a:cubicBezTo>
                <a:cubicBezTo>
                  <a:pt x="314" y="114"/>
                  <a:pt x="298" y="114"/>
                  <a:pt x="274" y="113"/>
                </a:cubicBezTo>
                <a:cubicBezTo>
                  <a:pt x="233" y="119"/>
                  <a:pt x="192" y="126"/>
                  <a:pt x="152" y="135"/>
                </a:cubicBezTo>
                <a:cubicBezTo>
                  <a:pt x="186" y="135"/>
                  <a:pt x="186" y="135"/>
                  <a:pt x="186" y="135"/>
                </a:cubicBezTo>
                <a:cubicBezTo>
                  <a:pt x="220" y="128"/>
                  <a:pt x="254" y="123"/>
                  <a:pt x="288" y="118"/>
                </a:cubicBezTo>
                <a:cubicBezTo>
                  <a:pt x="300" y="117"/>
                  <a:pt x="311" y="115"/>
                  <a:pt x="323" y="114"/>
                </a:cubicBezTo>
                <a:cubicBezTo>
                  <a:pt x="323" y="113"/>
                  <a:pt x="323" y="113"/>
                  <a:pt x="323" y="112"/>
                </a:cubicBezTo>
                <a:cubicBezTo>
                  <a:pt x="326" y="111"/>
                  <a:pt x="326" y="112"/>
                  <a:pt x="330" y="112"/>
                </a:cubicBezTo>
                <a:cubicBezTo>
                  <a:pt x="330" y="112"/>
                  <a:pt x="330" y="113"/>
                  <a:pt x="330" y="113"/>
                </a:cubicBezTo>
                <a:cubicBezTo>
                  <a:pt x="336" y="112"/>
                  <a:pt x="342" y="112"/>
                  <a:pt x="348" y="111"/>
                </a:cubicBezTo>
                <a:cubicBezTo>
                  <a:pt x="347" y="111"/>
                  <a:pt x="347" y="110"/>
                  <a:pt x="346" y="110"/>
                </a:cubicBezTo>
                <a:cubicBezTo>
                  <a:pt x="346" y="108"/>
                  <a:pt x="348" y="108"/>
                  <a:pt x="347" y="106"/>
                </a:cubicBezTo>
                <a:close/>
                <a:moveTo>
                  <a:pt x="1023" y="1286"/>
                </a:moveTo>
                <a:cubicBezTo>
                  <a:pt x="1024" y="1285"/>
                  <a:pt x="1026" y="1285"/>
                  <a:pt x="1027" y="1284"/>
                </a:cubicBezTo>
                <a:cubicBezTo>
                  <a:pt x="1024" y="1283"/>
                  <a:pt x="1024" y="1280"/>
                  <a:pt x="1021" y="1279"/>
                </a:cubicBezTo>
                <a:cubicBezTo>
                  <a:pt x="1020" y="1281"/>
                  <a:pt x="1017" y="1280"/>
                  <a:pt x="1017" y="1283"/>
                </a:cubicBezTo>
                <a:cubicBezTo>
                  <a:pt x="1021" y="1282"/>
                  <a:pt x="1022" y="1284"/>
                  <a:pt x="1023" y="1286"/>
                </a:cubicBezTo>
                <a:close/>
                <a:moveTo>
                  <a:pt x="1028" y="1276"/>
                </a:moveTo>
                <a:cubicBezTo>
                  <a:pt x="1028" y="1276"/>
                  <a:pt x="1028" y="1276"/>
                  <a:pt x="1028" y="1277"/>
                </a:cubicBezTo>
                <a:cubicBezTo>
                  <a:pt x="1030" y="1277"/>
                  <a:pt x="1031" y="1277"/>
                  <a:pt x="1032" y="1278"/>
                </a:cubicBezTo>
                <a:cubicBezTo>
                  <a:pt x="1031" y="1280"/>
                  <a:pt x="1031" y="1281"/>
                  <a:pt x="1030" y="1282"/>
                </a:cubicBezTo>
                <a:cubicBezTo>
                  <a:pt x="1032" y="1282"/>
                  <a:pt x="1033" y="1281"/>
                  <a:pt x="1035" y="1280"/>
                </a:cubicBezTo>
                <a:cubicBezTo>
                  <a:pt x="1034" y="1280"/>
                  <a:pt x="1034" y="1279"/>
                  <a:pt x="1033" y="1278"/>
                </a:cubicBezTo>
                <a:cubicBezTo>
                  <a:pt x="1033" y="1277"/>
                  <a:pt x="1033" y="1275"/>
                  <a:pt x="1034" y="1273"/>
                </a:cubicBezTo>
                <a:cubicBezTo>
                  <a:pt x="1032" y="1274"/>
                  <a:pt x="1030" y="1275"/>
                  <a:pt x="1028" y="1276"/>
                </a:cubicBezTo>
                <a:close/>
                <a:moveTo>
                  <a:pt x="1102" y="1240"/>
                </a:moveTo>
                <a:cubicBezTo>
                  <a:pt x="1083" y="1250"/>
                  <a:pt x="1064" y="1259"/>
                  <a:pt x="1044" y="1269"/>
                </a:cubicBezTo>
                <a:cubicBezTo>
                  <a:pt x="1055" y="1268"/>
                  <a:pt x="1055" y="1268"/>
                  <a:pt x="1055" y="1268"/>
                </a:cubicBezTo>
                <a:cubicBezTo>
                  <a:pt x="1055" y="1269"/>
                  <a:pt x="1055" y="1270"/>
                  <a:pt x="1056" y="1271"/>
                </a:cubicBezTo>
                <a:cubicBezTo>
                  <a:pt x="1057" y="1270"/>
                  <a:pt x="1058" y="1269"/>
                  <a:pt x="1059" y="1269"/>
                </a:cubicBezTo>
                <a:cubicBezTo>
                  <a:pt x="1058" y="1269"/>
                  <a:pt x="1057" y="1269"/>
                  <a:pt x="1056" y="1268"/>
                </a:cubicBezTo>
                <a:cubicBezTo>
                  <a:pt x="1060" y="1268"/>
                  <a:pt x="1060" y="1268"/>
                  <a:pt x="1060" y="1268"/>
                </a:cubicBezTo>
                <a:cubicBezTo>
                  <a:pt x="1075" y="1261"/>
                  <a:pt x="1090" y="1254"/>
                  <a:pt x="1104" y="1247"/>
                </a:cubicBezTo>
                <a:cubicBezTo>
                  <a:pt x="1108" y="1245"/>
                  <a:pt x="1106" y="1238"/>
                  <a:pt x="1102" y="1240"/>
                </a:cubicBezTo>
                <a:close/>
                <a:moveTo>
                  <a:pt x="1097" y="1248"/>
                </a:moveTo>
                <a:cubicBezTo>
                  <a:pt x="1097" y="1245"/>
                  <a:pt x="1100" y="1245"/>
                  <a:pt x="1102" y="1245"/>
                </a:cubicBezTo>
                <a:cubicBezTo>
                  <a:pt x="1103" y="1248"/>
                  <a:pt x="1100" y="1249"/>
                  <a:pt x="1097" y="1248"/>
                </a:cubicBezTo>
                <a:close/>
                <a:moveTo>
                  <a:pt x="549" y="29"/>
                </a:moveTo>
                <a:cubicBezTo>
                  <a:pt x="550" y="30"/>
                  <a:pt x="550" y="31"/>
                  <a:pt x="551" y="32"/>
                </a:cubicBezTo>
                <a:cubicBezTo>
                  <a:pt x="551" y="31"/>
                  <a:pt x="551" y="30"/>
                  <a:pt x="551" y="29"/>
                </a:cubicBezTo>
                <a:cubicBezTo>
                  <a:pt x="549" y="28"/>
                  <a:pt x="547" y="28"/>
                  <a:pt x="545" y="28"/>
                </a:cubicBezTo>
                <a:cubicBezTo>
                  <a:pt x="545" y="31"/>
                  <a:pt x="543" y="33"/>
                  <a:pt x="536" y="32"/>
                </a:cubicBezTo>
                <a:cubicBezTo>
                  <a:pt x="535" y="31"/>
                  <a:pt x="535" y="29"/>
                  <a:pt x="533" y="27"/>
                </a:cubicBezTo>
                <a:cubicBezTo>
                  <a:pt x="524" y="28"/>
                  <a:pt x="521" y="25"/>
                  <a:pt x="514" y="28"/>
                </a:cubicBezTo>
                <a:cubicBezTo>
                  <a:pt x="519" y="27"/>
                  <a:pt x="519" y="29"/>
                  <a:pt x="518" y="32"/>
                </a:cubicBezTo>
                <a:cubicBezTo>
                  <a:pt x="519" y="32"/>
                  <a:pt x="519" y="32"/>
                  <a:pt x="519" y="32"/>
                </a:cubicBezTo>
                <a:cubicBezTo>
                  <a:pt x="519" y="30"/>
                  <a:pt x="520" y="27"/>
                  <a:pt x="523" y="28"/>
                </a:cubicBezTo>
                <a:cubicBezTo>
                  <a:pt x="525" y="28"/>
                  <a:pt x="525" y="31"/>
                  <a:pt x="525" y="33"/>
                </a:cubicBezTo>
                <a:cubicBezTo>
                  <a:pt x="533" y="33"/>
                  <a:pt x="542" y="34"/>
                  <a:pt x="550" y="35"/>
                </a:cubicBezTo>
                <a:cubicBezTo>
                  <a:pt x="550" y="34"/>
                  <a:pt x="548" y="34"/>
                  <a:pt x="547" y="34"/>
                </a:cubicBezTo>
                <a:cubicBezTo>
                  <a:pt x="547" y="32"/>
                  <a:pt x="546" y="29"/>
                  <a:pt x="549" y="29"/>
                </a:cubicBezTo>
                <a:close/>
                <a:moveTo>
                  <a:pt x="427" y="28"/>
                </a:moveTo>
                <a:cubicBezTo>
                  <a:pt x="427" y="28"/>
                  <a:pt x="427" y="27"/>
                  <a:pt x="427" y="27"/>
                </a:cubicBezTo>
                <a:cubicBezTo>
                  <a:pt x="427" y="27"/>
                  <a:pt x="427" y="27"/>
                  <a:pt x="427" y="28"/>
                </a:cubicBezTo>
                <a:cubicBezTo>
                  <a:pt x="427" y="28"/>
                  <a:pt x="427" y="28"/>
                  <a:pt x="427" y="28"/>
                </a:cubicBezTo>
                <a:close/>
                <a:moveTo>
                  <a:pt x="1067" y="1285"/>
                </a:moveTo>
                <a:cubicBezTo>
                  <a:pt x="1067" y="1285"/>
                  <a:pt x="1067" y="1285"/>
                  <a:pt x="1067" y="1285"/>
                </a:cubicBezTo>
                <a:cubicBezTo>
                  <a:pt x="1068" y="1285"/>
                  <a:pt x="1068" y="1286"/>
                  <a:pt x="1068" y="1287"/>
                </a:cubicBezTo>
                <a:cubicBezTo>
                  <a:pt x="1062" y="1287"/>
                  <a:pt x="1062" y="1287"/>
                  <a:pt x="1062" y="1287"/>
                </a:cubicBezTo>
                <a:cubicBezTo>
                  <a:pt x="1045" y="1293"/>
                  <a:pt x="1029" y="1299"/>
                  <a:pt x="1012" y="1305"/>
                </a:cubicBezTo>
                <a:cubicBezTo>
                  <a:pt x="1033" y="1304"/>
                  <a:pt x="1033" y="1304"/>
                  <a:pt x="1033" y="1304"/>
                </a:cubicBezTo>
                <a:cubicBezTo>
                  <a:pt x="1045" y="1300"/>
                  <a:pt x="1057" y="1295"/>
                  <a:pt x="1070" y="1291"/>
                </a:cubicBezTo>
                <a:cubicBezTo>
                  <a:pt x="1074" y="1290"/>
                  <a:pt x="1072" y="1283"/>
                  <a:pt x="1067" y="1285"/>
                </a:cubicBezTo>
                <a:close/>
                <a:moveTo>
                  <a:pt x="431" y="41"/>
                </a:moveTo>
                <a:cubicBezTo>
                  <a:pt x="431" y="41"/>
                  <a:pt x="431" y="41"/>
                  <a:pt x="431" y="41"/>
                </a:cubicBezTo>
                <a:cubicBezTo>
                  <a:pt x="431" y="42"/>
                  <a:pt x="431" y="42"/>
                  <a:pt x="431" y="42"/>
                </a:cubicBezTo>
                <a:cubicBezTo>
                  <a:pt x="431" y="42"/>
                  <a:pt x="431" y="42"/>
                  <a:pt x="431" y="41"/>
                </a:cubicBezTo>
                <a:close/>
                <a:moveTo>
                  <a:pt x="807" y="1395"/>
                </a:moveTo>
                <a:cubicBezTo>
                  <a:pt x="807" y="1395"/>
                  <a:pt x="807" y="1395"/>
                  <a:pt x="807" y="1395"/>
                </a:cubicBezTo>
                <a:cubicBezTo>
                  <a:pt x="808" y="1395"/>
                  <a:pt x="809" y="1394"/>
                  <a:pt x="809" y="1394"/>
                </a:cubicBezTo>
                <a:cubicBezTo>
                  <a:pt x="808" y="1394"/>
                  <a:pt x="807" y="1393"/>
                  <a:pt x="807" y="1395"/>
                </a:cubicBezTo>
                <a:close/>
                <a:moveTo>
                  <a:pt x="715" y="1380"/>
                </a:moveTo>
                <a:cubicBezTo>
                  <a:pt x="715" y="1380"/>
                  <a:pt x="715" y="1380"/>
                  <a:pt x="715" y="1380"/>
                </a:cubicBezTo>
                <a:cubicBezTo>
                  <a:pt x="714" y="1380"/>
                  <a:pt x="714" y="1380"/>
                  <a:pt x="713" y="1380"/>
                </a:cubicBezTo>
                <a:cubicBezTo>
                  <a:pt x="714" y="1380"/>
                  <a:pt x="714" y="1380"/>
                  <a:pt x="715" y="1380"/>
                </a:cubicBezTo>
                <a:close/>
                <a:moveTo>
                  <a:pt x="921" y="1389"/>
                </a:moveTo>
                <a:cubicBezTo>
                  <a:pt x="920" y="1390"/>
                  <a:pt x="919" y="1390"/>
                  <a:pt x="917" y="1391"/>
                </a:cubicBezTo>
                <a:cubicBezTo>
                  <a:pt x="917" y="1392"/>
                  <a:pt x="916" y="1394"/>
                  <a:pt x="915" y="1395"/>
                </a:cubicBezTo>
                <a:cubicBezTo>
                  <a:pt x="904" y="1395"/>
                  <a:pt x="904" y="1395"/>
                  <a:pt x="904" y="1395"/>
                </a:cubicBezTo>
                <a:cubicBezTo>
                  <a:pt x="889" y="1401"/>
                  <a:pt x="874" y="1406"/>
                  <a:pt x="859" y="1413"/>
                </a:cubicBezTo>
                <a:cubicBezTo>
                  <a:pt x="864" y="1413"/>
                  <a:pt x="864" y="1413"/>
                  <a:pt x="864" y="1413"/>
                </a:cubicBezTo>
                <a:cubicBezTo>
                  <a:pt x="863" y="1415"/>
                  <a:pt x="863" y="1417"/>
                  <a:pt x="862" y="1419"/>
                </a:cubicBezTo>
                <a:cubicBezTo>
                  <a:pt x="865" y="1418"/>
                  <a:pt x="868" y="1417"/>
                  <a:pt x="870" y="1415"/>
                </a:cubicBezTo>
                <a:cubicBezTo>
                  <a:pt x="869" y="1415"/>
                  <a:pt x="867" y="1414"/>
                  <a:pt x="865" y="1413"/>
                </a:cubicBezTo>
                <a:cubicBezTo>
                  <a:pt x="877" y="1413"/>
                  <a:pt x="877" y="1413"/>
                  <a:pt x="877" y="1413"/>
                </a:cubicBezTo>
                <a:cubicBezTo>
                  <a:pt x="893" y="1406"/>
                  <a:pt x="909" y="1400"/>
                  <a:pt x="926" y="1395"/>
                </a:cubicBezTo>
                <a:cubicBezTo>
                  <a:pt x="925" y="1395"/>
                  <a:pt x="925" y="1395"/>
                  <a:pt x="925" y="1395"/>
                </a:cubicBezTo>
                <a:cubicBezTo>
                  <a:pt x="922" y="1394"/>
                  <a:pt x="921" y="1392"/>
                  <a:pt x="921" y="1389"/>
                </a:cubicBezTo>
                <a:close/>
                <a:moveTo>
                  <a:pt x="821" y="1384"/>
                </a:moveTo>
                <a:cubicBezTo>
                  <a:pt x="816" y="1383"/>
                  <a:pt x="815" y="1387"/>
                  <a:pt x="810" y="1386"/>
                </a:cubicBezTo>
                <a:cubicBezTo>
                  <a:pt x="810" y="1387"/>
                  <a:pt x="809" y="1387"/>
                  <a:pt x="808" y="1388"/>
                </a:cubicBezTo>
                <a:cubicBezTo>
                  <a:pt x="808" y="1390"/>
                  <a:pt x="812" y="1390"/>
                  <a:pt x="811" y="1393"/>
                </a:cubicBezTo>
                <a:cubicBezTo>
                  <a:pt x="811" y="1393"/>
                  <a:pt x="811" y="1393"/>
                  <a:pt x="811" y="1394"/>
                </a:cubicBezTo>
                <a:cubicBezTo>
                  <a:pt x="814" y="1392"/>
                  <a:pt x="817" y="1391"/>
                  <a:pt x="821" y="1390"/>
                </a:cubicBezTo>
                <a:cubicBezTo>
                  <a:pt x="820" y="1388"/>
                  <a:pt x="819" y="1387"/>
                  <a:pt x="821" y="1384"/>
                </a:cubicBezTo>
                <a:close/>
                <a:moveTo>
                  <a:pt x="642" y="110"/>
                </a:moveTo>
                <a:cubicBezTo>
                  <a:pt x="637" y="109"/>
                  <a:pt x="632" y="108"/>
                  <a:pt x="628" y="107"/>
                </a:cubicBezTo>
                <a:cubicBezTo>
                  <a:pt x="627" y="110"/>
                  <a:pt x="626" y="112"/>
                  <a:pt x="624" y="114"/>
                </a:cubicBezTo>
                <a:cubicBezTo>
                  <a:pt x="642" y="116"/>
                  <a:pt x="660" y="119"/>
                  <a:pt x="678" y="123"/>
                </a:cubicBezTo>
                <a:cubicBezTo>
                  <a:pt x="682" y="124"/>
                  <a:pt x="683" y="117"/>
                  <a:pt x="679" y="117"/>
                </a:cubicBezTo>
                <a:cubicBezTo>
                  <a:pt x="672" y="115"/>
                  <a:pt x="666" y="114"/>
                  <a:pt x="659" y="113"/>
                </a:cubicBezTo>
                <a:cubicBezTo>
                  <a:pt x="659" y="113"/>
                  <a:pt x="659" y="113"/>
                  <a:pt x="659" y="114"/>
                </a:cubicBezTo>
                <a:cubicBezTo>
                  <a:pt x="641" y="114"/>
                  <a:pt x="641" y="114"/>
                  <a:pt x="641" y="114"/>
                </a:cubicBezTo>
                <a:cubicBezTo>
                  <a:pt x="641" y="112"/>
                  <a:pt x="641" y="111"/>
                  <a:pt x="642" y="110"/>
                </a:cubicBezTo>
                <a:close/>
                <a:moveTo>
                  <a:pt x="638" y="114"/>
                </a:moveTo>
                <a:cubicBezTo>
                  <a:pt x="631" y="114"/>
                  <a:pt x="631" y="114"/>
                  <a:pt x="631" y="114"/>
                </a:cubicBezTo>
                <a:cubicBezTo>
                  <a:pt x="631" y="113"/>
                  <a:pt x="631" y="113"/>
                  <a:pt x="632" y="112"/>
                </a:cubicBezTo>
                <a:cubicBezTo>
                  <a:pt x="634" y="112"/>
                  <a:pt x="636" y="112"/>
                  <a:pt x="638" y="113"/>
                </a:cubicBezTo>
                <a:cubicBezTo>
                  <a:pt x="638" y="113"/>
                  <a:pt x="638" y="113"/>
                  <a:pt x="638" y="114"/>
                </a:cubicBezTo>
                <a:close/>
                <a:moveTo>
                  <a:pt x="939" y="1209"/>
                </a:moveTo>
                <a:cubicBezTo>
                  <a:pt x="939" y="1209"/>
                  <a:pt x="938" y="1209"/>
                  <a:pt x="938" y="1210"/>
                </a:cubicBezTo>
                <a:cubicBezTo>
                  <a:pt x="938" y="1210"/>
                  <a:pt x="938" y="1210"/>
                  <a:pt x="938" y="1210"/>
                </a:cubicBezTo>
                <a:cubicBezTo>
                  <a:pt x="938" y="1210"/>
                  <a:pt x="939" y="1210"/>
                  <a:pt x="939" y="1209"/>
                </a:cubicBezTo>
                <a:close/>
                <a:moveTo>
                  <a:pt x="946" y="1206"/>
                </a:moveTo>
                <a:cubicBezTo>
                  <a:pt x="946" y="1206"/>
                  <a:pt x="946" y="1206"/>
                  <a:pt x="946" y="1206"/>
                </a:cubicBezTo>
                <a:cubicBezTo>
                  <a:pt x="946" y="1206"/>
                  <a:pt x="946" y="1206"/>
                  <a:pt x="946" y="1206"/>
                </a:cubicBezTo>
                <a:cubicBezTo>
                  <a:pt x="946" y="1206"/>
                  <a:pt x="946" y="1206"/>
                  <a:pt x="946" y="1206"/>
                </a:cubicBezTo>
                <a:close/>
                <a:moveTo>
                  <a:pt x="933" y="1205"/>
                </a:moveTo>
                <a:cubicBezTo>
                  <a:pt x="932" y="1205"/>
                  <a:pt x="932" y="1206"/>
                  <a:pt x="931" y="1206"/>
                </a:cubicBezTo>
                <a:cubicBezTo>
                  <a:pt x="932" y="1206"/>
                  <a:pt x="932" y="1206"/>
                  <a:pt x="932" y="1206"/>
                </a:cubicBezTo>
                <a:cubicBezTo>
                  <a:pt x="932" y="1206"/>
                  <a:pt x="932" y="1205"/>
                  <a:pt x="933" y="1205"/>
                </a:cubicBezTo>
                <a:close/>
                <a:moveTo>
                  <a:pt x="1010" y="1162"/>
                </a:moveTo>
                <a:cubicBezTo>
                  <a:pt x="1007" y="1164"/>
                  <a:pt x="1003" y="1167"/>
                  <a:pt x="999" y="1169"/>
                </a:cubicBezTo>
                <a:cubicBezTo>
                  <a:pt x="995" y="1173"/>
                  <a:pt x="991" y="1178"/>
                  <a:pt x="984" y="1179"/>
                </a:cubicBezTo>
                <a:cubicBezTo>
                  <a:pt x="984" y="1178"/>
                  <a:pt x="984" y="1178"/>
                  <a:pt x="984" y="1178"/>
                </a:cubicBezTo>
                <a:cubicBezTo>
                  <a:pt x="982" y="1179"/>
                  <a:pt x="981" y="1179"/>
                  <a:pt x="980" y="1180"/>
                </a:cubicBezTo>
                <a:cubicBezTo>
                  <a:pt x="980" y="1180"/>
                  <a:pt x="980" y="1180"/>
                  <a:pt x="980" y="1181"/>
                </a:cubicBezTo>
                <a:cubicBezTo>
                  <a:pt x="979" y="1181"/>
                  <a:pt x="979" y="1181"/>
                  <a:pt x="979" y="1181"/>
                </a:cubicBezTo>
                <a:cubicBezTo>
                  <a:pt x="968" y="1187"/>
                  <a:pt x="958" y="1192"/>
                  <a:pt x="947" y="1198"/>
                </a:cubicBezTo>
                <a:cubicBezTo>
                  <a:pt x="958" y="1198"/>
                  <a:pt x="958" y="1198"/>
                  <a:pt x="958" y="1198"/>
                </a:cubicBezTo>
                <a:cubicBezTo>
                  <a:pt x="959" y="1199"/>
                  <a:pt x="958" y="1199"/>
                  <a:pt x="958" y="1200"/>
                </a:cubicBezTo>
                <a:cubicBezTo>
                  <a:pt x="978" y="1189"/>
                  <a:pt x="998" y="1178"/>
                  <a:pt x="1017" y="1166"/>
                </a:cubicBezTo>
                <a:cubicBezTo>
                  <a:pt x="1014" y="1166"/>
                  <a:pt x="1013" y="1163"/>
                  <a:pt x="1010" y="1162"/>
                </a:cubicBezTo>
                <a:close/>
                <a:moveTo>
                  <a:pt x="281" y="973"/>
                </a:moveTo>
                <a:cubicBezTo>
                  <a:pt x="276" y="973"/>
                  <a:pt x="276" y="973"/>
                  <a:pt x="276" y="973"/>
                </a:cubicBezTo>
                <a:cubicBezTo>
                  <a:pt x="280" y="1003"/>
                  <a:pt x="285" y="1032"/>
                  <a:pt x="292" y="1061"/>
                </a:cubicBezTo>
                <a:cubicBezTo>
                  <a:pt x="296" y="1061"/>
                  <a:pt x="296" y="1061"/>
                  <a:pt x="296" y="1061"/>
                </a:cubicBezTo>
                <a:cubicBezTo>
                  <a:pt x="300" y="1063"/>
                  <a:pt x="301" y="1068"/>
                  <a:pt x="301" y="1074"/>
                </a:cubicBezTo>
                <a:cubicBezTo>
                  <a:pt x="299" y="1075"/>
                  <a:pt x="297" y="1075"/>
                  <a:pt x="296" y="1075"/>
                </a:cubicBezTo>
                <a:cubicBezTo>
                  <a:pt x="297" y="1078"/>
                  <a:pt x="297" y="1080"/>
                  <a:pt x="298" y="1083"/>
                </a:cubicBezTo>
                <a:cubicBezTo>
                  <a:pt x="299" y="1088"/>
                  <a:pt x="301" y="1092"/>
                  <a:pt x="302" y="1097"/>
                </a:cubicBezTo>
                <a:cubicBezTo>
                  <a:pt x="309" y="1097"/>
                  <a:pt x="309" y="1097"/>
                  <a:pt x="309" y="1097"/>
                </a:cubicBezTo>
                <a:cubicBezTo>
                  <a:pt x="307" y="1089"/>
                  <a:pt x="305" y="1082"/>
                  <a:pt x="303" y="1075"/>
                </a:cubicBezTo>
                <a:cubicBezTo>
                  <a:pt x="302" y="1074"/>
                  <a:pt x="301" y="1073"/>
                  <a:pt x="302" y="1072"/>
                </a:cubicBezTo>
                <a:cubicBezTo>
                  <a:pt x="299" y="1061"/>
                  <a:pt x="297" y="1050"/>
                  <a:pt x="294" y="1039"/>
                </a:cubicBezTo>
                <a:cubicBezTo>
                  <a:pt x="288" y="1037"/>
                  <a:pt x="290" y="1031"/>
                  <a:pt x="287" y="1027"/>
                </a:cubicBezTo>
                <a:cubicBezTo>
                  <a:pt x="288" y="1027"/>
                  <a:pt x="290" y="1026"/>
                  <a:pt x="291" y="1026"/>
                </a:cubicBezTo>
                <a:cubicBezTo>
                  <a:pt x="291" y="1026"/>
                  <a:pt x="291" y="1026"/>
                  <a:pt x="291" y="1026"/>
                </a:cubicBezTo>
                <a:cubicBezTo>
                  <a:pt x="290" y="1020"/>
                  <a:pt x="289" y="1014"/>
                  <a:pt x="288" y="1008"/>
                </a:cubicBezTo>
                <a:cubicBezTo>
                  <a:pt x="285" y="1008"/>
                  <a:pt x="285" y="1008"/>
                  <a:pt x="285" y="1008"/>
                </a:cubicBezTo>
                <a:cubicBezTo>
                  <a:pt x="285" y="1007"/>
                  <a:pt x="284" y="1006"/>
                  <a:pt x="284" y="1005"/>
                </a:cubicBezTo>
                <a:cubicBezTo>
                  <a:pt x="286" y="1005"/>
                  <a:pt x="286" y="1005"/>
                  <a:pt x="288" y="1005"/>
                </a:cubicBezTo>
                <a:cubicBezTo>
                  <a:pt x="286" y="993"/>
                  <a:pt x="284" y="981"/>
                  <a:pt x="283" y="970"/>
                </a:cubicBezTo>
                <a:cubicBezTo>
                  <a:pt x="281" y="970"/>
                  <a:pt x="281" y="971"/>
                  <a:pt x="281" y="973"/>
                </a:cubicBezTo>
                <a:close/>
                <a:moveTo>
                  <a:pt x="380" y="1194"/>
                </a:moveTo>
                <a:cubicBezTo>
                  <a:pt x="377" y="1191"/>
                  <a:pt x="373" y="1189"/>
                  <a:pt x="369" y="1186"/>
                </a:cubicBezTo>
                <a:cubicBezTo>
                  <a:pt x="359" y="1186"/>
                  <a:pt x="359" y="1186"/>
                  <a:pt x="359" y="1186"/>
                </a:cubicBezTo>
                <a:cubicBezTo>
                  <a:pt x="365" y="1191"/>
                  <a:pt x="372" y="1196"/>
                  <a:pt x="378" y="1200"/>
                </a:cubicBezTo>
                <a:cubicBezTo>
                  <a:pt x="380" y="1201"/>
                  <a:pt x="381" y="1202"/>
                  <a:pt x="382" y="1203"/>
                </a:cubicBezTo>
                <a:cubicBezTo>
                  <a:pt x="388" y="1203"/>
                  <a:pt x="388" y="1203"/>
                  <a:pt x="388" y="1203"/>
                </a:cubicBezTo>
                <a:cubicBezTo>
                  <a:pt x="389" y="1204"/>
                  <a:pt x="389" y="1205"/>
                  <a:pt x="388" y="1206"/>
                </a:cubicBezTo>
                <a:cubicBezTo>
                  <a:pt x="391" y="1208"/>
                  <a:pt x="392" y="1205"/>
                  <a:pt x="394" y="1205"/>
                </a:cubicBezTo>
                <a:cubicBezTo>
                  <a:pt x="393" y="1204"/>
                  <a:pt x="392" y="1203"/>
                  <a:pt x="392" y="1203"/>
                </a:cubicBezTo>
                <a:cubicBezTo>
                  <a:pt x="395" y="1203"/>
                  <a:pt x="395" y="1203"/>
                  <a:pt x="395" y="1203"/>
                </a:cubicBezTo>
                <a:cubicBezTo>
                  <a:pt x="390" y="1200"/>
                  <a:pt x="385" y="1197"/>
                  <a:pt x="380" y="1194"/>
                </a:cubicBezTo>
                <a:close/>
                <a:moveTo>
                  <a:pt x="1111" y="1090"/>
                </a:moveTo>
                <a:cubicBezTo>
                  <a:pt x="1121" y="1090"/>
                  <a:pt x="1121" y="1090"/>
                  <a:pt x="1121" y="1090"/>
                </a:cubicBezTo>
                <a:cubicBezTo>
                  <a:pt x="1127" y="1084"/>
                  <a:pt x="1133" y="1078"/>
                  <a:pt x="1139" y="1072"/>
                </a:cubicBezTo>
                <a:cubicBezTo>
                  <a:pt x="1129" y="1072"/>
                  <a:pt x="1129" y="1072"/>
                  <a:pt x="1129" y="1072"/>
                </a:cubicBezTo>
                <a:cubicBezTo>
                  <a:pt x="1124" y="1078"/>
                  <a:pt x="1117" y="1084"/>
                  <a:pt x="1111" y="1090"/>
                </a:cubicBezTo>
                <a:close/>
                <a:moveTo>
                  <a:pt x="279" y="1069"/>
                </a:moveTo>
                <a:cubicBezTo>
                  <a:pt x="279" y="1069"/>
                  <a:pt x="279" y="1069"/>
                  <a:pt x="279" y="1069"/>
                </a:cubicBezTo>
                <a:cubicBezTo>
                  <a:pt x="276" y="1068"/>
                  <a:pt x="273" y="1066"/>
                  <a:pt x="272" y="1064"/>
                </a:cubicBezTo>
                <a:cubicBezTo>
                  <a:pt x="274" y="1075"/>
                  <a:pt x="277" y="1086"/>
                  <a:pt x="280" y="1097"/>
                </a:cubicBezTo>
                <a:cubicBezTo>
                  <a:pt x="286" y="1097"/>
                  <a:pt x="286" y="1097"/>
                  <a:pt x="286" y="1097"/>
                </a:cubicBezTo>
                <a:cubicBezTo>
                  <a:pt x="284" y="1087"/>
                  <a:pt x="281" y="1078"/>
                  <a:pt x="279" y="1069"/>
                </a:cubicBezTo>
                <a:close/>
                <a:moveTo>
                  <a:pt x="354" y="171"/>
                </a:moveTo>
                <a:cubicBezTo>
                  <a:pt x="354" y="172"/>
                  <a:pt x="354" y="174"/>
                  <a:pt x="354" y="176"/>
                </a:cubicBezTo>
                <a:cubicBezTo>
                  <a:pt x="357" y="173"/>
                  <a:pt x="360" y="175"/>
                  <a:pt x="361" y="177"/>
                </a:cubicBezTo>
                <a:cubicBezTo>
                  <a:pt x="362" y="177"/>
                  <a:pt x="363" y="177"/>
                  <a:pt x="365" y="177"/>
                </a:cubicBezTo>
                <a:cubicBezTo>
                  <a:pt x="367" y="176"/>
                  <a:pt x="369" y="175"/>
                  <a:pt x="370" y="173"/>
                </a:cubicBezTo>
                <a:cubicBezTo>
                  <a:pt x="369" y="172"/>
                  <a:pt x="367" y="171"/>
                  <a:pt x="366" y="170"/>
                </a:cubicBezTo>
                <a:cubicBezTo>
                  <a:pt x="362" y="170"/>
                  <a:pt x="358" y="171"/>
                  <a:pt x="354" y="171"/>
                </a:cubicBezTo>
                <a:close/>
                <a:moveTo>
                  <a:pt x="212" y="1241"/>
                </a:moveTo>
                <a:cubicBezTo>
                  <a:pt x="212" y="1241"/>
                  <a:pt x="212" y="1241"/>
                  <a:pt x="211" y="1241"/>
                </a:cubicBezTo>
                <a:cubicBezTo>
                  <a:pt x="211" y="1241"/>
                  <a:pt x="211" y="1241"/>
                  <a:pt x="211" y="1242"/>
                </a:cubicBezTo>
                <a:cubicBezTo>
                  <a:pt x="211" y="1241"/>
                  <a:pt x="212" y="1241"/>
                  <a:pt x="212" y="1241"/>
                </a:cubicBezTo>
                <a:close/>
                <a:moveTo>
                  <a:pt x="351" y="1132"/>
                </a:moveTo>
                <a:cubicBezTo>
                  <a:pt x="345" y="1123"/>
                  <a:pt x="338" y="1113"/>
                  <a:pt x="332" y="1103"/>
                </a:cubicBezTo>
                <a:cubicBezTo>
                  <a:pt x="331" y="1103"/>
                  <a:pt x="329" y="1103"/>
                  <a:pt x="328" y="1103"/>
                </a:cubicBezTo>
                <a:cubicBezTo>
                  <a:pt x="327" y="1102"/>
                  <a:pt x="327" y="1098"/>
                  <a:pt x="328" y="1097"/>
                </a:cubicBezTo>
                <a:cubicBezTo>
                  <a:pt x="323" y="1088"/>
                  <a:pt x="319" y="1079"/>
                  <a:pt x="316" y="1071"/>
                </a:cubicBezTo>
                <a:cubicBezTo>
                  <a:pt x="316" y="1074"/>
                  <a:pt x="315" y="1076"/>
                  <a:pt x="314" y="1078"/>
                </a:cubicBezTo>
                <a:cubicBezTo>
                  <a:pt x="311" y="1078"/>
                  <a:pt x="310" y="1076"/>
                  <a:pt x="309" y="1076"/>
                </a:cubicBezTo>
                <a:cubicBezTo>
                  <a:pt x="311" y="1085"/>
                  <a:pt x="314" y="1093"/>
                  <a:pt x="317" y="1102"/>
                </a:cubicBezTo>
                <a:cubicBezTo>
                  <a:pt x="322" y="1117"/>
                  <a:pt x="327" y="1133"/>
                  <a:pt x="333" y="1148"/>
                </a:cubicBezTo>
                <a:cubicBezTo>
                  <a:pt x="334" y="1147"/>
                  <a:pt x="336" y="1147"/>
                  <a:pt x="336" y="1146"/>
                </a:cubicBezTo>
                <a:cubicBezTo>
                  <a:pt x="335" y="1148"/>
                  <a:pt x="336" y="1149"/>
                  <a:pt x="336" y="1150"/>
                </a:cubicBezTo>
                <a:cubicBezTo>
                  <a:pt x="334" y="1150"/>
                  <a:pt x="334" y="1150"/>
                  <a:pt x="334" y="1150"/>
                </a:cubicBezTo>
                <a:cubicBezTo>
                  <a:pt x="334" y="1151"/>
                  <a:pt x="334" y="1152"/>
                  <a:pt x="335" y="1153"/>
                </a:cubicBezTo>
                <a:cubicBezTo>
                  <a:pt x="340" y="1166"/>
                  <a:pt x="347" y="1179"/>
                  <a:pt x="349" y="1194"/>
                </a:cubicBezTo>
                <a:cubicBezTo>
                  <a:pt x="349" y="1197"/>
                  <a:pt x="349" y="1200"/>
                  <a:pt x="348" y="1203"/>
                </a:cubicBezTo>
                <a:cubicBezTo>
                  <a:pt x="355" y="1203"/>
                  <a:pt x="355" y="1203"/>
                  <a:pt x="355" y="1203"/>
                </a:cubicBezTo>
                <a:cubicBezTo>
                  <a:pt x="355" y="1202"/>
                  <a:pt x="355" y="1201"/>
                  <a:pt x="355" y="1200"/>
                </a:cubicBezTo>
                <a:cubicBezTo>
                  <a:pt x="356" y="1195"/>
                  <a:pt x="355" y="1190"/>
                  <a:pt x="354" y="1186"/>
                </a:cubicBezTo>
                <a:cubicBezTo>
                  <a:pt x="348" y="1186"/>
                  <a:pt x="348" y="1186"/>
                  <a:pt x="348" y="1186"/>
                </a:cubicBezTo>
                <a:cubicBezTo>
                  <a:pt x="350" y="1185"/>
                  <a:pt x="353" y="1185"/>
                  <a:pt x="354" y="1183"/>
                </a:cubicBezTo>
                <a:cubicBezTo>
                  <a:pt x="354" y="1183"/>
                  <a:pt x="354" y="1182"/>
                  <a:pt x="353" y="1182"/>
                </a:cubicBezTo>
                <a:cubicBezTo>
                  <a:pt x="351" y="1182"/>
                  <a:pt x="354" y="1178"/>
                  <a:pt x="354" y="1176"/>
                </a:cubicBezTo>
                <a:cubicBezTo>
                  <a:pt x="359" y="1176"/>
                  <a:pt x="355" y="1180"/>
                  <a:pt x="361" y="1180"/>
                </a:cubicBezTo>
                <a:cubicBezTo>
                  <a:pt x="361" y="1180"/>
                  <a:pt x="361" y="1179"/>
                  <a:pt x="361" y="1179"/>
                </a:cubicBezTo>
                <a:cubicBezTo>
                  <a:pt x="356" y="1175"/>
                  <a:pt x="351" y="1169"/>
                  <a:pt x="347" y="1164"/>
                </a:cubicBezTo>
                <a:cubicBezTo>
                  <a:pt x="347" y="1163"/>
                  <a:pt x="347" y="1163"/>
                  <a:pt x="346" y="1163"/>
                </a:cubicBezTo>
                <a:cubicBezTo>
                  <a:pt x="340" y="1147"/>
                  <a:pt x="334" y="1131"/>
                  <a:pt x="328" y="1115"/>
                </a:cubicBezTo>
                <a:cubicBezTo>
                  <a:pt x="324" y="1115"/>
                  <a:pt x="324" y="1115"/>
                  <a:pt x="324" y="1115"/>
                </a:cubicBezTo>
                <a:cubicBezTo>
                  <a:pt x="325" y="1114"/>
                  <a:pt x="326" y="1113"/>
                  <a:pt x="327" y="1112"/>
                </a:cubicBezTo>
                <a:cubicBezTo>
                  <a:pt x="327" y="1112"/>
                  <a:pt x="327" y="1112"/>
                  <a:pt x="327" y="1112"/>
                </a:cubicBezTo>
                <a:cubicBezTo>
                  <a:pt x="327" y="1112"/>
                  <a:pt x="327" y="1112"/>
                  <a:pt x="327" y="1112"/>
                </a:cubicBezTo>
                <a:cubicBezTo>
                  <a:pt x="327" y="1111"/>
                  <a:pt x="326" y="1110"/>
                  <a:pt x="326" y="1109"/>
                </a:cubicBezTo>
                <a:cubicBezTo>
                  <a:pt x="327" y="1110"/>
                  <a:pt x="327" y="1111"/>
                  <a:pt x="328" y="1112"/>
                </a:cubicBezTo>
                <a:cubicBezTo>
                  <a:pt x="329" y="1111"/>
                  <a:pt x="330" y="1111"/>
                  <a:pt x="331" y="1110"/>
                </a:cubicBezTo>
                <a:cubicBezTo>
                  <a:pt x="333" y="1111"/>
                  <a:pt x="334" y="1113"/>
                  <a:pt x="335" y="1115"/>
                </a:cubicBezTo>
                <a:cubicBezTo>
                  <a:pt x="330" y="1115"/>
                  <a:pt x="330" y="1115"/>
                  <a:pt x="330" y="1115"/>
                </a:cubicBezTo>
                <a:cubicBezTo>
                  <a:pt x="343" y="1135"/>
                  <a:pt x="359" y="1153"/>
                  <a:pt x="377" y="1169"/>
                </a:cubicBezTo>
                <a:cubicBezTo>
                  <a:pt x="378" y="1168"/>
                  <a:pt x="378" y="1168"/>
                  <a:pt x="379" y="1167"/>
                </a:cubicBezTo>
                <a:cubicBezTo>
                  <a:pt x="385" y="1167"/>
                  <a:pt x="385" y="1167"/>
                  <a:pt x="385" y="1167"/>
                </a:cubicBezTo>
                <a:cubicBezTo>
                  <a:pt x="373" y="1157"/>
                  <a:pt x="362" y="1145"/>
                  <a:pt x="351" y="1132"/>
                </a:cubicBezTo>
                <a:close/>
                <a:moveTo>
                  <a:pt x="267" y="1132"/>
                </a:moveTo>
                <a:cubicBezTo>
                  <a:pt x="267" y="1132"/>
                  <a:pt x="267" y="1132"/>
                  <a:pt x="267" y="1133"/>
                </a:cubicBezTo>
                <a:cubicBezTo>
                  <a:pt x="274" y="1133"/>
                  <a:pt x="274" y="1133"/>
                  <a:pt x="274" y="1133"/>
                </a:cubicBezTo>
                <a:cubicBezTo>
                  <a:pt x="271" y="1114"/>
                  <a:pt x="265" y="1097"/>
                  <a:pt x="262" y="1079"/>
                </a:cubicBezTo>
                <a:cubicBezTo>
                  <a:pt x="261" y="1079"/>
                  <a:pt x="260" y="1079"/>
                  <a:pt x="260" y="1079"/>
                </a:cubicBezTo>
                <a:cubicBezTo>
                  <a:pt x="259" y="1079"/>
                  <a:pt x="259" y="1079"/>
                  <a:pt x="259" y="1079"/>
                </a:cubicBezTo>
                <a:cubicBezTo>
                  <a:pt x="259" y="1080"/>
                  <a:pt x="258" y="1080"/>
                  <a:pt x="257" y="1080"/>
                </a:cubicBezTo>
                <a:cubicBezTo>
                  <a:pt x="256" y="1080"/>
                  <a:pt x="256" y="1080"/>
                  <a:pt x="256" y="1080"/>
                </a:cubicBezTo>
                <a:cubicBezTo>
                  <a:pt x="259" y="1091"/>
                  <a:pt x="261" y="1103"/>
                  <a:pt x="263" y="1114"/>
                </a:cubicBezTo>
                <a:cubicBezTo>
                  <a:pt x="264" y="1115"/>
                  <a:pt x="264" y="1115"/>
                  <a:pt x="264" y="1115"/>
                </a:cubicBezTo>
                <a:cubicBezTo>
                  <a:pt x="264" y="1115"/>
                  <a:pt x="264" y="1115"/>
                  <a:pt x="264" y="1115"/>
                </a:cubicBezTo>
                <a:cubicBezTo>
                  <a:pt x="265" y="1121"/>
                  <a:pt x="266" y="1126"/>
                  <a:pt x="267" y="1132"/>
                </a:cubicBezTo>
                <a:close/>
                <a:moveTo>
                  <a:pt x="333" y="1170"/>
                </a:moveTo>
                <a:cubicBezTo>
                  <a:pt x="333" y="1169"/>
                  <a:pt x="333" y="1167"/>
                  <a:pt x="332" y="1166"/>
                </a:cubicBezTo>
                <a:cubicBezTo>
                  <a:pt x="325" y="1144"/>
                  <a:pt x="317" y="1121"/>
                  <a:pt x="310" y="1099"/>
                </a:cubicBezTo>
                <a:cubicBezTo>
                  <a:pt x="310" y="1099"/>
                  <a:pt x="310" y="1099"/>
                  <a:pt x="310" y="1100"/>
                </a:cubicBezTo>
                <a:cubicBezTo>
                  <a:pt x="309" y="1100"/>
                  <a:pt x="309" y="1100"/>
                  <a:pt x="308" y="1100"/>
                </a:cubicBezTo>
                <a:cubicBezTo>
                  <a:pt x="308" y="1100"/>
                  <a:pt x="308" y="1101"/>
                  <a:pt x="308" y="1101"/>
                </a:cubicBezTo>
                <a:cubicBezTo>
                  <a:pt x="306" y="1102"/>
                  <a:pt x="305" y="1103"/>
                  <a:pt x="304" y="1104"/>
                </a:cubicBezTo>
                <a:cubicBezTo>
                  <a:pt x="309" y="1121"/>
                  <a:pt x="315" y="1137"/>
                  <a:pt x="320" y="1154"/>
                </a:cubicBezTo>
                <a:cubicBezTo>
                  <a:pt x="324" y="1163"/>
                  <a:pt x="327" y="1172"/>
                  <a:pt x="329" y="1181"/>
                </a:cubicBezTo>
                <a:cubicBezTo>
                  <a:pt x="329" y="1181"/>
                  <a:pt x="329" y="1180"/>
                  <a:pt x="330" y="1180"/>
                </a:cubicBezTo>
                <a:cubicBezTo>
                  <a:pt x="333" y="1180"/>
                  <a:pt x="334" y="1182"/>
                  <a:pt x="336" y="1181"/>
                </a:cubicBezTo>
                <a:cubicBezTo>
                  <a:pt x="336" y="1180"/>
                  <a:pt x="335" y="1178"/>
                  <a:pt x="335" y="1176"/>
                </a:cubicBezTo>
                <a:cubicBezTo>
                  <a:pt x="334" y="1177"/>
                  <a:pt x="333" y="1178"/>
                  <a:pt x="330" y="1177"/>
                </a:cubicBezTo>
                <a:cubicBezTo>
                  <a:pt x="331" y="1175"/>
                  <a:pt x="332" y="1172"/>
                  <a:pt x="333" y="1170"/>
                </a:cubicBezTo>
                <a:close/>
                <a:moveTo>
                  <a:pt x="174" y="1170"/>
                </a:moveTo>
                <a:cubicBezTo>
                  <a:pt x="174" y="1169"/>
                  <a:pt x="174" y="1169"/>
                  <a:pt x="174" y="1169"/>
                </a:cubicBezTo>
                <a:cubicBezTo>
                  <a:pt x="181" y="1169"/>
                  <a:pt x="181" y="1169"/>
                  <a:pt x="181" y="1169"/>
                </a:cubicBezTo>
                <a:cubicBezTo>
                  <a:pt x="194" y="1148"/>
                  <a:pt x="204" y="1125"/>
                  <a:pt x="211" y="1100"/>
                </a:cubicBezTo>
                <a:cubicBezTo>
                  <a:pt x="208" y="1100"/>
                  <a:pt x="206" y="1101"/>
                  <a:pt x="204" y="1100"/>
                </a:cubicBezTo>
                <a:cubicBezTo>
                  <a:pt x="204" y="1101"/>
                  <a:pt x="203" y="1102"/>
                  <a:pt x="203" y="1103"/>
                </a:cubicBezTo>
                <a:cubicBezTo>
                  <a:pt x="203" y="1103"/>
                  <a:pt x="204" y="1103"/>
                  <a:pt x="204" y="1104"/>
                </a:cubicBezTo>
                <a:cubicBezTo>
                  <a:pt x="204" y="1104"/>
                  <a:pt x="203" y="1105"/>
                  <a:pt x="203" y="1105"/>
                </a:cubicBezTo>
                <a:cubicBezTo>
                  <a:pt x="205" y="1105"/>
                  <a:pt x="208" y="1106"/>
                  <a:pt x="207" y="1108"/>
                </a:cubicBezTo>
                <a:cubicBezTo>
                  <a:pt x="205" y="1109"/>
                  <a:pt x="205" y="1111"/>
                  <a:pt x="201" y="1110"/>
                </a:cubicBezTo>
                <a:cubicBezTo>
                  <a:pt x="201" y="1110"/>
                  <a:pt x="201" y="1110"/>
                  <a:pt x="201" y="1110"/>
                </a:cubicBezTo>
                <a:cubicBezTo>
                  <a:pt x="196" y="1123"/>
                  <a:pt x="191" y="1136"/>
                  <a:pt x="185" y="1148"/>
                </a:cubicBezTo>
                <a:cubicBezTo>
                  <a:pt x="186" y="1149"/>
                  <a:pt x="187" y="1150"/>
                  <a:pt x="187" y="1152"/>
                </a:cubicBezTo>
                <a:cubicBezTo>
                  <a:pt x="183" y="1152"/>
                  <a:pt x="183" y="1152"/>
                  <a:pt x="183" y="1152"/>
                </a:cubicBezTo>
                <a:cubicBezTo>
                  <a:pt x="178" y="1161"/>
                  <a:pt x="173" y="1169"/>
                  <a:pt x="167" y="1178"/>
                </a:cubicBezTo>
                <a:cubicBezTo>
                  <a:pt x="165" y="1181"/>
                  <a:pt x="170" y="1186"/>
                  <a:pt x="172" y="1182"/>
                </a:cubicBezTo>
                <a:cubicBezTo>
                  <a:pt x="175" y="1179"/>
                  <a:pt x="177" y="1175"/>
                  <a:pt x="179" y="1172"/>
                </a:cubicBezTo>
                <a:cubicBezTo>
                  <a:pt x="177" y="1171"/>
                  <a:pt x="175" y="1171"/>
                  <a:pt x="174" y="1170"/>
                </a:cubicBezTo>
                <a:close/>
                <a:moveTo>
                  <a:pt x="412" y="206"/>
                </a:moveTo>
                <a:cubicBezTo>
                  <a:pt x="412" y="206"/>
                  <a:pt x="412" y="206"/>
                  <a:pt x="412" y="206"/>
                </a:cubicBezTo>
                <a:cubicBezTo>
                  <a:pt x="412" y="206"/>
                  <a:pt x="412" y="206"/>
                  <a:pt x="412" y="206"/>
                </a:cubicBezTo>
                <a:cubicBezTo>
                  <a:pt x="412" y="206"/>
                  <a:pt x="412" y="206"/>
                  <a:pt x="412" y="206"/>
                </a:cubicBezTo>
                <a:close/>
                <a:moveTo>
                  <a:pt x="143" y="288"/>
                </a:moveTo>
                <a:cubicBezTo>
                  <a:pt x="143" y="288"/>
                  <a:pt x="143" y="288"/>
                  <a:pt x="143" y="288"/>
                </a:cubicBezTo>
                <a:cubicBezTo>
                  <a:pt x="143" y="288"/>
                  <a:pt x="143" y="288"/>
                  <a:pt x="143" y="288"/>
                </a:cubicBezTo>
                <a:cubicBezTo>
                  <a:pt x="143" y="288"/>
                  <a:pt x="143" y="288"/>
                  <a:pt x="143" y="288"/>
                </a:cubicBezTo>
                <a:close/>
                <a:moveTo>
                  <a:pt x="88" y="295"/>
                </a:moveTo>
                <a:cubicBezTo>
                  <a:pt x="88" y="296"/>
                  <a:pt x="88" y="296"/>
                  <a:pt x="88" y="297"/>
                </a:cubicBezTo>
                <a:cubicBezTo>
                  <a:pt x="83" y="297"/>
                  <a:pt x="83" y="297"/>
                  <a:pt x="83" y="297"/>
                </a:cubicBezTo>
                <a:cubicBezTo>
                  <a:pt x="76" y="303"/>
                  <a:pt x="68" y="309"/>
                  <a:pt x="61" y="314"/>
                </a:cubicBezTo>
                <a:cubicBezTo>
                  <a:pt x="72" y="314"/>
                  <a:pt x="72" y="314"/>
                  <a:pt x="72" y="314"/>
                </a:cubicBezTo>
                <a:cubicBezTo>
                  <a:pt x="79" y="308"/>
                  <a:pt x="87" y="303"/>
                  <a:pt x="95" y="297"/>
                </a:cubicBezTo>
                <a:cubicBezTo>
                  <a:pt x="93" y="297"/>
                  <a:pt x="93" y="297"/>
                  <a:pt x="93" y="297"/>
                </a:cubicBezTo>
                <a:cubicBezTo>
                  <a:pt x="91" y="296"/>
                  <a:pt x="90" y="296"/>
                  <a:pt x="88" y="295"/>
                </a:cubicBezTo>
                <a:close/>
                <a:moveTo>
                  <a:pt x="296" y="1134"/>
                </a:moveTo>
                <a:cubicBezTo>
                  <a:pt x="293" y="1123"/>
                  <a:pt x="290" y="1112"/>
                  <a:pt x="287" y="1101"/>
                </a:cubicBezTo>
                <a:cubicBezTo>
                  <a:pt x="286" y="1102"/>
                  <a:pt x="285" y="1103"/>
                  <a:pt x="283" y="1104"/>
                </a:cubicBezTo>
                <a:cubicBezTo>
                  <a:pt x="283" y="1104"/>
                  <a:pt x="283" y="1105"/>
                  <a:pt x="283" y="1106"/>
                </a:cubicBezTo>
                <a:cubicBezTo>
                  <a:pt x="283" y="1106"/>
                  <a:pt x="282" y="1106"/>
                  <a:pt x="282" y="1106"/>
                </a:cubicBezTo>
                <a:cubicBezTo>
                  <a:pt x="282" y="1108"/>
                  <a:pt x="283" y="1110"/>
                  <a:pt x="283" y="1112"/>
                </a:cubicBezTo>
                <a:cubicBezTo>
                  <a:pt x="284" y="1112"/>
                  <a:pt x="285" y="1112"/>
                  <a:pt x="286" y="1112"/>
                </a:cubicBezTo>
                <a:cubicBezTo>
                  <a:pt x="286" y="1113"/>
                  <a:pt x="286" y="1114"/>
                  <a:pt x="286" y="1115"/>
                </a:cubicBezTo>
                <a:cubicBezTo>
                  <a:pt x="284" y="1115"/>
                  <a:pt x="284" y="1115"/>
                  <a:pt x="284" y="1115"/>
                </a:cubicBezTo>
                <a:cubicBezTo>
                  <a:pt x="285" y="1121"/>
                  <a:pt x="286" y="1127"/>
                  <a:pt x="288" y="1133"/>
                </a:cubicBezTo>
                <a:cubicBezTo>
                  <a:pt x="292" y="1132"/>
                  <a:pt x="292" y="1132"/>
                  <a:pt x="292" y="1132"/>
                </a:cubicBezTo>
                <a:cubicBezTo>
                  <a:pt x="293" y="1134"/>
                  <a:pt x="293" y="1136"/>
                  <a:pt x="291" y="1138"/>
                </a:cubicBezTo>
                <a:cubicBezTo>
                  <a:pt x="290" y="1138"/>
                  <a:pt x="289" y="1138"/>
                  <a:pt x="289" y="1138"/>
                </a:cubicBezTo>
                <a:cubicBezTo>
                  <a:pt x="290" y="1146"/>
                  <a:pt x="292" y="1153"/>
                  <a:pt x="293" y="1161"/>
                </a:cubicBezTo>
                <a:cubicBezTo>
                  <a:pt x="293" y="1163"/>
                  <a:pt x="294" y="1166"/>
                  <a:pt x="294" y="1168"/>
                </a:cubicBezTo>
                <a:cubicBezTo>
                  <a:pt x="294" y="1168"/>
                  <a:pt x="294" y="1168"/>
                  <a:pt x="294" y="1168"/>
                </a:cubicBezTo>
                <a:cubicBezTo>
                  <a:pt x="294" y="1168"/>
                  <a:pt x="294" y="1168"/>
                  <a:pt x="294" y="1168"/>
                </a:cubicBezTo>
                <a:cubicBezTo>
                  <a:pt x="294" y="1170"/>
                  <a:pt x="294" y="1171"/>
                  <a:pt x="294" y="1172"/>
                </a:cubicBezTo>
                <a:cubicBezTo>
                  <a:pt x="296" y="1172"/>
                  <a:pt x="299" y="1172"/>
                  <a:pt x="302" y="1173"/>
                </a:cubicBezTo>
                <a:cubicBezTo>
                  <a:pt x="301" y="1161"/>
                  <a:pt x="299" y="1150"/>
                  <a:pt x="297" y="1139"/>
                </a:cubicBezTo>
                <a:cubicBezTo>
                  <a:pt x="296" y="1139"/>
                  <a:pt x="295" y="1139"/>
                  <a:pt x="294" y="1139"/>
                </a:cubicBezTo>
                <a:cubicBezTo>
                  <a:pt x="295" y="1137"/>
                  <a:pt x="293" y="1136"/>
                  <a:pt x="294" y="1135"/>
                </a:cubicBezTo>
                <a:cubicBezTo>
                  <a:pt x="294" y="1135"/>
                  <a:pt x="295" y="1135"/>
                  <a:pt x="296" y="1134"/>
                </a:cubicBezTo>
                <a:close/>
                <a:moveTo>
                  <a:pt x="705" y="241"/>
                </a:moveTo>
                <a:cubicBezTo>
                  <a:pt x="705" y="243"/>
                  <a:pt x="707" y="244"/>
                  <a:pt x="708" y="247"/>
                </a:cubicBezTo>
                <a:cubicBezTo>
                  <a:pt x="709" y="247"/>
                  <a:pt x="710" y="247"/>
                  <a:pt x="710" y="247"/>
                </a:cubicBezTo>
                <a:cubicBezTo>
                  <a:pt x="711" y="246"/>
                  <a:pt x="711" y="245"/>
                  <a:pt x="712" y="245"/>
                </a:cubicBezTo>
                <a:cubicBezTo>
                  <a:pt x="711" y="243"/>
                  <a:pt x="710" y="242"/>
                  <a:pt x="708" y="241"/>
                </a:cubicBezTo>
                <a:cubicBezTo>
                  <a:pt x="707" y="241"/>
                  <a:pt x="706" y="241"/>
                  <a:pt x="705" y="241"/>
                </a:cubicBezTo>
                <a:close/>
                <a:moveTo>
                  <a:pt x="674" y="292"/>
                </a:moveTo>
                <a:cubicBezTo>
                  <a:pt x="661" y="292"/>
                  <a:pt x="661" y="292"/>
                  <a:pt x="661" y="292"/>
                </a:cubicBezTo>
                <a:cubicBezTo>
                  <a:pt x="661" y="291"/>
                  <a:pt x="661" y="291"/>
                  <a:pt x="661" y="290"/>
                </a:cubicBezTo>
                <a:cubicBezTo>
                  <a:pt x="660" y="290"/>
                  <a:pt x="660" y="290"/>
                  <a:pt x="660" y="290"/>
                </a:cubicBezTo>
                <a:cubicBezTo>
                  <a:pt x="660" y="291"/>
                  <a:pt x="660" y="291"/>
                  <a:pt x="660" y="292"/>
                </a:cubicBezTo>
                <a:cubicBezTo>
                  <a:pt x="657" y="292"/>
                  <a:pt x="657" y="292"/>
                  <a:pt x="657" y="292"/>
                </a:cubicBezTo>
                <a:cubicBezTo>
                  <a:pt x="657" y="291"/>
                  <a:pt x="657" y="290"/>
                  <a:pt x="656" y="290"/>
                </a:cubicBezTo>
                <a:cubicBezTo>
                  <a:pt x="655" y="289"/>
                  <a:pt x="654" y="289"/>
                  <a:pt x="653" y="289"/>
                </a:cubicBezTo>
                <a:cubicBezTo>
                  <a:pt x="652" y="290"/>
                  <a:pt x="652" y="290"/>
                  <a:pt x="652" y="292"/>
                </a:cubicBezTo>
                <a:cubicBezTo>
                  <a:pt x="644" y="293"/>
                  <a:pt x="638" y="285"/>
                  <a:pt x="631" y="290"/>
                </a:cubicBezTo>
                <a:cubicBezTo>
                  <a:pt x="631" y="289"/>
                  <a:pt x="632" y="287"/>
                  <a:pt x="632" y="286"/>
                </a:cubicBezTo>
                <a:cubicBezTo>
                  <a:pt x="632" y="286"/>
                  <a:pt x="631" y="286"/>
                  <a:pt x="631" y="286"/>
                </a:cubicBezTo>
                <a:cubicBezTo>
                  <a:pt x="630" y="288"/>
                  <a:pt x="629" y="290"/>
                  <a:pt x="627" y="292"/>
                </a:cubicBezTo>
                <a:cubicBezTo>
                  <a:pt x="649" y="295"/>
                  <a:pt x="671" y="298"/>
                  <a:pt x="694" y="300"/>
                </a:cubicBezTo>
                <a:cubicBezTo>
                  <a:pt x="736" y="303"/>
                  <a:pt x="780" y="303"/>
                  <a:pt x="820" y="291"/>
                </a:cubicBezTo>
                <a:cubicBezTo>
                  <a:pt x="792" y="291"/>
                  <a:pt x="792" y="291"/>
                  <a:pt x="792" y="291"/>
                </a:cubicBezTo>
                <a:cubicBezTo>
                  <a:pt x="754" y="298"/>
                  <a:pt x="713" y="297"/>
                  <a:pt x="674" y="292"/>
                </a:cubicBezTo>
                <a:close/>
                <a:moveTo>
                  <a:pt x="1126" y="1061"/>
                </a:moveTo>
                <a:cubicBezTo>
                  <a:pt x="1126" y="1061"/>
                  <a:pt x="1126" y="1061"/>
                  <a:pt x="1126" y="1060"/>
                </a:cubicBezTo>
                <a:cubicBezTo>
                  <a:pt x="1126" y="1059"/>
                  <a:pt x="1126" y="1058"/>
                  <a:pt x="1125" y="1057"/>
                </a:cubicBezTo>
                <a:cubicBezTo>
                  <a:pt x="1125" y="1058"/>
                  <a:pt x="1125" y="1058"/>
                  <a:pt x="1125" y="1059"/>
                </a:cubicBezTo>
                <a:cubicBezTo>
                  <a:pt x="1123" y="1060"/>
                  <a:pt x="1122" y="1060"/>
                  <a:pt x="1121" y="1059"/>
                </a:cubicBezTo>
                <a:cubicBezTo>
                  <a:pt x="1120" y="1059"/>
                  <a:pt x="1120" y="1058"/>
                  <a:pt x="1119" y="1058"/>
                </a:cubicBezTo>
                <a:cubicBezTo>
                  <a:pt x="1119" y="1058"/>
                  <a:pt x="1118" y="1059"/>
                  <a:pt x="1118" y="1059"/>
                </a:cubicBezTo>
                <a:cubicBezTo>
                  <a:pt x="1118" y="1060"/>
                  <a:pt x="1119" y="1061"/>
                  <a:pt x="1119" y="1062"/>
                </a:cubicBezTo>
                <a:cubicBezTo>
                  <a:pt x="1122" y="1062"/>
                  <a:pt x="1122" y="1060"/>
                  <a:pt x="1126" y="1061"/>
                </a:cubicBezTo>
                <a:close/>
                <a:moveTo>
                  <a:pt x="662" y="290"/>
                </a:moveTo>
                <a:cubicBezTo>
                  <a:pt x="662" y="292"/>
                  <a:pt x="662" y="291"/>
                  <a:pt x="662" y="290"/>
                </a:cubicBezTo>
                <a:cubicBezTo>
                  <a:pt x="662" y="290"/>
                  <a:pt x="662" y="290"/>
                  <a:pt x="662" y="290"/>
                </a:cubicBezTo>
                <a:close/>
                <a:moveTo>
                  <a:pt x="1035" y="1135"/>
                </a:moveTo>
                <a:cubicBezTo>
                  <a:pt x="1036" y="1135"/>
                  <a:pt x="1036" y="1135"/>
                  <a:pt x="1037" y="1134"/>
                </a:cubicBezTo>
                <a:cubicBezTo>
                  <a:pt x="1036" y="1134"/>
                  <a:pt x="1036" y="1134"/>
                  <a:pt x="1035" y="1134"/>
                </a:cubicBezTo>
                <a:cubicBezTo>
                  <a:pt x="1035" y="1134"/>
                  <a:pt x="1035" y="1135"/>
                  <a:pt x="1035" y="1135"/>
                </a:cubicBezTo>
                <a:close/>
                <a:moveTo>
                  <a:pt x="261" y="1074"/>
                </a:moveTo>
                <a:cubicBezTo>
                  <a:pt x="260" y="1073"/>
                  <a:pt x="260" y="1072"/>
                  <a:pt x="260" y="1071"/>
                </a:cubicBezTo>
                <a:cubicBezTo>
                  <a:pt x="256" y="1070"/>
                  <a:pt x="253" y="1067"/>
                  <a:pt x="255" y="1064"/>
                </a:cubicBezTo>
                <a:cubicBezTo>
                  <a:pt x="256" y="1065"/>
                  <a:pt x="258" y="1065"/>
                  <a:pt x="259" y="1064"/>
                </a:cubicBezTo>
                <a:cubicBezTo>
                  <a:pt x="257" y="1054"/>
                  <a:pt x="255" y="1043"/>
                  <a:pt x="253" y="1032"/>
                </a:cubicBezTo>
                <a:cubicBezTo>
                  <a:pt x="251" y="1032"/>
                  <a:pt x="249" y="1032"/>
                  <a:pt x="247" y="1032"/>
                </a:cubicBezTo>
                <a:cubicBezTo>
                  <a:pt x="247" y="1030"/>
                  <a:pt x="247" y="1028"/>
                  <a:pt x="248" y="1027"/>
                </a:cubicBezTo>
                <a:cubicBezTo>
                  <a:pt x="250" y="1027"/>
                  <a:pt x="251" y="1027"/>
                  <a:pt x="252" y="1027"/>
                </a:cubicBezTo>
                <a:cubicBezTo>
                  <a:pt x="251" y="1021"/>
                  <a:pt x="250" y="1014"/>
                  <a:pt x="249" y="1008"/>
                </a:cubicBezTo>
                <a:cubicBezTo>
                  <a:pt x="249" y="1005"/>
                  <a:pt x="246" y="1004"/>
                  <a:pt x="244" y="1005"/>
                </a:cubicBezTo>
                <a:cubicBezTo>
                  <a:pt x="244" y="1007"/>
                  <a:pt x="244" y="1008"/>
                  <a:pt x="243" y="1009"/>
                </a:cubicBezTo>
                <a:cubicBezTo>
                  <a:pt x="243" y="1009"/>
                  <a:pt x="243" y="1009"/>
                  <a:pt x="243" y="1009"/>
                </a:cubicBezTo>
                <a:cubicBezTo>
                  <a:pt x="246" y="1031"/>
                  <a:pt x="250" y="1052"/>
                  <a:pt x="255" y="1074"/>
                </a:cubicBezTo>
                <a:cubicBezTo>
                  <a:pt x="257" y="1074"/>
                  <a:pt x="259" y="1074"/>
                  <a:pt x="261" y="1074"/>
                </a:cubicBezTo>
                <a:close/>
                <a:moveTo>
                  <a:pt x="1023" y="1144"/>
                </a:moveTo>
                <a:cubicBezTo>
                  <a:pt x="1023" y="1143"/>
                  <a:pt x="1023" y="1143"/>
                  <a:pt x="1023" y="1143"/>
                </a:cubicBezTo>
                <a:cubicBezTo>
                  <a:pt x="1023" y="1143"/>
                  <a:pt x="1023" y="1143"/>
                  <a:pt x="1023" y="1143"/>
                </a:cubicBezTo>
                <a:cubicBezTo>
                  <a:pt x="1023" y="1143"/>
                  <a:pt x="1023" y="1143"/>
                  <a:pt x="1023" y="1144"/>
                </a:cubicBezTo>
                <a:close/>
                <a:moveTo>
                  <a:pt x="411" y="242"/>
                </a:moveTo>
                <a:cubicBezTo>
                  <a:pt x="409" y="242"/>
                  <a:pt x="407" y="241"/>
                  <a:pt x="406" y="241"/>
                </a:cubicBezTo>
                <a:cubicBezTo>
                  <a:pt x="408" y="242"/>
                  <a:pt x="411" y="242"/>
                  <a:pt x="410" y="244"/>
                </a:cubicBezTo>
                <a:cubicBezTo>
                  <a:pt x="410" y="243"/>
                  <a:pt x="411" y="242"/>
                  <a:pt x="411" y="242"/>
                </a:cubicBezTo>
                <a:close/>
                <a:moveTo>
                  <a:pt x="979" y="1162"/>
                </a:moveTo>
                <a:cubicBezTo>
                  <a:pt x="985" y="1162"/>
                  <a:pt x="985" y="1162"/>
                  <a:pt x="985" y="1162"/>
                </a:cubicBezTo>
                <a:cubicBezTo>
                  <a:pt x="986" y="1163"/>
                  <a:pt x="987" y="1164"/>
                  <a:pt x="987" y="1165"/>
                </a:cubicBezTo>
                <a:cubicBezTo>
                  <a:pt x="999" y="1158"/>
                  <a:pt x="1010" y="1152"/>
                  <a:pt x="1021" y="1144"/>
                </a:cubicBezTo>
                <a:cubicBezTo>
                  <a:pt x="1018" y="1145"/>
                  <a:pt x="1018" y="1145"/>
                  <a:pt x="1018" y="1145"/>
                </a:cubicBezTo>
                <a:cubicBezTo>
                  <a:pt x="1018" y="1143"/>
                  <a:pt x="1021" y="1144"/>
                  <a:pt x="1022" y="1143"/>
                </a:cubicBezTo>
                <a:cubicBezTo>
                  <a:pt x="1019" y="1143"/>
                  <a:pt x="1015" y="1143"/>
                  <a:pt x="1012" y="1143"/>
                </a:cubicBezTo>
                <a:cubicBezTo>
                  <a:pt x="1001" y="1150"/>
                  <a:pt x="990" y="1156"/>
                  <a:pt x="979" y="1162"/>
                </a:cubicBezTo>
                <a:close/>
                <a:moveTo>
                  <a:pt x="193" y="1009"/>
                </a:moveTo>
                <a:cubicBezTo>
                  <a:pt x="187" y="1009"/>
                  <a:pt x="187" y="1009"/>
                  <a:pt x="187" y="1009"/>
                </a:cubicBezTo>
                <a:cubicBezTo>
                  <a:pt x="183" y="1029"/>
                  <a:pt x="178" y="1048"/>
                  <a:pt x="172" y="1067"/>
                </a:cubicBezTo>
                <a:cubicBezTo>
                  <a:pt x="175" y="1068"/>
                  <a:pt x="177" y="1071"/>
                  <a:pt x="177" y="1074"/>
                </a:cubicBezTo>
                <a:cubicBezTo>
                  <a:pt x="183" y="1053"/>
                  <a:pt x="188" y="1031"/>
                  <a:pt x="193" y="1009"/>
                </a:cubicBezTo>
                <a:close/>
                <a:moveTo>
                  <a:pt x="164" y="1112"/>
                </a:moveTo>
                <a:cubicBezTo>
                  <a:pt x="164" y="1112"/>
                  <a:pt x="164" y="1112"/>
                  <a:pt x="164" y="1112"/>
                </a:cubicBezTo>
                <a:cubicBezTo>
                  <a:pt x="168" y="1102"/>
                  <a:pt x="172" y="1091"/>
                  <a:pt x="175" y="1081"/>
                </a:cubicBezTo>
                <a:cubicBezTo>
                  <a:pt x="168" y="1081"/>
                  <a:pt x="168" y="1081"/>
                  <a:pt x="168" y="1081"/>
                </a:cubicBezTo>
                <a:cubicBezTo>
                  <a:pt x="165" y="1089"/>
                  <a:pt x="163" y="1097"/>
                  <a:pt x="160" y="1106"/>
                </a:cubicBezTo>
                <a:cubicBezTo>
                  <a:pt x="161" y="1108"/>
                  <a:pt x="162" y="1110"/>
                  <a:pt x="163" y="1112"/>
                </a:cubicBezTo>
                <a:cubicBezTo>
                  <a:pt x="164" y="1112"/>
                  <a:pt x="164" y="1112"/>
                  <a:pt x="164" y="1112"/>
                </a:cubicBezTo>
                <a:close/>
                <a:moveTo>
                  <a:pt x="212" y="1098"/>
                </a:moveTo>
                <a:cubicBezTo>
                  <a:pt x="214" y="1090"/>
                  <a:pt x="216" y="1081"/>
                  <a:pt x="218" y="1073"/>
                </a:cubicBezTo>
                <a:cubicBezTo>
                  <a:pt x="217" y="1072"/>
                  <a:pt x="215" y="1071"/>
                  <a:pt x="217" y="1068"/>
                </a:cubicBezTo>
                <a:cubicBezTo>
                  <a:pt x="218" y="1067"/>
                  <a:pt x="219" y="1066"/>
                  <a:pt x="220" y="1066"/>
                </a:cubicBezTo>
                <a:cubicBezTo>
                  <a:pt x="223" y="1054"/>
                  <a:pt x="225" y="1043"/>
                  <a:pt x="226" y="1031"/>
                </a:cubicBezTo>
                <a:cubicBezTo>
                  <a:pt x="226" y="1030"/>
                  <a:pt x="226" y="1030"/>
                  <a:pt x="225" y="1029"/>
                </a:cubicBezTo>
                <a:cubicBezTo>
                  <a:pt x="226" y="1029"/>
                  <a:pt x="226" y="1029"/>
                  <a:pt x="227" y="1028"/>
                </a:cubicBezTo>
                <a:cubicBezTo>
                  <a:pt x="227" y="1022"/>
                  <a:pt x="228" y="1015"/>
                  <a:pt x="229" y="1009"/>
                </a:cubicBezTo>
                <a:cubicBezTo>
                  <a:pt x="222" y="1009"/>
                  <a:pt x="222" y="1009"/>
                  <a:pt x="222" y="1009"/>
                </a:cubicBezTo>
                <a:cubicBezTo>
                  <a:pt x="221" y="1018"/>
                  <a:pt x="220" y="1027"/>
                  <a:pt x="218" y="1037"/>
                </a:cubicBezTo>
                <a:cubicBezTo>
                  <a:pt x="219" y="1037"/>
                  <a:pt x="220" y="1037"/>
                  <a:pt x="221" y="1038"/>
                </a:cubicBezTo>
                <a:cubicBezTo>
                  <a:pt x="220" y="1039"/>
                  <a:pt x="220" y="1040"/>
                  <a:pt x="219" y="1040"/>
                </a:cubicBezTo>
                <a:cubicBezTo>
                  <a:pt x="219" y="1042"/>
                  <a:pt x="220" y="1043"/>
                  <a:pt x="221" y="1044"/>
                </a:cubicBezTo>
                <a:cubicBezTo>
                  <a:pt x="217" y="1045"/>
                  <a:pt x="217" y="1045"/>
                  <a:pt x="217" y="1045"/>
                </a:cubicBezTo>
                <a:cubicBezTo>
                  <a:pt x="214" y="1063"/>
                  <a:pt x="210" y="1082"/>
                  <a:pt x="204" y="1100"/>
                </a:cubicBezTo>
                <a:cubicBezTo>
                  <a:pt x="205" y="1099"/>
                  <a:pt x="205" y="1098"/>
                  <a:pt x="206" y="1098"/>
                </a:cubicBezTo>
                <a:lnTo>
                  <a:pt x="212" y="1098"/>
                </a:lnTo>
                <a:close/>
                <a:moveTo>
                  <a:pt x="68" y="350"/>
                </a:moveTo>
                <a:cubicBezTo>
                  <a:pt x="68" y="350"/>
                  <a:pt x="68" y="350"/>
                  <a:pt x="68" y="350"/>
                </a:cubicBezTo>
                <a:cubicBezTo>
                  <a:pt x="68" y="350"/>
                  <a:pt x="68" y="350"/>
                  <a:pt x="68" y="350"/>
                </a:cubicBezTo>
                <a:cubicBezTo>
                  <a:pt x="71" y="350"/>
                  <a:pt x="71" y="350"/>
                  <a:pt x="71" y="350"/>
                </a:cubicBezTo>
                <a:cubicBezTo>
                  <a:pt x="78" y="344"/>
                  <a:pt x="85" y="338"/>
                  <a:pt x="92" y="332"/>
                </a:cubicBezTo>
                <a:cubicBezTo>
                  <a:pt x="83" y="333"/>
                  <a:pt x="83" y="333"/>
                  <a:pt x="83" y="333"/>
                </a:cubicBezTo>
                <a:cubicBezTo>
                  <a:pt x="76" y="338"/>
                  <a:pt x="69" y="344"/>
                  <a:pt x="62" y="350"/>
                </a:cubicBezTo>
                <a:lnTo>
                  <a:pt x="68" y="350"/>
                </a:lnTo>
                <a:close/>
                <a:moveTo>
                  <a:pt x="387" y="241"/>
                </a:moveTo>
                <a:cubicBezTo>
                  <a:pt x="384" y="240"/>
                  <a:pt x="381" y="240"/>
                  <a:pt x="377" y="240"/>
                </a:cubicBezTo>
                <a:cubicBezTo>
                  <a:pt x="378" y="242"/>
                  <a:pt x="378" y="244"/>
                  <a:pt x="379" y="244"/>
                </a:cubicBezTo>
                <a:cubicBezTo>
                  <a:pt x="383" y="244"/>
                  <a:pt x="385" y="244"/>
                  <a:pt x="387" y="241"/>
                </a:cubicBezTo>
                <a:close/>
                <a:moveTo>
                  <a:pt x="366" y="247"/>
                </a:moveTo>
                <a:cubicBezTo>
                  <a:pt x="365" y="247"/>
                  <a:pt x="365" y="247"/>
                  <a:pt x="364" y="247"/>
                </a:cubicBezTo>
                <a:cubicBezTo>
                  <a:pt x="368" y="247"/>
                  <a:pt x="372" y="247"/>
                  <a:pt x="376" y="247"/>
                </a:cubicBezTo>
                <a:cubicBezTo>
                  <a:pt x="376" y="245"/>
                  <a:pt x="375" y="244"/>
                  <a:pt x="372" y="243"/>
                </a:cubicBezTo>
                <a:cubicBezTo>
                  <a:pt x="372" y="242"/>
                  <a:pt x="372" y="241"/>
                  <a:pt x="373" y="241"/>
                </a:cubicBezTo>
                <a:cubicBezTo>
                  <a:pt x="371" y="241"/>
                  <a:pt x="368" y="241"/>
                  <a:pt x="365" y="241"/>
                </a:cubicBezTo>
                <a:cubicBezTo>
                  <a:pt x="367" y="242"/>
                  <a:pt x="368" y="243"/>
                  <a:pt x="366" y="247"/>
                </a:cubicBezTo>
                <a:close/>
                <a:moveTo>
                  <a:pt x="350" y="242"/>
                </a:moveTo>
                <a:cubicBezTo>
                  <a:pt x="350" y="242"/>
                  <a:pt x="350" y="242"/>
                  <a:pt x="350" y="243"/>
                </a:cubicBezTo>
                <a:cubicBezTo>
                  <a:pt x="351" y="242"/>
                  <a:pt x="351" y="242"/>
                  <a:pt x="351" y="242"/>
                </a:cubicBezTo>
                <a:cubicBezTo>
                  <a:pt x="351" y="242"/>
                  <a:pt x="350" y="242"/>
                  <a:pt x="350" y="242"/>
                </a:cubicBezTo>
                <a:close/>
                <a:moveTo>
                  <a:pt x="417" y="1180"/>
                </a:moveTo>
                <a:cubicBezTo>
                  <a:pt x="419" y="1178"/>
                  <a:pt x="421" y="1177"/>
                  <a:pt x="424" y="1179"/>
                </a:cubicBezTo>
                <a:cubicBezTo>
                  <a:pt x="424" y="1178"/>
                  <a:pt x="424" y="1178"/>
                  <a:pt x="424" y="1178"/>
                </a:cubicBezTo>
                <a:cubicBezTo>
                  <a:pt x="423" y="1177"/>
                  <a:pt x="421" y="1176"/>
                  <a:pt x="419" y="1175"/>
                </a:cubicBezTo>
                <a:cubicBezTo>
                  <a:pt x="419" y="1175"/>
                  <a:pt x="419" y="1175"/>
                  <a:pt x="419" y="1175"/>
                </a:cubicBezTo>
                <a:cubicBezTo>
                  <a:pt x="416" y="1173"/>
                  <a:pt x="413" y="1171"/>
                  <a:pt x="410" y="1169"/>
                </a:cubicBezTo>
                <a:cubicBezTo>
                  <a:pt x="408" y="1170"/>
                  <a:pt x="405" y="1171"/>
                  <a:pt x="402" y="1170"/>
                </a:cubicBezTo>
                <a:cubicBezTo>
                  <a:pt x="402" y="1169"/>
                  <a:pt x="402" y="1168"/>
                  <a:pt x="402" y="1167"/>
                </a:cubicBezTo>
                <a:cubicBezTo>
                  <a:pt x="407" y="1167"/>
                  <a:pt x="407" y="1167"/>
                  <a:pt x="407" y="1167"/>
                </a:cubicBezTo>
                <a:cubicBezTo>
                  <a:pt x="406" y="1166"/>
                  <a:pt x="405" y="1165"/>
                  <a:pt x="403" y="1165"/>
                </a:cubicBezTo>
                <a:cubicBezTo>
                  <a:pt x="384" y="1150"/>
                  <a:pt x="369" y="1130"/>
                  <a:pt x="356" y="1110"/>
                </a:cubicBezTo>
                <a:cubicBezTo>
                  <a:pt x="354" y="1107"/>
                  <a:pt x="353" y="1105"/>
                  <a:pt x="351" y="1102"/>
                </a:cubicBezTo>
                <a:cubicBezTo>
                  <a:pt x="351" y="1104"/>
                  <a:pt x="351" y="1106"/>
                  <a:pt x="349" y="1108"/>
                </a:cubicBezTo>
                <a:cubicBezTo>
                  <a:pt x="349" y="1109"/>
                  <a:pt x="348" y="1109"/>
                  <a:pt x="348" y="1109"/>
                </a:cubicBezTo>
                <a:cubicBezTo>
                  <a:pt x="348" y="1109"/>
                  <a:pt x="348" y="1110"/>
                  <a:pt x="348" y="1110"/>
                </a:cubicBezTo>
                <a:cubicBezTo>
                  <a:pt x="351" y="1110"/>
                  <a:pt x="351" y="1111"/>
                  <a:pt x="351" y="1114"/>
                </a:cubicBezTo>
                <a:cubicBezTo>
                  <a:pt x="351" y="1114"/>
                  <a:pt x="351" y="1114"/>
                  <a:pt x="350" y="1114"/>
                </a:cubicBezTo>
                <a:cubicBezTo>
                  <a:pt x="352" y="1116"/>
                  <a:pt x="354" y="1119"/>
                  <a:pt x="356" y="1122"/>
                </a:cubicBezTo>
                <a:cubicBezTo>
                  <a:pt x="370" y="1143"/>
                  <a:pt x="386" y="1159"/>
                  <a:pt x="405" y="1173"/>
                </a:cubicBezTo>
                <a:cubicBezTo>
                  <a:pt x="409" y="1171"/>
                  <a:pt x="412" y="1174"/>
                  <a:pt x="413" y="1178"/>
                </a:cubicBezTo>
                <a:cubicBezTo>
                  <a:pt x="414" y="1179"/>
                  <a:pt x="415" y="1180"/>
                  <a:pt x="417" y="1180"/>
                </a:cubicBezTo>
                <a:close/>
                <a:moveTo>
                  <a:pt x="295" y="1204"/>
                </a:moveTo>
                <a:cubicBezTo>
                  <a:pt x="300" y="1204"/>
                  <a:pt x="300" y="1204"/>
                  <a:pt x="300" y="1204"/>
                </a:cubicBezTo>
                <a:cubicBezTo>
                  <a:pt x="301" y="1201"/>
                  <a:pt x="301" y="1199"/>
                  <a:pt x="301" y="1197"/>
                </a:cubicBezTo>
                <a:cubicBezTo>
                  <a:pt x="302" y="1193"/>
                  <a:pt x="302" y="1190"/>
                  <a:pt x="302" y="1186"/>
                </a:cubicBezTo>
                <a:cubicBezTo>
                  <a:pt x="295" y="1186"/>
                  <a:pt x="295" y="1186"/>
                  <a:pt x="295" y="1186"/>
                </a:cubicBezTo>
                <a:cubicBezTo>
                  <a:pt x="295" y="1193"/>
                  <a:pt x="294" y="1200"/>
                  <a:pt x="293" y="1207"/>
                </a:cubicBezTo>
                <a:cubicBezTo>
                  <a:pt x="294" y="1206"/>
                  <a:pt x="294" y="1205"/>
                  <a:pt x="295" y="1204"/>
                </a:cubicBezTo>
                <a:close/>
                <a:moveTo>
                  <a:pt x="163" y="244"/>
                </a:moveTo>
                <a:cubicBezTo>
                  <a:pt x="160" y="246"/>
                  <a:pt x="157" y="247"/>
                  <a:pt x="155" y="249"/>
                </a:cubicBezTo>
                <a:cubicBezTo>
                  <a:pt x="157" y="249"/>
                  <a:pt x="159" y="249"/>
                  <a:pt x="160" y="250"/>
                </a:cubicBezTo>
                <a:cubicBezTo>
                  <a:pt x="159" y="252"/>
                  <a:pt x="159" y="253"/>
                  <a:pt x="158" y="255"/>
                </a:cubicBezTo>
                <a:cubicBezTo>
                  <a:pt x="162" y="253"/>
                  <a:pt x="166" y="250"/>
                  <a:pt x="170" y="248"/>
                </a:cubicBezTo>
                <a:cubicBezTo>
                  <a:pt x="169" y="248"/>
                  <a:pt x="166" y="249"/>
                  <a:pt x="164" y="248"/>
                </a:cubicBezTo>
                <a:cubicBezTo>
                  <a:pt x="164" y="246"/>
                  <a:pt x="164" y="245"/>
                  <a:pt x="163" y="244"/>
                </a:cubicBezTo>
                <a:close/>
                <a:moveTo>
                  <a:pt x="65" y="287"/>
                </a:moveTo>
                <a:cubicBezTo>
                  <a:pt x="70" y="287"/>
                  <a:pt x="65" y="283"/>
                  <a:pt x="67" y="280"/>
                </a:cubicBezTo>
                <a:cubicBezTo>
                  <a:pt x="66" y="280"/>
                  <a:pt x="66" y="280"/>
                  <a:pt x="66" y="280"/>
                </a:cubicBezTo>
                <a:cubicBezTo>
                  <a:pt x="64" y="282"/>
                  <a:pt x="63" y="283"/>
                  <a:pt x="61" y="284"/>
                </a:cubicBezTo>
                <a:cubicBezTo>
                  <a:pt x="63" y="284"/>
                  <a:pt x="65" y="284"/>
                  <a:pt x="65" y="287"/>
                </a:cubicBezTo>
                <a:close/>
                <a:moveTo>
                  <a:pt x="278" y="1284"/>
                </a:moveTo>
                <a:cubicBezTo>
                  <a:pt x="277" y="1284"/>
                  <a:pt x="277" y="1285"/>
                  <a:pt x="277" y="1285"/>
                </a:cubicBezTo>
                <a:cubicBezTo>
                  <a:pt x="277" y="1285"/>
                  <a:pt x="277" y="1285"/>
                  <a:pt x="277" y="1285"/>
                </a:cubicBezTo>
                <a:cubicBezTo>
                  <a:pt x="277" y="1285"/>
                  <a:pt x="278" y="1285"/>
                  <a:pt x="278" y="1284"/>
                </a:cubicBezTo>
                <a:close/>
                <a:moveTo>
                  <a:pt x="229" y="399"/>
                </a:moveTo>
                <a:cubicBezTo>
                  <a:pt x="230" y="399"/>
                  <a:pt x="230" y="398"/>
                  <a:pt x="231" y="397"/>
                </a:cubicBezTo>
                <a:cubicBezTo>
                  <a:pt x="228" y="397"/>
                  <a:pt x="225" y="396"/>
                  <a:pt x="224" y="394"/>
                </a:cubicBezTo>
                <a:cubicBezTo>
                  <a:pt x="223" y="395"/>
                  <a:pt x="223" y="395"/>
                  <a:pt x="222" y="396"/>
                </a:cubicBezTo>
                <a:cubicBezTo>
                  <a:pt x="222" y="399"/>
                  <a:pt x="221" y="402"/>
                  <a:pt x="224" y="402"/>
                </a:cubicBezTo>
                <a:cubicBezTo>
                  <a:pt x="225" y="402"/>
                  <a:pt x="226" y="401"/>
                  <a:pt x="227" y="400"/>
                </a:cubicBezTo>
                <a:cubicBezTo>
                  <a:pt x="227" y="400"/>
                  <a:pt x="227" y="400"/>
                  <a:pt x="227" y="399"/>
                </a:cubicBezTo>
                <a:cubicBezTo>
                  <a:pt x="228" y="399"/>
                  <a:pt x="228" y="399"/>
                  <a:pt x="229" y="399"/>
                </a:cubicBezTo>
                <a:close/>
                <a:moveTo>
                  <a:pt x="384" y="175"/>
                </a:moveTo>
                <a:cubicBezTo>
                  <a:pt x="383" y="176"/>
                  <a:pt x="384" y="176"/>
                  <a:pt x="385" y="177"/>
                </a:cubicBezTo>
                <a:cubicBezTo>
                  <a:pt x="387" y="176"/>
                  <a:pt x="388" y="176"/>
                  <a:pt x="390" y="176"/>
                </a:cubicBezTo>
                <a:cubicBezTo>
                  <a:pt x="391" y="176"/>
                  <a:pt x="392" y="175"/>
                  <a:pt x="393" y="175"/>
                </a:cubicBezTo>
                <a:cubicBezTo>
                  <a:pt x="393" y="172"/>
                  <a:pt x="390" y="171"/>
                  <a:pt x="386" y="170"/>
                </a:cubicBezTo>
                <a:cubicBezTo>
                  <a:pt x="389" y="173"/>
                  <a:pt x="386" y="174"/>
                  <a:pt x="384" y="175"/>
                </a:cubicBezTo>
                <a:close/>
                <a:moveTo>
                  <a:pt x="369" y="177"/>
                </a:moveTo>
                <a:cubicBezTo>
                  <a:pt x="371" y="177"/>
                  <a:pt x="374" y="177"/>
                  <a:pt x="376" y="177"/>
                </a:cubicBezTo>
                <a:cubicBezTo>
                  <a:pt x="375" y="176"/>
                  <a:pt x="375" y="175"/>
                  <a:pt x="374" y="174"/>
                </a:cubicBezTo>
                <a:cubicBezTo>
                  <a:pt x="373" y="174"/>
                  <a:pt x="372" y="174"/>
                  <a:pt x="370" y="174"/>
                </a:cubicBezTo>
                <a:cubicBezTo>
                  <a:pt x="370" y="175"/>
                  <a:pt x="369" y="176"/>
                  <a:pt x="369" y="177"/>
                </a:cubicBezTo>
                <a:close/>
                <a:moveTo>
                  <a:pt x="397" y="170"/>
                </a:moveTo>
                <a:cubicBezTo>
                  <a:pt x="396" y="170"/>
                  <a:pt x="394" y="170"/>
                  <a:pt x="393" y="170"/>
                </a:cubicBezTo>
                <a:cubicBezTo>
                  <a:pt x="393" y="170"/>
                  <a:pt x="394" y="170"/>
                  <a:pt x="394" y="171"/>
                </a:cubicBezTo>
                <a:cubicBezTo>
                  <a:pt x="394" y="171"/>
                  <a:pt x="394" y="172"/>
                  <a:pt x="394" y="173"/>
                </a:cubicBezTo>
                <a:cubicBezTo>
                  <a:pt x="397" y="174"/>
                  <a:pt x="396" y="171"/>
                  <a:pt x="397" y="170"/>
                </a:cubicBezTo>
                <a:close/>
                <a:moveTo>
                  <a:pt x="714" y="176"/>
                </a:moveTo>
                <a:cubicBezTo>
                  <a:pt x="716" y="176"/>
                  <a:pt x="718" y="176"/>
                  <a:pt x="719" y="176"/>
                </a:cubicBezTo>
                <a:cubicBezTo>
                  <a:pt x="719" y="176"/>
                  <a:pt x="719" y="175"/>
                  <a:pt x="719" y="175"/>
                </a:cubicBezTo>
                <a:cubicBezTo>
                  <a:pt x="724" y="177"/>
                  <a:pt x="726" y="172"/>
                  <a:pt x="729" y="170"/>
                </a:cubicBezTo>
                <a:cubicBezTo>
                  <a:pt x="725" y="170"/>
                  <a:pt x="720" y="169"/>
                  <a:pt x="716" y="169"/>
                </a:cubicBezTo>
                <a:cubicBezTo>
                  <a:pt x="716" y="171"/>
                  <a:pt x="715" y="173"/>
                  <a:pt x="714" y="176"/>
                </a:cubicBezTo>
                <a:close/>
                <a:moveTo>
                  <a:pt x="701" y="168"/>
                </a:moveTo>
                <a:cubicBezTo>
                  <a:pt x="699" y="167"/>
                  <a:pt x="698" y="167"/>
                  <a:pt x="696" y="167"/>
                </a:cubicBezTo>
                <a:cubicBezTo>
                  <a:pt x="698" y="168"/>
                  <a:pt x="699" y="170"/>
                  <a:pt x="703" y="169"/>
                </a:cubicBezTo>
                <a:cubicBezTo>
                  <a:pt x="703" y="168"/>
                  <a:pt x="702" y="168"/>
                  <a:pt x="701" y="168"/>
                </a:cubicBezTo>
                <a:close/>
                <a:moveTo>
                  <a:pt x="714" y="170"/>
                </a:moveTo>
                <a:cubicBezTo>
                  <a:pt x="714" y="169"/>
                  <a:pt x="713" y="169"/>
                  <a:pt x="712" y="169"/>
                </a:cubicBezTo>
                <a:cubicBezTo>
                  <a:pt x="710" y="168"/>
                  <a:pt x="708" y="168"/>
                  <a:pt x="705" y="168"/>
                </a:cubicBezTo>
                <a:cubicBezTo>
                  <a:pt x="705" y="169"/>
                  <a:pt x="705" y="170"/>
                  <a:pt x="706" y="171"/>
                </a:cubicBezTo>
                <a:cubicBezTo>
                  <a:pt x="710" y="172"/>
                  <a:pt x="711" y="170"/>
                  <a:pt x="714" y="170"/>
                </a:cubicBezTo>
                <a:close/>
                <a:moveTo>
                  <a:pt x="695" y="173"/>
                </a:moveTo>
                <a:cubicBezTo>
                  <a:pt x="695" y="173"/>
                  <a:pt x="695" y="173"/>
                  <a:pt x="695" y="174"/>
                </a:cubicBezTo>
                <a:cubicBezTo>
                  <a:pt x="696" y="174"/>
                  <a:pt x="697" y="174"/>
                  <a:pt x="698" y="174"/>
                </a:cubicBezTo>
                <a:cubicBezTo>
                  <a:pt x="698" y="173"/>
                  <a:pt x="697" y="172"/>
                  <a:pt x="695" y="173"/>
                </a:cubicBezTo>
                <a:close/>
                <a:moveTo>
                  <a:pt x="959" y="1242"/>
                </a:moveTo>
                <a:cubicBezTo>
                  <a:pt x="976" y="1233"/>
                  <a:pt x="993" y="1225"/>
                  <a:pt x="1009" y="1216"/>
                </a:cubicBezTo>
                <a:cubicBezTo>
                  <a:pt x="993" y="1216"/>
                  <a:pt x="993" y="1216"/>
                  <a:pt x="993" y="1216"/>
                </a:cubicBezTo>
                <a:cubicBezTo>
                  <a:pt x="981" y="1222"/>
                  <a:pt x="970" y="1228"/>
                  <a:pt x="958" y="1234"/>
                </a:cubicBezTo>
                <a:cubicBezTo>
                  <a:pt x="973" y="1234"/>
                  <a:pt x="973" y="1234"/>
                  <a:pt x="973" y="1234"/>
                </a:cubicBezTo>
                <a:cubicBezTo>
                  <a:pt x="968" y="1235"/>
                  <a:pt x="963" y="1238"/>
                  <a:pt x="959" y="1242"/>
                </a:cubicBezTo>
                <a:close/>
                <a:moveTo>
                  <a:pt x="511" y="211"/>
                </a:moveTo>
                <a:cubicBezTo>
                  <a:pt x="511" y="212"/>
                  <a:pt x="510" y="212"/>
                  <a:pt x="511" y="214"/>
                </a:cubicBezTo>
                <a:cubicBezTo>
                  <a:pt x="513" y="213"/>
                  <a:pt x="515" y="212"/>
                  <a:pt x="518" y="213"/>
                </a:cubicBezTo>
                <a:cubicBezTo>
                  <a:pt x="518" y="213"/>
                  <a:pt x="518" y="213"/>
                  <a:pt x="518" y="213"/>
                </a:cubicBezTo>
                <a:cubicBezTo>
                  <a:pt x="516" y="212"/>
                  <a:pt x="514" y="212"/>
                  <a:pt x="511" y="211"/>
                </a:cubicBezTo>
                <a:close/>
                <a:moveTo>
                  <a:pt x="1074" y="1170"/>
                </a:moveTo>
                <a:cubicBezTo>
                  <a:pt x="1052" y="1183"/>
                  <a:pt x="1030" y="1196"/>
                  <a:pt x="1007" y="1209"/>
                </a:cubicBezTo>
                <a:cubicBezTo>
                  <a:pt x="1009" y="1211"/>
                  <a:pt x="1010" y="1213"/>
                  <a:pt x="1010" y="1215"/>
                </a:cubicBezTo>
                <a:cubicBezTo>
                  <a:pt x="1031" y="1204"/>
                  <a:pt x="1052" y="1191"/>
                  <a:pt x="1072" y="1179"/>
                </a:cubicBezTo>
                <a:cubicBezTo>
                  <a:pt x="1071" y="1176"/>
                  <a:pt x="1072" y="1173"/>
                  <a:pt x="1074" y="1170"/>
                </a:cubicBezTo>
                <a:close/>
                <a:moveTo>
                  <a:pt x="1119" y="1144"/>
                </a:moveTo>
                <a:cubicBezTo>
                  <a:pt x="1120" y="1142"/>
                  <a:pt x="1121" y="1140"/>
                  <a:pt x="1121" y="1138"/>
                </a:cubicBezTo>
                <a:cubicBezTo>
                  <a:pt x="1120" y="1138"/>
                  <a:pt x="1120" y="1139"/>
                  <a:pt x="1119" y="1139"/>
                </a:cubicBezTo>
                <a:cubicBezTo>
                  <a:pt x="1119" y="1140"/>
                  <a:pt x="1119" y="1141"/>
                  <a:pt x="1118" y="1142"/>
                </a:cubicBezTo>
                <a:cubicBezTo>
                  <a:pt x="1117" y="1142"/>
                  <a:pt x="1117" y="1142"/>
                  <a:pt x="1116" y="1142"/>
                </a:cubicBezTo>
                <a:cubicBezTo>
                  <a:pt x="1109" y="1146"/>
                  <a:pt x="1103" y="1150"/>
                  <a:pt x="1097" y="1155"/>
                </a:cubicBezTo>
                <a:cubicBezTo>
                  <a:pt x="1093" y="1157"/>
                  <a:pt x="1090" y="1160"/>
                  <a:pt x="1086" y="1162"/>
                </a:cubicBezTo>
                <a:cubicBezTo>
                  <a:pt x="1088" y="1163"/>
                  <a:pt x="1088" y="1166"/>
                  <a:pt x="1088" y="1169"/>
                </a:cubicBezTo>
                <a:cubicBezTo>
                  <a:pt x="1089" y="1168"/>
                  <a:pt x="1089" y="1168"/>
                  <a:pt x="1090" y="1168"/>
                </a:cubicBezTo>
                <a:cubicBezTo>
                  <a:pt x="1091" y="1166"/>
                  <a:pt x="1093" y="1165"/>
                  <a:pt x="1094" y="1164"/>
                </a:cubicBezTo>
                <a:cubicBezTo>
                  <a:pt x="1094" y="1164"/>
                  <a:pt x="1094" y="1162"/>
                  <a:pt x="1094" y="1161"/>
                </a:cubicBezTo>
                <a:cubicBezTo>
                  <a:pt x="1099" y="1161"/>
                  <a:pt x="1099" y="1161"/>
                  <a:pt x="1099" y="1161"/>
                </a:cubicBezTo>
                <a:cubicBezTo>
                  <a:pt x="1099" y="1161"/>
                  <a:pt x="1099" y="1161"/>
                  <a:pt x="1099" y="1161"/>
                </a:cubicBezTo>
                <a:cubicBezTo>
                  <a:pt x="1108" y="1156"/>
                  <a:pt x="1116" y="1150"/>
                  <a:pt x="1125" y="1144"/>
                </a:cubicBezTo>
                <a:lnTo>
                  <a:pt x="1119" y="1144"/>
                </a:lnTo>
                <a:close/>
                <a:moveTo>
                  <a:pt x="940" y="1251"/>
                </a:moveTo>
                <a:cubicBezTo>
                  <a:pt x="941" y="1250"/>
                  <a:pt x="942" y="1250"/>
                  <a:pt x="944" y="1249"/>
                </a:cubicBezTo>
                <a:cubicBezTo>
                  <a:pt x="943" y="1247"/>
                  <a:pt x="943" y="1244"/>
                  <a:pt x="944" y="1240"/>
                </a:cubicBezTo>
                <a:cubicBezTo>
                  <a:pt x="940" y="1242"/>
                  <a:pt x="936" y="1244"/>
                  <a:pt x="932" y="1246"/>
                </a:cubicBezTo>
                <a:cubicBezTo>
                  <a:pt x="933" y="1246"/>
                  <a:pt x="933" y="1247"/>
                  <a:pt x="933" y="1247"/>
                </a:cubicBezTo>
                <a:cubicBezTo>
                  <a:pt x="936" y="1248"/>
                  <a:pt x="938" y="1250"/>
                  <a:pt x="940" y="1251"/>
                </a:cubicBezTo>
                <a:close/>
                <a:moveTo>
                  <a:pt x="663" y="239"/>
                </a:moveTo>
                <a:cubicBezTo>
                  <a:pt x="663" y="238"/>
                  <a:pt x="663" y="238"/>
                  <a:pt x="663" y="238"/>
                </a:cubicBezTo>
                <a:cubicBezTo>
                  <a:pt x="677" y="238"/>
                  <a:pt x="677" y="238"/>
                  <a:pt x="677" y="238"/>
                </a:cubicBezTo>
                <a:cubicBezTo>
                  <a:pt x="652" y="235"/>
                  <a:pt x="627" y="231"/>
                  <a:pt x="603" y="227"/>
                </a:cubicBezTo>
                <a:cubicBezTo>
                  <a:pt x="591" y="225"/>
                  <a:pt x="578" y="223"/>
                  <a:pt x="566" y="221"/>
                </a:cubicBezTo>
                <a:cubicBezTo>
                  <a:pt x="566" y="221"/>
                  <a:pt x="566" y="221"/>
                  <a:pt x="566" y="221"/>
                </a:cubicBezTo>
                <a:cubicBezTo>
                  <a:pt x="553" y="222"/>
                  <a:pt x="553" y="222"/>
                  <a:pt x="553" y="222"/>
                </a:cubicBezTo>
                <a:cubicBezTo>
                  <a:pt x="552" y="220"/>
                  <a:pt x="551" y="219"/>
                  <a:pt x="549" y="218"/>
                </a:cubicBezTo>
                <a:cubicBezTo>
                  <a:pt x="549" y="219"/>
                  <a:pt x="549" y="220"/>
                  <a:pt x="549" y="222"/>
                </a:cubicBezTo>
                <a:cubicBezTo>
                  <a:pt x="534" y="222"/>
                  <a:pt x="534" y="222"/>
                  <a:pt x="534" y="222"/>
                </a:cubicBezTo>
                <a:cubicBezTo>
                  <a:pt x="568" y="227"/>
                  <a:pt x="601" y="233"/>
                  <a:pt x="634" y="238"/>
                </a:cubicBezTo>
                <a:cubicBezTo>
                  <a:pt x="640" y="238"/>
                  <a:pt x="640" y="238"/>
                  <a:pt x="640" y="238"/>
                </a:cubicBezTo>
                <a:cubicBezTo>
                  <a:pt x="639" y="238"/>
                  <a:pt x="639" y="239"/>
                  <a:pt x="639" y="239"/>
                </a:cubicBezTo>
                <a:cubicBezTo>
                  <a:pt x="639" y="239"/>
                  <a:pt x="638" y="239"/>
                  <a:pt x="638" y="239"/>
                </a:cubicBezTo>
                <a:cubicBezTo>
                  <a:pt x="638" y="239"/>
                  <a:pt x="639" y="239"/>
                  <a:pt x="640" y="239"/>
                </a:cubicBezTo>
                <a:cubicBezTo>
                  <a:pt x="640" y="239"/>
                  <a:pt x="640" y="238"/>
                  <a:pt x="641" y="238"/>
                </a:cubicBezTo>
                <a:cubicBezTo>
                  <a:pt x="646" y="238"/>
                  <a:pt x="646" y="238"/>
                  <a:pt x="646" y="238"/>
                </a:cubicBezTo>
                <a:cubicBezTo>
                  <a:pt x="645" y="239"/>
                  <a:pt x="645" y="239"/>
                  <a:pt x="645" y="240"/>
                </a:cubicBezTo>
                <a:cubicBezTo>
                  <a:pt x="647" y="240"/>
                  <a:pt x="649" y="240"/>
                  <a:pt x="650" y="240"/>
                </a:cubicBezTo>
                <a:cubicBezTo>
                  <a:pt x="649" y="239"/>
                  <a:pt x="647" y="239"/>
                  <a:pt x="646" y="238"/>
                </a:cubicBezTo>
                <a:cubicBezTo>
                  <a:pt x="662" y="238"/>
                  <a:pt x="662" y="238"/>
                  <a:pt x="662" y="238"/>
                </a:cubicBezTo>
                <a:cubicBezTo>
                  <a:pt x="662" y="238"/>
                  <a:pt x="662" y="238"/>
                  <a:pt x="663" y="239"/>
                </a:cubicBezTo>
                <a:close/>
                <a:moveTo>
                  <a:pt x="478" y="1243"/>
                </a:moveTo>
                <a:cubicBezTo>
                  <a:pt x="477" y="1243"/>
                  <a:pt x="477" y="1242"/>
                  <a:pt x="475" y="1242"/>
                </a:cubicBezTo>
                <a:cubicBezTo>
                  <a:pt x="476" y="1243"/>
                  <a:pt x="477" y="1243"/>
                  <a:pt x="478" y="1243"/>
                </a:cubicBezTo>
                <a:close/>
                <a:moveTo>
                  <a:pt x="518" y="1246"/>
                </a:moveTo>
                <a:cubicBezTo>
                  <a:pt x="516" y="1245"/>
                  <a:pt x="515" y="1245"/>
                  <a:pt x="514" y="1245"/>
                </a:cubicBezTo>
                <a:cubicBezTo>
                  <a:pt x="511" y="1246"/>
                  <a:pt x="508" y="1245"/>
                  <a:pt x="505" y="1244"/>
                </a:cubicBezTo>
                <a:cubicBezTo>
                  <a:pt x="505" y="1243"/>
                  <a:pt x="506" y="1243"/>
                  <a:pt x="506" y="1243"/>
                </a:cubicBezTo>
                <a:cubicBezTo>
                  <a:pt x="503" y="1242"/>
                  <a:pt x="501" y="1242"/>
                  <a:pt x="499" y="1242"/>
                </a:cubicBezTo>
                <a:cubicBezTo>
                  <a:pt x="500" y="1243"/>
                  <a:pt x="502" y="1243"/>
                  <a:pt x="504" y="1243"/>
                </a:cubicBezTo>
                <a:cubicBezTo>
                  <a:pt x="503" y="1248"/>
                  <a:pt x="499" y="1247"/>
                  <a:pt x="496" y="1248"/>
                </a:cubicBezTo>
                <a:cubicBezTo>
                  <a:pt x="495" y="1246"/>
                  <a:pt x="497" y="1242"/>
                  <a:pt x="491" y="1242"/>
                </a:cubicBezTo>
                <a:cubicBezTo>
                  <a:pt x="491" y="1241"/>
                  <a:pt x="491" y="1240"/>
                  <a:pt x="490" y="1239"/>
                </a:cubicBezTo>
                <a:cubicBezTo>
                  <a:pt x="489" y="1239"/>
                  <a:pt x="488" y="1239"/>
                  <a:pt x="486" y="1238"/>
                </a:cubicBezTo>
                <a:cubicBezTo>
                  <a:pt x="486" y="1240"/>
                  <a:pt x="485" y="1243"/>
                  <a:pt x="484" y="1245"/>
                </a:cubicBezTo>
                <a:cubicBezTo>
                  <a:pt x="495" y="1247"/>
                  <a:pt x="506" y="1250"/>
                  <a:pt x="517" y="1252"/>
                </a:cubicBezTo>
                <a:cubicBezTo>
                  <a:pt x="521" y="1253"/>
                  <a:pt x="522" y="1246"/>
                  <a:pt x="518" y="1246"/>
                </a:cubicBezTo>
                <a:close/>
                <a:moveTo>
                  <a:pt x="549" y="1247"/>
                </a:moveTo>
                <a:cubicBezTo>
                  <a:pt x="548" y="1245"/>
                  <a:pt x="548" y="1242"/>
                  <a:pt x="547" y="1239"/>
                </a:cubicBezTo>
                <a:cubicBezTo>
                  <a:pt x="546" y="1239"/>
                  <a:pt x="545" y="1239"/>
                  <a:pt x="544" y="1239"/>
                </a:cubicBezTo>
                <a:cubicBezTo>
                  <a:pt x="544" y="1242"/>
                  <a:pt x="545" y="1244"/>
                  <a:pt x="545" y="1247"/>
                </a:cubicBezTo>
                <a:cubicBezTo>
                  <a:pt x="546" y="1247"/>
                  <a:pt x="547" y="1247"/>
                  <a:pt x="549" y="1247"/>
                </a:cubicBezTo>
                <a:close/>
                <a:moveTo>
                  <a:pt x="537" y="1237"/>
                </a:moveTo>
                <a:cubicBezTo>
                  <a:pt x="517" y="1233"/>
                  <a:pt x="497" y="1227"/>
                  <a:pt x="479" y="1221"/>
                </a:cubicBezTo>
                <a:cubicBezTo>
                  <a:pt x="475" y="1221"/>
                  <a:pt x="475" y="1221"/>
                  <a:pt x="475" y="1221"/>
                </a:cubicBezTo>
                <a:cubicBezTo>
                  <a:pt x="475" y="1220"/>
                  <a:pt x="474" y="1220"/>
                  <a:pt x="474" y="1219"/>
                </a:cubicBezTo>
                <a:cubicBezTo>
                  <a:pt x="474" y="1219"/>
                  <a:pt x="474" y="1219"/>
                  <a:pt x="474" y="1219"/>
                </a:cubicBezTo>
                <a:cubicBezTo>
                  <a:pt x="471" y="1218"/>
                  <a:pt x="468" y="1217"/>
                  <a:pt x="466" y="1215"/>
                </a:cubicBezTo>
                <a:cubicBezTo>
                  <a:pt x="467" y="1217"/>
                  <a:pt x="467" y="1220"/>
                  <a:pt x="471" y="1221"/>
                </a:cubicBezTo>
                <a:cubicBezTo>
                  <a:pt x="463" y="1221"/>
                  <a:pt x="463" y="1221"/>
                  <a:pt x="463" y="1221"/>
                </a:cubicBezTo>
                <a:cubicBezTo>
                  <a:pt x="463" y="1220"/>
                  <a:pt x="463" y="1220"/>
                  <a:pt x="463" y="1220"/>
                </a:cubicBezTo>
                <a:cubicBezTo>
                  <a:pt x="458" y="1218"/>
                  <a:pt x="457" y="1214"/>
                  <a:pt x="453" y="1211"/>
                </a:cubicBezTo>
                <a:cubicBezTo>
                  <a:pt x="456" y="1209"/>
                  <a:pt x="458" y="1216"/>
                  <a:pt x="462" y="1214"/>
                </a:cubicBezTo>
                <a:cubicBezTo>
                  <a:pt x="455" y="1211"/>
                  <a:pt x="448" y="1208"/>
                  <a:pt x="441" y="1204"/>
                </a:cubicBezTo>
                <a:cubicBezTo>
                  <a:pt x="440" y="1207"/>
                  <a:pt x="440" y="1210"/>
                  <a:pt x="438" y="1211"/>
                </a:cubicBezTo>
                <a:cubicBezTo>
                  <a:pt x="438" y="1211"/>
                  <a:pt x="438" y="1211"/>
                  <a:pt x="438" y="1211"/>
                </a:cubicBezTo>
                <a:cubicBezTo>
                  <a:pt x="454" y="1219"/>
                  <a:pt x="470" y="1226"/>
                  <a:pt x="486" y="1231"/>
                </a:cubicBezTo>
                <a:cubicBezTo>
                  <a:pt x="494" y="1233"/>
                  <a:pt x="501" y="1236"/>
                  <a:pt x="509" y="1238"/>
                </a:cubicBezTo>
                <a:cubicBezTo>
                  <a:pt x="509" y="1238"/>
                  <a:pt x="509" y="1238"/>
                  <a:pt x="510" y="1238"/>
                </a:cubicBezTo>
                <a:cubicBezTo>
                  <a:pt x="526" y="1237"/>
                  <a:pt x="526" y="1237"/>
                  <a:pt x="526" y="1237"/>
                </a:cubicBezTo>
                <a:cubicBezTo>
                  <a:pt x="525" y="1239"/>
                  <a:pt x="524" y="1240"/>
                  <a:pt x="522" y="1241"/>
                </a:cubicBezTo>
                <a:cubicBezTo>
                  <a:pt x="521" y="1241"/>
                  <a:pt x="520" y="1241"/>
                  <a:pt x="520" y="1241"/>
                </a:cubicBezTo>
                <a:cubicBezTo>
                  <a:pt x="523" y="1242"/>
                  <a:pt x="527" y="1243"/>
                  <a:pt x="531" y="1243"/>
                </a:cubicBezTo>
                <a:cubicBezTo>
                  <a:pt x="530" y="1242"/>
                  <a:pt x="529" y="1239"/>
                  <a:pt x="528" y="1237"/>
                </a:cubicBezTo>
                <a:lnTo>
                  <a:pt x="537" y="1237"/>
                </a:lnTo>
                <a:close/>
                <a:moveTo>
                  <a:pt x="374" y="1246"/>
                </a:moveTo>
                <a:cubicBezTo>
                  <a:pt x="373" y="1247"/>
                  <a:pt x="372" y="1249"/>
                  <a:pt x="371" y="1251"/>
                </a:cubicBezTo>
                <a:cubicBezTo>
                  <a:pt x="372" y="1251"/>
                  <a:pt x="373" y="1251"/>
                  <a:pt x="374" y="1251"/>
                </a:cubicBezTo>
                <a:cubicBezTo>
                  <a:pt x="373" y="1250"/>
                  <a:pt x="374" y="1248"/>
                  <a:pt x="374" y="1246"/>
                </a:cubicBezTo>
                <a:close/>
                <a:moveTo>
                  <a:pt x="331" y="1257"/>
                </a:moveTo>
                <a:cubicBezTo>
                  <a:pt x="321" y="1262"/>
                  <a:pt x="311" y="1268"/>
                  <a:pt x="301" y="1275"/>
                </a:cubicBezTo>
                <a:cubicBezTo>
                  <a:pt x="313" y="1275"/>
                  <a:pt x="313" y="1275"/>
                  <a:pt x="313" y="1275"/>
                </a:cubicBezTo>
                <a:cubicBezTo>
                  <a:pt x="325" y="1268"/>
                  <a:pt x="337" y="1262"/>
                  <a:pt x="349" y="1257"/>
                </a:cubicBezTo>
                <a:lnTo>
                  <a:pt x="331" y="1257"/>
                </a:lnTo>
                <a:close/>
                <a:moveTo>
                  <a:pt x="358" y="1254"/>
                </a:moveTo>
                <a:cubicBezTo>
                  <a:pt x="359" y="1251"/>
                  <a:pt x="365" y="1251"/>
                  <a:pt x="363" y="1248"/>
                </a:cubicBezTo>
                <a:cubicBezTo>
                  <a:pt x="362" y="1250"/>
                  <a:pt x="359" y="1249"/>
                  <a:pt x="356" y="1250"/>
                </a:cubicBezTo>
                <a:cubicBezTo>
                  <a:pt x="358" y="1251"/>
                  <a:pt x="358" y="1253"/>
                  <a:pt x="357" y="1255"/>
                </a:cubicBezTo>
                <a:cubicBezTo>
                  <a:pt x="357" y="1255"/>
                  <a:pt x="358" y="1255"/>
                  <a:pt x="358" y="1254"/>
                </a:cubicBezTo>
                <a:close/>
                <a:moveTo>
                  <a:pt x="432" y="1221"/>
                </a:moveTo>
                <a:cubicBezTo>
                  <a:pt x="428" y="1221"/>
                  <a:pt x="428" y="1221"/>
                  <a:pt x="428" y="1221"/>
                </a:cubicBezTo>
                <a:cubicBezTo>
                  <a:pt x="429" y="1221"/>
                  <a:pt x="429" y="1220"/>
                  <a:pt x="429" y="1220"/>
                </a:cubicBezTo>
                <a:cubicBezTo>
                  <a:pt x="429" y="1219"/>
                  <a:pt x="428" y="1219"/>
                  <a:pt x="427" y="1219"/>
                </a:cubicBezTo>
                <a:cubicBezTo>
                  <a:pt x="427" y="1220"/>
                  <a:pt x="427" y="1220"/>
                  <a:pt x="426" y="1221"/>
                </a:cubicBezTo>
                <a:cubicBezTo>
                  <a:pt x="415" y="1221"/>
                  <a:pt x="415" y="1221"/>
                  <a:pt x="415" y="1221"/>
                </a:cubicBezTo>
                <a:cubicBezTo>
                  <a:pt x="432" y="1229"/>
                  <a:pt x="450" y="1235"/>
                  <a:pt x="468" y="1240"/>
                </a:cubicBezTo>
                <a:cubicBezTo>
                  <a:pt x="469" y="1240"/>
                  <a:pt x="470" y="1239"/>
                  <a:pt x="470" y="1238"/>
                </a:cubicBezTo>
                <a:cubicBezTo>
                  <a:pt x="484" y="1238"/>
                  <a:pt x="484" y="1238"/>
                  <a:pt x="484" y="1238"/>
                </a:cubicBezTo>
                <a:cubicBezTo>
                  <a:pt x="467" y="1233"/>
                  <a:pt x="449" y="1228"/>
                  <a:pt x="432" y="1221"/>
                </a:cubicBezTo>
                <a:close/>
                <a:moveTo>
                  <a:pt x="740" y="209"/>
                </a:moveTo>
                <a:cubicBezTo>
                  <a:pt x="741" y="210"/>
                  <a:pt x="742" y="210"/>
                  <a:pt x="743" y="210"/>
                </a:cubicBezTo>
                <a:cubicBezTo>
                  <a:pt x="743" y="210"/>
                  <a:pt x="743" y="210"/>
                  <a:pt x="743" y="210"/>
                </a:cubicBezTo>
                <a:cubicBezTo>
                  <a:pt x="742" y="210"/>
                  <a:pt x="743" y="209"/>
                  <a:pt x="742" y="209"/>
                </a:cubicBezTo>
                <a:cubicBezTo>
                  <a:pt x="742" y="209"/>
                  <a:pt x="741" y="209"/>
                  <a:pt x="740" y="209"/>
                </a:cubicBezTo>
                <a:close/>
                <a:moveTo>
                  <a:pt x="734" y="171"/>
                </a:moveTo>
                <a:cubicBezTo>
                  <a:pt x="734" y="171"/>
                  <a:pt x="734" y="171"/>
                  <a:pt x="733" y="171"/>
                </a:cubicBezTo>
                <a:cubicBezTo>
                  <a:pt x="734" y="171"/>
                  <a:pt x="735" y="171"/>
                  <a:pt x="735" y="172"/>
                </a:cubicBezTo>
                <a:cubicBezTo>
                  <a:pt x="735" y="174"/>
                  <a:pt x="735" y="176"/>
                  <a:pt x="734" y="177"/>
                </a:cubicBezTo>
                <a:cubicBezTo>
                  <a:pt x="738" y="176"/>
                  <a:pt x="738" y="171"/>
                  <a:pt x="734" y="171"/>
                </a:cubicBezTo>
                <a:close/>
                <a:moveTo>
                  <a:pt x="633" y="206"/>
                </a:moveTo>
                <a:cubicBezTo>
                  <a:pt x="633" y="206"/>
                  <a:pt x="632" y="206"/>
                  <a:pt x="632" y="207"/>
                </a:cubicBezTo>
                <a:cubicBezTo>
                  <a:pt x="632" y="207"/>
                  <a:pt x="632" y="207"/>
                  <a:pt x="632" y="207"/>
                </a:cubicBezTo>
                <a:cubicBezTo>
                  <a:pt x="633" y="206"/>
                  <a:pt x="633" y="206"/>
                  <a:pt x="633" y="206"/>
                </a:cubicBezTo>
                <a:close/>
                <a:moveTo>
                  <a:pt x="559" y="1249"/>
                </a:moveTo>
                <a:cubicBezTo>
                  <a:pt x="566" y="1251"/>
                  <a:pt x="573" y="1252"/>
                  <a:pt x="580" y="1253"/>
                </a:cubicBezTo>
                <a:cubicBezTo>
                  <a:pt x="581" y="1250"/>
                  <a:pt x="582" y="1247"/>
                  <a:pt x="583" y="1246"/>
                </a:cubicBezTo>
                <a:cubicBezTo>
                  <a:pt x="582" y="1246"/>
                  <a:pt x="582" y="1245"/>
                  <a:pt x="581" y="1245"/>
                </a:cubicBezTo>
                <a:cubicBezTo>
                  <a:pt x="581" y="1247"/>
                  <a:pt x="580" y="1248"/>
                  <a:pt x="578" y="1247"/>
                </a:cubicBezTo>
                <a:cubicBezTo>
                  <a:pt x="577" y="1247"/>
                  <a:pt x="576" y="1246"/>
                  <a:pt x="576" y="1245"/>
                </a:cubicBezTo>
                <a:cubicBezTo>
                  <a:pt x="576" y="1244"/>
                  <a:pt x="575" y="1244"/>
                  <a:pt x="575" y="1244"/>
                </a:cubicBezTo>
                <a:cubicBezTo>
                  <a:pt x="575" y="1245"/>
                  <a:pt x="575" y="1245"/>
                  <a:pt x="575" y="1245"/>
                </a:cubicBezTo>
                <a:cubicBezTo>
                  <a:pt x="571" y="1247"/>
                  <a:pt x="569" y="1250"/>
                  <a:pt x="563" y="1249"/>
                </a:cubicBezTo>
                <a:cubicBezTo>
                  <a:pt x="563" y="1247"/>
                  <a:pt x="563" y="1245"/>
                  <a:pt x="564" y="1243"/>
                </a:cubicBezTo>
                <a:cubicBezTo>
                  <a:pt x="562" y="1242"/>
                  <a:pt x="559" y="1242"/>
                  <a:pt x="557" y="1241"/>
                </a:cubicBezTo>
                <a:cubicBezTo>
                  <a:pt x="556" y="1242"/>
                  <a:pt x="554" y="1243"/>
                  <a:pt x="553" y="1243"/>
                </a:cubicBezTo>
                <a:cubicBezTo>
                  <a:pt x="554" y="1245"/>
                  <a:pt x="556" y="1246"/>
                  <a:pt x="555" y="1248"/>
                </a:cubicBezTo>
                <a:cubicBezTo>
                  <a:pt x="557" y="1248"/>
                  <a:pt x="557" y="1246"/>
                  <a:pt x="560" y="1247"/>
                </a:cubicBezTo>
                <a:cubicBezTo>
                  <a:pt x="561" y="1248"/>
                  <a:pt x="560" y="1249"/>
                  <a:pt x="559" y="1249"/>
                </a:cubicBezTo>
                <a:close/>
                <a:moveTo>
                  <a:pt x="854" y="1217"/>
                </a:moveTo>
                <a:cubicBezTo>
                  <a:pt x="854" y="1217"/>
                  <a:pt x="854" y="1217"/>
                  <a:pt x="854" y="1217"/>
                </a:cubicBezTo>
                <a:cubicBezTo>
                  <a:pt x="853" y="1217"/>
                  <a:pt x="853" y="1217"/>
                  <a:pt x="853" y="1217"/>
                </a:cubicBezTo>
                <a:cubicBezTo>
                  <a:pt x="832" y="1224"/>
                  <a:pt x="812" y="1230"/>
                  <a:pt x="792" y="1235"/>
                </a:cubicBezTo>
                <a:cubicBezTo>
                  <a:pt x="820" y="1235"/>
                  <a:pt x="820" y="1235"/>
                  <a:pt x="820" y="1235"/>
                </a:cubicBezTo>
                <a:cubicBezTo>
                  <a:pt x="838" y="1230"/>
                  <a:pt x="856" y="1224"/>
                  <a:pt x="874" y="1217"/>
                </a:cubicBezTo>
                <a:cubicBezTo>
                  <a:pt x="869" y="1217"/>
                  <a:pt x="869" y="1217"/>
                  <a:pt x="869" y="1217"/>
                </a:cubicBezTo>
                <a:cubicBezTo>
                  <a:pt x="869" y="1215"/>
                  <a:pt x="866" y="1215"/>
                  <a:pt x="864" y="1214"/>
                </a:cubicBezTo>
                <a:cubicBezTo>
                  <a:pt x="864" y="1214"/>
                  <a:pt x="864" y="1214"/>
                  <a:pt x="864" y="1213"/>
                </a:cubicBezTo>
                <a:cubicBezTo>
                  <a:pt x="861" y="1215"/>
                  <a:pt x="857" y="1216"/>
                  <a:pt x="854" y="1217"/>
                </a:cubicBezTo>
                <a:close/>
                <a:moveTo>
                  <a:pt x="1146" y="1116"/>
                </a:moveTo>
                <a:cubicBezTo>
                  <a:pt x="1143" y="1119"/>
                  <a:pt x="1140" y="1122"/>
                  <a:pt x="1136" y="1125"/>
                </a:cubicBezTo>
                <a:cubicBezTo>
                  <a:pt x="1141" y="1125"/>
                  <a:pt x="1141" y="1125"/>
                  <a:pt x="1141" y="1125"/>
                </a:cubicBezTo>
                <a:cubicBezTo>
                  <a:pt x="1142" y="1125"/>
                  <a:pt x="1142" y="1125"/>
                  <a:pt x="1142" y="1125"/>
                </a:cubicBezTo>
                <a:cubicBezTo>
                  <a:pt x="1143" y="1125"/>
                  <a:pt x="1143" y="1125"/>
                  <a:pt x="1143" y="1125"/>
                </a:cubicBezTo>
                <a:cubicBezTo>
                  <a:pt x="1146" y="1125"/>
                  <a:pt x="1146" y="1125"/>
                  <a:pt x="1146" y="1125"/>
                </a:cubicBezTo>
                <a:cubicBezTo>
                  <a:pt x="1148" y="1124"/>
                  <a:pt x="1149" y="1122"/>
                  <a:pt x="1151" y="1120"/>
                </a:cubicBezTo>
                <a:cubicBezTo>
                  <a:pt x="1154" y="1117"/>
                  <a:pt x="1149" y="1113"/>
                  <a:pt x="1146" y="1116"/>
                </a:cubicBezTo>
                <a:close/>
                <a:moveTo>
                  <a:pt x="1090" y="1140"/>
                </a:moveTo>
                <a:cubicBezTo>
                  <a:pt x="1089" y="1140"/>
                  <a:pt x="1089" y="1138"/>
                  <a:pt x="1090" y="1137"/>
                </a:cubicBezTo>
                <a:cubicBezTo>
                  <a:pt x="1088" y="1137"/>
                  <a:pt x="1087" y="1136"/>
                  <a:pt x="1086" y="1136"/>
                </a:cubicBezTo>
                <a:cubicBezTo>
                  <a:pt x="1085" y="1137"/>
                  <a:pt x="1085" y="1137"/>
                  <a:pt x="1084" y="1138"/>
                </a:cubicBezTo>
                <a:cubicBezTo>
                  <a:pt x="1085" y="1139"/>
                  <a:pt x="1087" y="1140"/>
                  <a:pt x="1089" y="1141"/>
                </a:cubicBezTo>
                <a:cubicBezTo>
                  <a:pt x="1089" y="1141"/>
                  <a:pt x="1090" y="1141"/>
                  <a:pt x="1090" y="1141"/>
                </a:cubicBezTo>
                <a:cubicBezTo>
                  <a:pt x="1092" y="1140"/>
                  <a:pt x="1093" y="1139"/>
                  <a:pt x="1095" y="1138"/>
                </a:cubicBezTo>
                <a:cubicBezTo>
                  <a:pt x="1094" y="1138"/>
                  <a:pt x="1094" y="1138"/>
                  <a:pt x="1094" y="1139"/>
                </a:cubicBezTo>
                <a:cubicBezTo>
                  <a:pt x="1093" y="1138"/>
                  <a:pt x="1093" y="1137"/>
                  <a:pt x="1093" y="1137"/>
                </a:cubicBezTo>
                <a:cubicBezTo>
                  <a:pt x="1093" y="1138"/>
                  <a:pt x="1092" y="1140"/>
                  <a:pt x="1090" y="1140"/>
                </a:cubicBezTo>
                <a:close/>
                <a:moveTo>
                  <a:pt x="111" y="421"/>
                </a:moveTo>
                <a:cubicBezTo>
                  <a:pt x="117" y="415"/>
                  <a:pt x="123" y="409"/>
                  <a:pt x="130" y="403"/>
                </a:cubicBezTo>
                <a:cubicBezTo>
                  <a:pt x="119" y="404"/>
                  <a:pt x="119" y="404"/>
                  <a:pt x="119" y="404"/>
                </a:cubicBezTo>
                <a:cubicBezTo>
                  <a:pt x="113" y="409"/>
                  <a:pt x="107" y="415"/>
                  <a:pt x="101" y="421"/>
                </a:cubicBezTo>
                <a:lnTo>
                  <a:pt x="111" y="421"/>
                </a:lnTo>
                <a:close/>
                <a:moveTo>
                  <a:pt x="518" y="849"/>
                </a:moveTo>
                <a:cubicBezTo>
                  <a:pt x="518" y="849"/>
                  <a:pt x="518" y="849"/>
                  <a:pt x="518" y="849"/>
                </a:cubicBezTo>
                <a:cubicBezTo>
                  <a:pt x="518" y="849"/>
                  <a:pt x="518" y="849"/>
                  <a:pt x="518" y="849"/>
                </a:cubicBezTo>
                <a:cubicBezTo>
                  <a:pt x="518" y="849"/>
                  <a:pt x="518" y="849"/>
                  <a:pt x="518" y="849"/>
                </a:cubicBezTo>
                <a:close/>
                <a:moveTo>
                  <a:pt x="543" y="882"/>
                </a:moveTo>
                <a:cubicBezTo>
                  <a:pt x="544" y="882"/>
                  <a:pt x="547" y="881"/>
                  <a:pt x="548" y="881"/>
                </a:cubicBezTo>
                <a:cubicBezTo>
                  <a:pt x="550" y="881"/>
                  <a:pt x="550" y="881"/>
                  <a:pt x="550" y="881"/>
                </a:cubicBezTo>
                <a:cubicBezTo>
                  <a:pt x="547" y="875"/>
                  <a:pt x="543" y="869"/>
                  <a:pt x="541" y="863"/>
                </a:cubicBezTo>
                <a:cubicBezTo>
                  <a:pt x="540" y="863"/>
                  <a:pt x="540" y="863"/>
                  <a:pt x="540" y="863"/>
                </a:cubicBezTo>
                <a:cubicBezTo>
                  <a:pt x="539" y="862"/>
                  <a:pt x="539" y="860"/>
                  <a:pt x="538" y="859"/>
                </a:cubicBezTo>
                <a:cubicBezTo>
                  <a:pt x="537" y="856"/>
                  <a:pt x="536" y="853"/>
                  <a:pt x="535" y="850"/>
                </a:cubicBezTo>
                <a:cubicBezTo>
                  <a:pt x="532" y="849"/>
                  <a:pt x="532" y="847"/>
                  <a:pt x="530" y="847"/>
                </a:cubicBezTo>
                <a:cubicBezTo>
                  <a:pt x="530" y="846"/>
                  <a:pt x="530" y="846"/>
                  <a:pt x="530" y="845"/>
                </a:cubicBezTo>
                <a:cubicBezTo>
                  <a:pt x="533" y="845"/>
                  <a:pt x="533" y="845"/>
                  <a:pt x="533" y="845"/>
                </a:cubicBezTo>
                <a:cubicBezTo>
                  <a:pt x="531" y="839"/>
                  <a:pt x="529" y="834"/>
                  <a:pt x="528" y="828"/>
                </a:cubicBezTo>
                <a:cubicBezTo>
                  <a:pt x="524" y="828"/>
                  <a:pt x="524" y="828"/>
                  <a:pt x="524" y="828"/>
                </a:cubicBezTo>
                <a:cubicBezTo>
                  <a:pt x="524" y="824"/>
                  <a:pt x="522" y="822"/>
                  <a:pt x="520" y="820"/>
                </a:cubicBezTo>
                <a:cubicBezTo>
                  <a:pt x="521" y="829"/>
                  <a:pt x="523" y="837"/>
                  <a:pt x="526" y="845"/>
                </a:cubicBezTo>
                <a:cubicBezTo>
                  <a:pt x="526" y="845"/>
                  <a:pt x="526" y="845"/>
                  <a:pt x="526" y="845"/>
                </a:cubicBezTo>
                <a:cubicBezTo>
                  <a:pt x="526" y="846"/>
                  <a:pt x="526" y="846"/>
                  <a:pt x="526" y="846"/>
                </a:cubicBezTo>
                <a:cubicBezTo>
                  <a:pt x="531" y="859"/>
                  <a:pt x="536" y="871"/>
                  <a:pt x="543" y="882"/>
                </a:cubicBezTo>
                <a:close/>
                <a:moveTo>
                  <a:pt x="604" y="956"/>
                </a:moveTo>
                <a:cubicBezTo>
                  <a:pt x="604" y="956"/>
                  <a:pt x="604" y="956"/>
                  <a:pt x="604" y="957"/>
                </a:cubicBezTo>
                <a:cubicBezTo>
                  <a:pt x="604" y="956"/>
                  <a:pt x="604" y="956"/>
                  <a:pt x="604" y="956"/>
                </a:cubicBezTo>
                <a:cubicBezTo>
                  <a:pt x="604" y="956"/>
                  <a:pt x="604" y="956"/>
                  <a:pt x="604" y="956"/>
                </a:cubicBezTo>
                <a:close/>
                <a:moveTo>
                  <a:pt x="523" y="885"/>
                </a:moveTo>
                <a:cubicBezTo>
                  <a:pt x="523" y="884"/>
                  <a:pt x="524" y="883"/>
                  <a:pt x="524" y="882"/>
                </a:cubicBezTo>
                <a:cubicBezTo>
                  <a:pt x="524" y="881"/>
                  <a:pt x="523" y="880"/>
                  <a:pt x="523" y="880"/>
                </a:cubicBezTo>
                <a:cubicBezTo>
                  <a:pt x="522" y="874"/>
                  <a:pt x="520" y="868"/>
                  <a:pt x="519" y="862"/>
                </a:cubicBezTo>
                <a:cubicBezTo>
                  <a:pt x="519" y="862"/>
                  <a:pt x="519" y="862"/>
                  <a:pt x="519" y="862"/>
                </a:cubicBezTo>
                <a:cubicBezTo>
                  <a:pt x="516" y="862"/>
                  <a:pt x="516" y="860"/>
                  <a:pt x="515" y="859"/>
                </a:cubicBezTo>
                <a:cubicBezTo>
                  <a:pt x="515" y="859"/>
                  <a:pt x="514" y="859"/>
                  <a:pt x="514" y="859"/>
                </a:cubicBezTo>
                <a:cubicBezTo>
                  <a:pt x="514" y="862"/>
                  <a:pt x="514" y="863"/>
                  <a:pt x="513" y="863"/>
                </a:cubicBezTo>
                <a:cubicBezTo>
                  <a:pt x="516" y="882"/>
                  <a:pt x="522" y="900"/>
                  <a:pt x="530" y="917"/>
                </a:cubicBezTo>
                <a:cubicBezTo>
                  <a:pt x="533" y="922"/>
                  <a:pt x="536" y="927"/>
                  <a:pt x="539" y="932"/>
                </a:cubicBezTo>
                <a:cubicBezTo>
                  <a:pt x="540" y="931"/>
                  <a:pt x="541" y="931"/>
                  <a:pt x="542" y="932"/>
                </a:cubicBezTo>
                <a:cubicBezTo>
                  <a:pt x="543" y="932"/>
                  <a:pt x="543" y="934"/>
                  <a:pt x="542" y="935"/>
                </a:cubicBezTo>
                <a:cubicBezTo>
                  <a:pt x="541" y="935"/>
                  <a:pt x="541" y="935"/>
                  <a:pt x="541" y="935"/>
                </a:cubicBezTo>
                <a:cubicBezTo>
                  <a:pt x="549" y="947"/>
                  <a:pt x="559" y="959"/>
                  <a:pt x="570" y="970"/>
                </a:cubicBezTo>
                <a:cubicBezTo>
                  <a:pt x="570" y="968"/>
                  <a:pt x="570" y="967"/>
                  <a:pt x="570" y="965"/>
                </a:cubicBezTo>
                <a:cubicBezTo>
                  <a:pt x="574" y="964"/>
                  <a:pt x="573" y="968"/>
                  <a:pt x="573" y="970"/>
                </a:cubicBezTo>
                <a:cubicBezTo>
                  <a:pt x="571" y="970"/>
                  <a:pt x="571" y="970"/>
                  <a:pt x="571" y="970"/>
                </a:cubicBezTo>
                <a:cubicBezTo>
                  <a:pt x="577" y="976"/>
                  <a:pt x="584" y="982"/>
                  <a:pt x="591" y="987"/>
                </a:cubicBezTo>
                <a:cubicBezTo>
                  <a:pt x="603" y="987"/>
                  <a:pt x="603" y="987"/>
                  <a:pt x="603" y="987"/>
                </a:cubicBezTo>
                <a:cubicBezTo>
                  <a:pt x="598" y="984"/>
                  <a:pt x="593" y="980"/>
                  <a:pt x="589" y="976"/>
                </a:cubicBezTo>
                <a:cubicBezTo>
                  <a:pt x="584" y="972"/>
                  <a:pt x="579" y="968"/>
                  <a:pt x="575" y="963"/>
                </a:cubicBezTo>
                <a:cubicBezTo>
                  <a:pt x="575" y="963"/>
                  <a:pt x="575" y="963"/>
                  <a:pt x="575" y="963"/>
                </a:cubicBezTo>
                <a:cubicBezTo>
                  <a:pt x="571" y="966"/>
                  <a:pt x="566" y="963"/>
                  <a:pt x="567" y="958"/>
                </a:cubicBezTo>
                <a:cubicBezTo>
                  <a:pt x="566" y="958"/>
                  <a:pt x="565" y="958"/>
                  <a:pt x="563" y="958"/>
                </a:cubicBezTo>
                <a:cubicBezTo>
                  <a:pt x="564" y="956"/>
                  <a:pt x="564" y="955"/>
                  <a:pt x="565" y="953"/>
                </a:cubicBezTo>
                <a:cubicBezTo>
                  <a:pt x="555" y="943"/>
                  <a:pt x="547" y="932"/>
                  <a:pt x="540" y="920"/>
                </a:cubicBezTo>
                <a:cubicBezTo>
                  <a:pt x="540" y="920"/>
                  <a:pt x="540" y="920"/>
                  <a:pt x="540" y="920"/>
                </a:cubicBezTo>
                <a:cubicBezTo>
                  <a:pt x="540" y="922"/>
                  <a:pt x="542" y="923"/>
                  <a:pt x="541" y="926"/>
                </a:cubicBezTo>
                <a:cubicBezTo>
                  <a:pt x="538" y="926"/>
                  <a:pt x="534" y="923"/>
                  <a:pt x="536" y="918"/>
                </a:cubicBezTo>
                <a:cubicBezTo>
                  <a:pt x="536" y="919"/>
                  <a:pt x="537" y="918"/>
                  <a:pt x="537" y="918"/>
                </a:cubicBezTo>
                <a:cubicBezTo>
                  <a:pt x="537" y="918"/>
                  <a:pt x="538" y="917"/>
                  <a:pt x="538" y="917"/>
                </a:cubicBezTo>
                <a:cubicBezTo>
                  <a:pt x="535" y="910"/>
                  <a:pt x="532" y="903"/>
                  <a:pt x="529" y="896"/>
                </a:cubicBezTo>
                <a:cubicBezTo>
                  <a:pt x="529" y="896"/>
                  <a:pt x="529" y="896"/>
                  <a:pt x="529" y="896"/>
                </a:cubicBezTo>
                <a:cubicBezTo>
                  <a:pt x="528" y="896"/>
                  <a:pt x="528" y="896"/>
                  <a:pt x="528" y="895"/>
                </a:cubicBezTo>
                <a:cubicBezTo>
                  <a:pt x="528" y="894"/>
                  <a:pt x="527" y="893"/>
                  <a:pt x="527" y="892"/>
                </a:cubicBezTo>
                <a:cubicBezTo>
                  <a:pt x="526" y="891"/>
                  <a:pt x="526" y="891"/>
                  <a:pt x="526" y="891"/>
                </a:cubicBezTo>
                <a:cubicBezTo>
                  <a:pt x="526" y="890"/>
                  <a:pt x="526" y="890"/>
                  <a:pt x="526" y="889"/>
                </a:cubicBezTo>
                <a:cubicBezTo>
                  <a:pt x="526" y="889"/>
                  <a:pt x="526" y="888"/>
                  <a:pt x="526" y="888"/>
                </a:cubicBezTo>
                <a:cubicBezTo>
                  <a:pt x="525" y="888"/>
                  <a:pt x="525" y="888"/>
                  <a:pt x="525" y="888"/>
                </a:cubicBezTo>
                <a:cubicBezTo>
                  <a:pt x="525" y="888"/>
                  <a:pt x="525" y="889"/>
                  <a:pt x="525" y="889"/>
                </a:cubicBezTo>
                <a:cubicBezTo>
                  <a:pt x="522" y="889"/>
                  <a:pt x="521" y="889"/>
                  <a:pt x="519" y="888"/>
                </a:cubicBezTo>
                <a:cubicBezTo>
                  <a:pt x="519" y="885"/>
                  <a:pt x="521" y="885"/>
                  <a:pt x="523" y="885"/>
                </a:cubicBezTo>
                <a:close/>
                <a:moveTo>
                  <a:pt x="526" y="649"/>
                </a:moveTo>
                <a:cubicBezTo>
                  <a:pt x="526" y="649"/>
                  <a:pt x="526" y="649"/>
                  <a:pt x="526" y="650"/>
                </a:cubicBezTo>
                <a:cubicBezTo>
                  <a:pt x="525" y="650"/>
                  <a:pt x="525" y="650"/>
                  <a:pt x="525" y="650"/>
                </a:cubicBezTo>
                <a:cubicBezTo>
                  <a:pt x="517" y="654"/>
                  <a:pt x="510" y="660"/>
                  <a:pt x="503" y="665"/>
                </a:cubicBezTo>
                <a:cubicBezTo>
                  <a:pt x="499" y="669"/>
                  <a:pt x="494" y="673"/>
                  <a:pt x="490" y="677"/>
                </a:cubicBezTo>
                <a:cubicBezTo>
                  <a:pt x="490" y="677"/>
                  <a:pt x="490" y="677"/>
                  <a:pt x="490" y="677"/>
                </a:cubicBezTo>
                <a:cubicBezTo>
                  <a:pt x="490" y="677"/>
                  <a:pt x="489" y="677"/>
                  <a:pt x="489" y="677"/>
                </a:cubicBezTo>
                <a:cubicBezTo>
                  <a:pt x="489" y="678"/>
                  <a:pt x="489" y="678"/>
                  <a:pt x="488" y="678"/>
                </a:cubicBezTo>
                <a:cubicBezTo>
                  <a:pt x="488" y="678"/>
                  <a:pt x="489" y="678"/>
                  <a:pt x="489" y="678"/>
                </a:cubicBezTo>
                <a:cubicBezTo>
                  <a:pt x="489" y="679"/>
                  <a:pt x="489" y="681"/>
                  <a:pt x="489" y="682"/>
                </a:cubicBezTo>
                <a:cubicBezTo>
                  <a:pt x="487" y="682"/>
                  <a:pt x="486" y="682"/>
                  <a:pt x="485" y="682"/>
                </a:cubicBezTo>
                <a:cubicBezTo>
                  <a:pt x="484" y="682"/>
                  <a:pt x="484" y="683"/>
                  <a:pt x="483" y="684"/>
                </a:cubicBezTo>
                <a:cubicBezTo>
                  <a:pt x="483" y="684"/>
                  <a:pt x="483" y="684"/>
                  <a:pt x="483" y="684"/>
                </a:cubicBezTo>
                <a:cubicBezTo>
                  <a:pt x="486" y="686"/>
                  <a:pt x="490" y="684"/>
                  <a:pt x="493" y="683"/>
                </a:cubicBezTo>
                <a:cubicBezTo>
                  <a:pt x="498" y="679"/>
                  <a:pt x="503" y="674"/>
                  <a:pt x="508" y="670"/>
                </a:cubicBezTo>
                <a:cubicBezTo>
                  <a:pt x="505" y="670"/>
                  <a:pt x="504" y="669"/>
                  <a:pt x="501" y="671"/>
                </a:cubicBezTo>
                <a:cubicBezTo>
                  <a:pt x="500" y="669"/>
                  <a:pt x="500" y="668"/>
                  <a:pt x="501" y="667"/>
                </a:cubicBezTo>
                <a:cubicBezTo>
                  <a:pt x="511" y="667"/>
                  <a:pt x="511" y="667"/>
                  <a:pt x="511" y="667"/>
                </a:cubicBezTo>
                <a:cubicBezTo>
                  <a:pt x="511" y="667"/>
                  <a:pt x="511" y="668"/>
                  <a:pt x="510" y="668"/>
                </a:cubicBezTo>
                <a:cubicBezTo>
                  <a:pt x="510" y="668"/>
                  <a:pt x="511" y="668"/>
                  <a:pt x="511" y="668"/>
                </a:cubicBezTo>
                <a:cubicBezTo>
                  <a:pt x="519" y="661"/>
                  <a:pt x="528" y="655"/>
                  <a:pt x="537" y="650"/>
                </a:cubicBezTo>
                <a:cubicBezTo>
                  <a:pt x="535" y="650"/>
                  <a:pt x="535" y="650"/>
                  <a:pt x="535" y="650"/>
                </a:cubicBezTo>
                <a:cubicBezTo>
                  <a:pt x="535" y="648"/>
                  <a:pt x="536" y="645"/>
                  <a:pt x="536" y="643"/>
                </a:cubicBezTo>
                <a:cubicBezTo>
                  <a:pt x="532" y="645"/>
                  <a:pt x="529" y="647"/>
                  <a:pt x="526" y="649"/>
                </a:cubicBezTo>
                <a:close/>
                <a:moveTo>
                  <a:pt x="563" y="991"/>
                </a:moveTo>
                <a:cubicBezTo>
                  <a:pt x="562" y="990"/>
                  <a:pt x="561" y="990"/>
                  <a:pt x="560" y="989"/>
                </a:cubicBezTo>
                <a:cubicBezTo>
                  <a:pt x="558" y="990"/>
                  <a:pt x="558" y="992"/>
                  <a:pt x="558" y="994"/>
                </a:cubicBezTo>
                <a:cubicBezTo>
                  <a:pt x="562" y="997"/>
                  <a:pt x="566" y="1000"/>
                  <a:pt x="569" y="1004"/>
                </a:cubicBezTo>
                <a:cubicBezTo>
                  <a:pt x="570" y="1000"/>
                  <a:pt x="568" y="995"/>
                  <a:pt x="563" y="991"/>
                </a:cubicBezTo>
                <a:close/>
                <a:moveTo>
                  <a:pt x="173" y="461"/>
                </a:moveTo>
                <a:cubicBezTo>
                  <a:pt x="172" y="461"/>
                  <a:pt x="171" y="462"/>
                  <a:pt x="171" y="463"/>
                </a:cubicBezTo>
                <a:cubicBezTo>
                  <a:pt x="172" y="463"/>
                  <a:pt x="172" y="461"/>
                  <a:pt x="173" y="461"/>
                </a:cubicBezTo>
                <a:close/>
                <a:moveTo>
                  <a:pt x="537" y="970"/>
                </a:moveTo>
                <a:cubicBezTo>
                  <a:pt x="542" y="977"/>
                  <a:pt x="547" y="983"/>
                  <a:pt x="553" y="988"/>
                </a:cubicBezTo>
                <a:cubicBezTo>
                  <a:pt x="553" y="988"/>
                  <a:pt x="553" y="988"/>
                  <a:pt x="554" y="988"/>
                </a:cubicBezTo>
                <a:cubicBezTo>
                  <a:pt x="562" y="988"/>
                  <a:pt x="562" y="988"/>
                  <a:pt x="562" y="988"/>
                </a:cubicBezTo>
                <a:cubicBezTo>
                  <a:pt x="556" y="982"/>
                  <a:pt x="551" y="976"/>
                  <a:pt x="546" y="970"/>
                </a:cubicBezTo>
                <a:lnTo>
                  <a:pt x="537" y="970"/>
                </a:lnTo>
                <a:close/>
                <a:moveTo>
                  <a:pt x="664" y="644"/>
                </a:moveTo>
                <a:cubicBezTo>
                  <a:pt x="662" y="643"/>
                  <a:pt x="661" y="641"/>
                  <a:pt x="660" y="640"/>
                </a:cubicBezTo>
                <a:cubicBezTo>
                  <a:pt x="658" y="639"/>
                  <a:pt x="657" y="639"/>
                  <a:pt x="655" y="639"/>
                </a:cubicBezTo>
                <a:cubicBezTo>
                  <a:pt x="655" y="642"/>
                  <a:pt x="654" y="645"/>
                  <a:pt x="652" y="645"/>
                </a:cubicBezTo>
                <a:cubicBezTo>
                  <a:pt x="654" y="645"/>
                  <a:pt x="657" y="645"/>
                  <a:pt x="659" y="646"/>
                </a:cubicBezTo>
                <a:cubicBezTo>
                  <a:pt x="659" y="645"/>
                  <a:pt x="660" y="645"/>
                  <a:pt x="660" y="645"/>
                </a:cubicBezTo>
                <a:cubicBezTo>
                  <a:pt x="663" y="646"/>
                  <a:pt x="664" y="646"/>
                  <a:pt x="664" y="644"/>
                </a:cubicBezTo>
                <a:close/>
                <a:moveTo>
                  <a:pt x="626" y="640"/>
                </a:moveTo>
                <a:cubicBezTo>
                  <a:pt x="628" y="640"/>
                  <a:pt x="630" y="640"/>
                  <a:pt x="631" y="641"/>
                </a:cubicBezTo>
                <a:cubicBezTo>
                  <a:pt x="631" y="643"/>
                  <a:pt x="631" y="644"/>
                  <a:pt x="631" y="646"/>
                </a:cubicBezTo>
                <a:cubicBezTo>
                  <a:pt x="636" y="645"/>
                  <a:pt x="642" y="645"/>
                  <a:pt x="647" y="645"/>
                </a:cubicBezTo>
                <a:cubicBezTo>
                  <a:pt x="647" y="645"/>
                  <a:pt x="647" y="644"/>
                  <a:pt x="647" y="643"/>
                </a:cubicBezTo>
                <a:cubicBezTo>
                  <a:pt x="644" y="644"/>
                  <a:pt x="641" y="643"/>
                  <a:pt x="639" y="641"/>
                </a:cubicBezTo>
                <a:cubicBezTo>
                  <a:pt x="639" y="640"/>
                  <a:pt x="639" y="640"/>
                  <a:pt x="639" y="639"/>
                </a:cubicBezTo>
                <a:cubicBezTo>
                  <a:pt x="635" y="640"/>
                  <a:pt x="630" y="640"/>
                  <a:pt x="626" y="640"/>
                </a:cubicBezTo>
                <a:close/>
                <a:moveTo>
                  <a:pt x="169" y="469"/>
                </a:moveTo>
                <a:cubicBezTo>
                  <a:pt x="170" y="470"/>
                  <a:pt x="171" y="470"/>
                  <a:pt x="171" y="472"/>
                </a:cubicBezTo>
                <a:cubicBezTo>
                  <a:pt x="172" y="471"/>
                  <a:pt x="173" y="470"/>
                  <a:pt x="174" y="469"/>
                </a:cubicBezTo>
                <a:cubicBezTo>
                  <a:pt x="174" y="469"/>
                  <a:pt x="174" y="468"/>
                  <a:pt x="174" y="468"/>
                </a:cubicBezTo>
                <a:cubicBezTo>
                  <a:pt x="173" y="469"/>
                  <a:pt x="171" y="469"/>
                  <a:pt x="169" y="469"/>
                </a:cubicBezTo>
                <a:close/>
                <a:moveTo>
                  <a:pt x="555" y="889"/>
                </a:moveTo>
                <a:cubicBezTo>
                  <a:pt x="554" y="888"/>
                  <a:pt x="554" y="888"/>
                  <a:pt x="554" y="887"/>
                </a:cubicBezTo>
                <a:cubicBezTo>
                  <a:pt x="553" y="887"/>
                  <a:pt x="552" y="887"/>
                  <a:pt x="550" y="887"/>
                </a:cubicBezTo>
                <a:cubicBezTo>
                  <a:pt x="549" y="886"/>
                  <a:pt x="550" y="883"/>
                  <a:pt x="548" y="882"/>
                </a:cubicBezTo>
                <a:cubicBezTo>
                  <a:pt x="549" y="885"/>
                  <a:pt x="548" y="887"/>
                  <a:pt x="546" y="887"/>
                </a:cubicBezTo>
                <a:cubicBezTo>
                  <a:pt x="546" y="888"/>
                  <a:pt x="547" y="889"/>
                  <a:pt x="547" y="889"/>
                </a:cubicBezTo>
                <a:cubicBezTo>
                  <a:pt x="548" y="889"/>
                  <a:pt x="548" y="889"/>
                  <a:pt x="549" y="889"/>
                </a:cubicBezTo>
                <a:cubicBezTo>
                  <a:pt x="548" y="890"/>
                  <a:pt x="549" y="891"/>
                  <a:pt x="549" y="892"/>
                </a:cubicBezTo>
                <a:cubicBezTo>
                  <a:pt x="554" y="901"/>
                  <a:pt x="560" y="909"/>
                  <a:pt x="566" y="916"/>
                </a:cubicBezTo>
                <a:cubicBezTo>
                  <a:pt x="571" y="916"/>
                  <a:pt x="571" y="916"/>
                  <a:pt x="571" y="916"/>
                </a:cubicBezTo>
                <a:cubicBezTo>
                  <a:pt x="571" y="918"/>
                  <a:pt x="570" y="919"/>
                  <a:pt x="569" y="920"/>
                </a:cubicBezTo>
                <a:cubicBezTo>
                  <a:pt x="570" y="920"/>
                  <a:pt x="570" y="921"/>
                  <a:pt x="570" y="921"/>
                </a:cubicBezTo>
                <a:cubicBezTo>
                  <a:pt x="570" y="919"/>
                  <a:pt x="571" y="918"/>
                  <a:pt x="572" y="916"/>
                </a:cubicBezTo>
                <a:cubicBezTo>
                  <a:pt x="575" y="916"/>
                  <a:pt x="575" y="916"/>
                  <a:pt x="575" y="916"/>
                </a:cubicBezTo>
                <a:cubicBezTo>
                  <a:pt x="571" y="912"/>
                  <a:pt x="568" y="907"/>
                  <a:pt x="564" y="903"/>
                </a:cubicBezTo>
                <a:cubicBezTo>
                  <a:pt x="562" y="900"/>
                  <a:pt x="560" y="897"/>
                  <a:pt x="558" y="894"/>
                </a:cubicBezTo>
                <a:cubicBezTo>
                  <a:pt x="557" y="894"/>
                  <a:pt x="556" y="895"/>
                  <a:pt x="554" y="895"/>
                </a:cubicBezTo>
                <a:cubicBezTo>
                  <a:pt x="553" y="894"/>
                  <a:pt x="553" y="892"/>
                  <a:pt x="553" y="890"/>
                </a:cubicBezTo>
                <a:cubicBezTo>
                  <a:pt x="554" y="889"/>
                  <a:pt x="554" y="889"/>
                  <a:pt x="555" y="889"/>
                </a:cubicBezTo>
                <a:close/>
                <a:moveTo>
                  <a:pt x="705" y="669"/>
                </a:moveTo>
                <a:cubicBezTo>
                  <a:pt x="704" y="671"/>
                  <a:pt x="703" y="673"/>
                  <a:pt x="702" y="675"/>
                </a:cubicBezTo>
                <a:cubicBezTo>
                  <a:pt x="704" y="675"/>
                  <a:pt x="706" y="675"/>
                  <a:pt x="708" y="676"/>
                </a:cubicBezTo>
                <a:cubicBezTo>
                  <a:pt x="707" y="675"/>
                  <a:pt x="707" y="674"/>
                  <a:pt x="708" y="672"/>
                </a:cubicBezTo>
                <a:cubicBezTo>
                  <a:pt x="710" y="671"/>
                  <a:pt x="714" y="671"/>
                  <a:pt x="715" y="670"/>
                </a:cubicBezTo>
                <a:cubicBezTo>
                  <a:pt x="713" y="670"/>
                  <a:pt x="710" y="669"/>
                  <a:pt x="708" y="669"/>
                </a:cubicBezTo>
                <a:cubicBezTo>
                  <a:pt x="707" y="669"/>
                  <a:pt x="707" y="669"/>
                  <a:pt x="706" y="669"/>
                </a:cubicBezTo>
                <a:cubicBezTo>
                  <a:pt x="706" y="669"/>
                  <a:pt x="706" y="669"/>
                  <a:pt x="706" y="669"/>
                </a:cubicBezTo>
                <a:cubicBezTo>
                  <a:pt x="705" y="669"/>
                  <a:pt x="705" y="669"/>
                  <a:pt x="705" y="669"/>
                </a:cubicBezTo>
                <a:close/>
                <a:moveTo>
                  <a:pt x="727" y="675"/>
                </a:moveTo>
                <a:cubicBezTo>
                  <a:pt x="721" y="676"/>
                  <a:pt x="719" y="674"/>
                  <a:pt x="718" y="671"/>
                </a:cubicBezTo>
                <a:cubicBezTo>
                  <a:pt x="718" y="673"/>
                  <a:pt x="718" y="675"/>
                  <a:pt x="718" y="677"/>
                </a:cubicBezTo>
                <a:cubicBezTo>
                  <a:pt x="720" y="677"/>
                  <a:pt x="722" y="677"/>
                  <a:pt x="725" y="677"/>
                </a:cubicBezTo>
                <a:cubicBezTo>
                  <a:pt x="726" y="677"/>
                  <a:pt x="726" y="676"/>
                  <a:pt x="727" y="675"/>
                </a:cubicBezTo>
                <a:close/>
                <a:moveTo>
                  <a:pt x="736" y="677"/>
                </a:moveTo>
                <a:cubicBezTo>
                  <a:pt x="738" y="677"/>
                  <a:pt x="740" y="677"/>
                  <a:pt x="741" y="676"/>
                </a:cubicBezTo>
                <a:cubicBezTo>
                  <a:pt x="741" y="675"/>
                  <a:pt x="740" y="674"/>
                  <a:pt x="739" y="673"/>
                </a:cubicBezTo>
                <a:cubicBezTo>
                  <a:pt x="735" y="672"/>
                  <a:pt x="730" y="672"/>
                  <a:pt x="726" y="671"/>
                </a:cubicBezTo>
                <a:cubicBezTo>
                  <a:pt x="727" y="672"/>
                  <a:pt x="727" y="673"/>
                  <a:pt x="728" y="675"/>
                </a:cubicBezTo>
                <a:cubicBezTo>
                  <a:pt x="729" y="673"/>
                  <a:pt x="733" y="674"/>
                  <a:pt x="734" y="673"/>
                </a:cubicBezTo>
                <a:cubicBezTo>
                  <a:pt x="733" y="674"/>
                  <a:pt x="733" y="677"/>
                  <a:pt x="733" y="679"/>
                </a:cubicBezTo>
                <a:cubicBezTo>
                  <a:pt x="733" y="679"/>
                  <a:pt x="733" y="679"/>
                  <a:pt x="733" y="679"/>
                </a:cubicBezTo>
                <a:cubicBezTo>
                  <a:pt x="734" y="678"/>
                  <a:pt x="734" y="677"/>
                  <a:pt x="734" y="676"/>
                </a:cubicBezTo>
                <a:cubicBezTo>
                  <a:pt x="735" y="676"/>
                  <a:pt x="736" y="677"/>
                  <a:pt x="736" y="678"/>
                </a:cubicBezTo>
                <a:cubicBezTo>
                  <a:pt x="736" y="677"/>
                  <a:pt x="736" y="677"/>
                  <a:pt x="736" y="677"/>
                </a:cubicBezTo>
                <a:close/>
                <a:moveTo>
                  <a:pt x="591" y="987"/>
                </a:moveTo>
                <a:cubicBezTo>
                  <a:pt x="591" y="988"/>
                  <a:pt x="591" y="988"/>
                  <a:pt x="592" y="988"/>
                </a:cubicBezTo>
                <a:cubicBezTo>
                  <a:pt x="592" y="988"/>
                  <a:pt x="592" y="988"/>
                  <a:pt x="592" y="987"/>
                </a:cubicBezTo>
                <a:cubicBezTo>
                  <a:pt x="591" y="987"/>
                  <a:pt x="591" y="987"/>
                  <a:pt x="591" y="987"/>
                </a:cubicBezTo>
                <a:close/>
                <a:moveTo>
                  <a:pt x="508" y="925"/>
                </a:moveTo>
                <a:cubicBezTo>
                  <a:pt x="508" y="924"/>
                  <a:pt x="508" y="924"/>
                  <a:pt x="508" y="923"/>
                </a:cubicBezTo>
                <a:cubicBezTo>
                  <a:pt x="508" y="922"/>
                  <a:pt x="507" y="922"/>
                  <a:pt x="506" y="921"/>
                </a:cubicBezTo>
                <a:cubicBezTo>
                  <a:pt x="507" y="922"/>
                  <a:pt x="507" y="923"/>
                  <a:pt x="508" y="925"/>
                </a:cubicBezTo>
                <a:close/>
                <a:moveTo>
                  <a:pt x="488" y="815"/>
                </a:moveTo>
                <a:cubicBezTo>
                  <a:pt x="488" y="815"/>
                  <a:pt x="487" y="815"/>
                  <a:pt x="487" y="815"/>
                </a:cubicBezTo>
                <a:cubicBezTo>
                  <a:pt x="487" y="816"/>
                  <a:pt x="487" y="816"/>
                  <a:pt x="487" y="816"/>
                </a:cubicBezTo>
                <a:cubicBezTo>
                  <a:pt x="485" y="816"/>
                  <a:pt x="483" y="816"/>
                  <a:pt x="482" y="816"/>
                </a:cubicBezTo>
                <a:cubicBezTo>
                  <a:pt x="482" y="826"/>
                  <a:pt x="483" y="836"/>
                  <a:pt x="484" y="846"/>
                </a:cubicBezTo>
                <a:cubicBezTo>
                  <a:pt x="490" y="846"/>
                  <a:pt x="490" y="846"/>
                  <a:pt x="490" y="846"/>
                </a:cubicBezTo>
                <a:cubicBezTo>
                  <a:pt x="490" y="846"/>
                  <a:pt x="491" y="846"/>
                  <a:pt x="491" y="846"/>
                </a:cubicBezTo>
                <a:cubicBezTo>
                  <a:pt x="490" y="846"/>
                  <a:pt x="490" y="846"/>
                  <a:pt x="490" y="846"/>
                </a:cubicBezTo>
                <a:cubicBezTo>
                  <a:pt x="491" y="848"/>
                  <a:pt x="489" y="851"/>
                  <a:pt x="486" y="852"/>
                </a:cubicBezTo>
                <a:cubicBezTo>
                  <a:pt x="492" y="853"/>
                  <a:pt x="491" y="858"/>
                  <a:pt x="489" y="864"/>
                </a:cubicBezTo>
                <a:cubicBezTo>
                  <a:pt x="487" y="864"/>
                  <a:pt x="487" y="864"/>
                  <a:pt x="487" y="864"/>
                </a:cubicBezTo>
                <a:cubicBezTo>
                  <a:pt x="489" y="870"/>
                  <a:pt x="490" y="876"/>
                  <a:pt x="492" y="881"/>
                </a:cubicBezTo>
                <a:cubicBezTo>
                  <a:pt x="492" y="881"/>
                  <a:pt x="492" y="881"/>
                  <a:pt x="492" y="881"/>
                </a:cubicBezTo>
                <a:cubicBezTo>
                  <a:pt x="492" y="881"/>
                  <a:pt x="492" y="882"/>
                  <a:pt x="492" y="882"/>
                </a:cubicBezTo>
                <a:cubicBezTo>
                  <a:pt x="492" y="884"/>
                  <a:pt x="493" y="886"/>
                  <a:pt x="494" y="888"/>
                </a:cubicBezTo>
                <a:cubicBezTo>
                  <a:pt x="494" y="890"/>
                  <a:pt x="495" y="892"/>
                  <a:pt x="495" y="893"/>
                </a:cubicBezTo>
                <a:cubicBezTo>
                  <a:pt x="497" y="893"/>
                  <a:pt x="498" y="893"/>
                  <a:pt x="498" y="895"/>
                </a:cubicBezTo>
                <a:cubicBezTo>
                  <a:pt x="498" y="896"/>
                  <a:pt x="498" y="897"/>
                  <a:pt x="496" y="897"/>
                </a:cubicBezTo>
                <a:cubicBezTo>
                  <a:pt x="499" y="904"/>
                  <a:pt x="501" y="910"/>
                  <a:pt x="504" y="917"/>
                </a:cubicBezTo>
                <a:cubicBezTo>
                  <a:pt x="512" y="917"/>
                  <a:pt x="512" y="917"/>
                  <a:pt x="512" y="917"/>
                </a:cubicBezTo>
                <a:cubicBezTo>
                  <a:pt x="506" y="903"/>
                  <a:pt x="500" y="888"/>
                  <a:pt x="496" y="873"/>
                </a:cubicBezTo>
                <a:cubicBezTo>
                  <a:pt x="492" y="858"/>
                  <a:pt x="490" y="841"/>
                  <a:pt x="489" y="824"/>
                </a:cubicBezTo>
                <a:cubicBezTo>
                  <a:pt x="488" y="825"/>
                  <a:pt x="486" y="825"/>
                  <a:pt x="485" y="824"/>
                </a:cubicBezTo>
                <a:cubicBezTo>
                  <a:pt x="484" y="821"/>
                  <a:pt x="487" y="822"/>
                  <a:pt x="489" y="822"/>
                </a:cubicBezTo>
                <a:cubicBezTo>
                  <a:pt x="489" y="821"/>
                  <a:pt x="489" y="820"/>
                  <a:pt x="489" y="820"/>
                </a:cubicBezTo>
                <a:cubicBezTo>
                  <a:pt x="488" y="819"/>
                  <a:pt x="487" y="819"/>
                  <a:pt x="487" y="817"/>
                </a:cubicBezTo>
                <a:cubicBezTo>
                  <a:pt x="488" y="817"/>
                  <a:pt x="488" y="817"/>
                  <a:pt x="489" y="817"/>
                </a:cubicBezTo>
                <a:cubicBezTo>
                  <a:pt x="489" y="816"/>
                  <a:pt x="489" y="814"/>
                  <a:pt x="489" y="813"/>
                </a:cubicBezTo>
                <a:cubicBezTo>
                  <a:pt x="489" y="814"/>
                  <a:pt x="488" y="814"/>
                  <a:pt x="488" y="815"/>
                </a:cubicBezTo>
                <a:close/>
                <a:moveTo>
                  <a:pt x="489" y="826"/>
                </a:moveTo>
                <a:cubicBezTo>
                  <a:pt x="489" y="827"/>
                  <a:pt x="489" y="828"/>
                  <a:pt x="489" y="828"/>
                </a:cubicBezTo>
                <a:cubicBezTo>
                  <a:pt x="484" y="828"/>
                  <a:pt x="484" y="828"/>
                  <a:pt x="484" y="828"/>
                </a:cubicBezTo>
                <a:cubicBezTo>
                  <a:pt x="485" y="827"/>
                  <a:pt x="486" y="826"/>
                  <a:pt x="489" y="826"/>
                </a:cubicBezTo>
                <a:close/>
                <a:moveTo>
                  <a:pt x="482" y="815"/>
                </a:moveTo>
                <a:cubicBezTo>
                  <a:pt x="483" y="815"/>
                  <a:pt x="483" y="815"/>
                  <a:pt x="484" y="815"/>
                </a:cubicBezTo>
                <a:cubicBezTo>
                  <a:pt x="483" y="814"/>
                  <a:pt x="483" y="814"/>
                  <a:pt x="482" y="813"/>
                </a:cubicBezTo>
                <a:cubicBezTo>
                  <a:pt x="482" y="814"/>
                  <a:pt x="482" y="815"/>
                  <a:pt x="482" y="815"/>
                </a:cubicBezTo>
                <a:close/>
                <a:moveTo>
                  <a:pt x="32" y="511"/>
                </a:moveTo>
                <a:cubicBezTo>
                  <a:pt x="23" y="511"/>
                  <a:pt x="23" y="511"/>
                  <a:pt x="23" y="511"/>
                </a:cubicBezTo>
                <a:cubicBezTo>
                  <a:pt x="19" y="517"/>
                  <a:pt x="15" y="523"/>
                  <a:pt x="10" y="529"/>
                </a:cubicBezTo>
                <a:cubicBezTo>
                  <a:pt x="19" y="529"/>
                  <a:pt x="19" y="529"/>
                  <a:pt x="19" y="529"/>
                </a:cubicBezTo>
                <a:cubicBezTo>
                  <a:pt x="23" y="523"/>
                  <a:pt x="27" y="517"/>
                  <a:pt x="32" y="511"/>
                </a:cubicBezTo>
                <a:close/>
                <a:moveTo>
                  <a:pt x="579" y="745"/>
                </a:moveTo>
                <a:cubicBezTo>
                  <a:pt x="582" y="745"/>
                  <a:pt x="583" y="746"/>
                  <a:pt x="583" y="748"/>
                </a:cubicBezTo>
                <a:cubicBezTo>
                  <a:pt x="585" y="745"/>
                  <a:pt x="588" y="742"/>
                  <a:pt x="590" y="740"/>
                </a:cubicBezTo>
                <a:cubicBezTo>
                  <a:pt x="590" y="739"/>
                  <a:pt x="590" y="738"/>
                  <a:pt x="591" y="738"/>
                </a:cubicBezTo>
                <a:cubicBezTo>
                  <a:pt x="593" y="738"/>
                  <a:pt x="593" y="738"/>
                  <a:pt x="593" y="738"/>
                </a:cubicBezTo>
                <a:cubicBezTo>
                  <a:pt x="593" y="737"/>
                  <a:pt x="593" y="737"/>
                  <a:pt x="594" y="737"/>
                </a:cubicBezTo>
                <a:cubicBezTo>
                  <a:pt x="604" y="730"/>
                  <a:pt x="616" y="724"/>
                  <a:pt x="628" y="720"/>
                </a:cubicBezTo>
                <a:cubicBezTo>
                  <a:pt x="627" y="720"/>
                  <a:pt x="627" y="720"/>
                  <a:pt x="627" y="720"/>
                </a:cubicBezTo>
                <a:cubicBezTo>
                  <a:pt x="626" y="719"/>
                  <a:pt x="624" y="716"/>
                  <a:pt x="624" y="714"/>
                </a:cubicBezTo>
                <a:cubicBezTo>
                  <a:pt x="622" y="715"/>
                  <a:pt x="620" y="715"/>
                  <a:pt x="619" y="716"/>
                </a:cubicBezTo>
                <a:cubicBezTo>
                  <a:pt x="619" y="716"/>
                  <a:pt x="620" y="717"/>
                  <a:pt x="620" y="718"/>
                </a:cubicBezTo>
                <a:cubicBezTo>
                  <a:pt x="619" y="719"/>
                  <a:pt x="619" y="719"/>
                  <a:pt x="618" y="720"/>
                </a:cubicBezTo>
                <a:cubicBezTo>
                  <a:pt x="612" y="720"/>
                  <a:pt x="612" y="720"/>
                  <a:pt x="612" y="720"/>
                </a:cubicBezTo>
                <a:cubicBezTo>
                  <a:pt x="612" y="720"/>
                  <a:pt x="612" y="719"/>
                  <a:pt x="611" y="719"/>
                </a:cubicBezTo>
                <a:cubicBezTo>
                  <a:pt x="611" y="719"/>
                  <a:pt x="611" y="719"/>
                  <a:pt x="611" y="719"/>
                </a:cubicBezTo>
                <a:cubicBezTo>
                  <a:pt x="610" y="719"/>
                  <a:pt x="610" y="720"/>
                  <a:pt x="610" y="720"/>
                </a:cubicBezTo>
                <a:cubicBezTo>
                  <a:pt x="608" y="720"/>
                  <a:pt x="608" y="720"/>
                  <a:pt x="608" y="720"/>
                </a:cubicBezTo>
                <a:cubicBezTo>
                  <a:pt x="601" y="724"/>
                  <a:pt x="594" y="728"/>
                  <a:pt x="589" y="732"/>
                </a:cubicBezTo>
                <a:cubicBezTo>
                  <a:pt x="587" y="734"/>
                  <a:pt x="585" y="736"/>
                  <a:pt x="583" y="738"/>
                </a:cubicBezTo>
                <a:cubicBezTo>
                  <a:pt x="586" y="738"/>
                  <a:pt x="586" y="738"/>
                  <a:pt x="586" y="738"/>
                </a:cubicBezTo>
                <a:cubicBezTo>
                  <a:pt x="584" y="738"/>
                  <a:pt x="583" y="740"/>
                  <a:pt x="581" y="741"/>
                </a:cubicBezTo>
                <a:cubicBezTo>
                  <a:pt x="578" y="744"/>
                  <a:pt x="576" y="748"/>
                  <a:pt x="574" y="753"/>
                </a:cubicBezTo>
                <a:cubicBezTo>
                  <a:pt x="575" y="753"/>
                  <a:pt x="576" y="754"/>
                  <a:pt x="578" y="752"/>
                </a:cubicBezTo>
                <a:cubicBezTo>
                  <a:pt x="579" y="753"/>
                  <a:pt x="579" y="753"/>
                  <a:pt x="580" y="754"/>
                </a:cubicBezTo>
                <a:cubicBezTo>
                  <a:pt x="581" y="753"/>
                  <a:pt x="581" y="752"/>
                  <a:pt x="582" y="751"/>
                </a:cubicBezTo>
                <a:cubicBezTo>
                  <a:pt x="581" y="751"/>
                  <a:pt x="581" y="751"/>
                  <a:pt x="580" y="751"/>
                </a:cubicBezTo>
                <a:cubicBezTo>
                  <a:pt x="578" y="751"/>
                  <a:pt x="577" y="746"/>
                  <a:pt x="579" y="745"/>
                </a:cubicBezTo>
                <a:close/>
                <a:moveTo>
                  <a:pt x="466" y="793"/>
                </a:moveTo>
                <a:cubicBezTo>
                  <a:pt x="459" y="793"/>
                  <a:pt x="459" y="793"/>
                  <a:pt x="459" y="793"/>
                </a:cubicBezTo>
                <a:cubicBezTo>
                  <a:pt x="459" y="799"/>
                  <a:pt x="458" y="804"/>
                  <a:pt x="458" y="810"/>
                </a:cubicBezTo>
                <a:cubicBezTo>
                  <a:pt x="460" y="810"/>
                  <a:pt x="460" y="810"/>
                  <a:pt x="460" y="810"/>
                </a:cubicBezTo>
                <a:cubicBezTo>
                  <a:pt x="462" y="811"/>
                  <a:pt x="463" y="812"/>
                  <a:pt x="464" y="814"/>
                </a:cubicBezTo>
                <a:cubicBezTo>
                  <a:pt x="464" y="807"/>
                  <a:pt x="465" y="800"/>
                  <a:pt x="466" y="793"/>
                </a:cubicBezTo>
                <a:close/>
                <a:moveTo>
                  <a:pt x="47" y="748"/>
                </a:moveTo>
                <a:cubicBezTo>
                  <a:pt x="48" y="747"/>
                  <a:pt x="48" y="745"/>
                  <a:pt x="49" y="744"/>
                </a:cubicBezTo>
                <a:cubicBezTo>
                  <a:pt x="49" y="744"/>
                  <a:pt x="50" y="744"/>
                  <a:pt x="50" y="744"/>
                </a:cubicBezTo>
                <a:cubicBezTo>
                  <a:pt x="52" y="736"/>
                  <a:pt x="55" y="728"/>
                  <a:pt x="57" y="720"/>
                </a:cubicBezTo>
                <a:cubicBezTo>
                  <a:pt x="57" y="719"/>
                  <a:pt x="57" y="718"/>
                  <a:pt x="57" y="716"/>
                </a:cubicBezTo>
                <a:cubicBezTo>
                  <a:pt x="58" y="716"/>
                  <a:pt x="58" y="716"/>
                  <a:pt x="59" y="716"/>
                </a:cubicBezTo>
                <a:cubicBezTo>
                  <a:pt x="62" y="707"/>
                  <a:pt x="66" y="698"/>
                  <a:pt x="69" y="689"/>
                </a:cubicBezTo>
                <a:cubicBezTo>
                  <a:pt x="68" y="689"/>
                  <a:pt x="67" y="689"/>
                  <a:pt x="66" y="689"/>
                </a:cubicBezTo>
                <a:cubicBezTo>
                  <a:pt x="62" y="689"/>
                  <a:pt x="62" y="689"/>
                  <a:pt x="62" y="689"/>
                </a:cubicBezTo>
                <a:cubicBezTo>
                  <a:pt x="62" y="689"/>
                  <a:pt x="62" y="689"/>
                  <a:pt x="62" y="688"/>
                </a:cubicBezTo>
                <a:cubicBezTo>
                  <a:pt x="61" y="688"/>
                  <a:pt x="61" y="689"/>
                  <a:pt x="61" y="689"/>
                </a:cubicBezTo>
                <a:cubicBezTo>
                  <a:pt x="61" y="689"/>
                  <a:pt x="61" y="689"/>
                  <a:pt x="62" y="689"/>
                </a:cubicBezTo>
                <a:cubicBezTo>
                  <a:pt x="61" y="689"/>
                  <a:pt x="61" y="689"/>
                  <a:pt x="61" y="689"/>
                </a:cubicBezTo>
                <a:cubicBezTo>
                  <a:pt x="58" y="697"/>
                  <a:pt x="55" y="705"/>
                  <a:pt x="52" y="713"/>
                </a:cubicBezTo>
                <a:cubicBezTo>
                  <a:pt x="54" y="713"/>
                  <a:pt x="55" y="714"/>
                  <a:pt x="56" y="714"/>
                </a:cubicBezTo>
                <a:cubicBezTo>
                  <a:pt x="57" y="718"/>
                  <a:pt x="52" y="717"/>
                  <a:pt x="51" y="719"/>
                </a:cubicBezTo>
                <a:cubicBezTo>
                  <a:pt x="52" y="719"/>
                  <a:pt x="53" y="720"/>
                  <a:pt x="53" y="722"/>
                </a:cubicBezTo>
                <a:cubicBezTo>
                  <a:pt x="51" y="722"/>
                  <a:pt x="50" y="723"/>
                  <a:pt x="49" y="723"/>
                </a:cubicBezTo>
                <a:cubicBezTo>
                  <a:pt x="47" y="730"/>
                  <a:pt x="45" y="737"/>
                  <a:pt x="43" y="744"/>
                </a:cubicBezTo>
                <a:cubicBezTo>
                  <a:pt x="42" y="747"/>
                  <a:pt x="45" y="749"/>
                  <a:pt x="47" y="748"/>
                </a:cubicBezTo>
                <a:close/>
                <a:moveTo>
                  <a:pt x="517" y="711"/>
                </a:moveTo>
                <a:cubicBezTo>
                  <a:pt x="516" y="711"/>
                  <a:pt x="516" y="712"/>
                  <a:pt x="516" y="712"/>
                </a:cubicBezTo>
                <a:cubicBezTo>
                  <a:pt x="517" y="712"/>
                  <a:pt x="518" y="712"/>
                  <a:pt x="518" y="711"/>
                </a:cubicBezTo>
                <a:cubicBezTo>
                  <a:pt x="518" y="711"/>
                  <a:pt x="517" y="711"/>
                  <a:pt x="517" y="711"/>
                </a:cubicBezTo>
                <a:close/>
                <a:moveTo>
                  <a:pt x="111" y="506"/>
                </a:moveTo>
                <a:cubicBezTo>
                  <a:pt x="111" y="506"/>
                  <a:pt x="111" y="506"/>
                  <a:pt x="111" y="507"/>
                </a:cubicBezTo>
                <a:cubicBezTo>
                  <a:pt x="114" y="504"/>
                  <a:pt x="116" y="501"/>
                  <a:pt x="119" y="498"/>
                </a:cubicBezTo>
                <a:cubicBezTo>
                  <a:pt x="117" y="498"/>
                  <a:pt x="115" y="498"/>
                  <a:pt x="114" y="500"/>
                </a:cubicBezTo>
                <a:cubicBezTo>
                  <a:pt x="112" y="500"/>
                  <a:pt x="111" y="499"/>
                  <a:pt x="111" y="497"/>
                </a:cubicBezTo>
                <a:cubicBezTo>
                  <a:pt x="110" y="498"/>
                  <a:pt x="109" y="499"/>
                  <a:pt x="108" y="500"/>
                </a:cubicBezTo>
                <a:cubicBezTo>
                  <a:pt x="108" y="503"/>
                  <a:pt x="107" y="505"/>
                  <a:pt x="111" y="506"/>
                </a:cubicBezTo>
                <a:close/>
                <a:moveTo>
                  <a:pt x="111" y="497"/>
                </a:moveTo>
                <a:cubicBezTo>
                  <a:pt x="111" y="497"/>
                  <a:pt x="111" y="497"/>
                  <a:pt x="111" y="497"/>
                </a:cubicBezTo>
                <a:cubicBezTo>
                  <a:pt x="111" y="497"/>
                  <a:pt x="111" y="497"/>
                  <a:pt x="111" y="497"/>
                </a:cubicBezTo>
                <a:cubicBezTo>
                  <a:pt x="111" y="497"/>
                  <a:pt x="111" y="497"/>
                  <a:pt x="111" y="497"/>
                </a:cubicBezTo>
                <a:close/>
                <a:moveTo>
                  <a:pt x="119" y="497"/>
                </a:moveTo>
                <a:cubicBezTo>
                  <a:pt x="120" y="495"/>
                  <a:pt x="122" y="494"/>
                  <a:pt x="122" y="492"/>
                </a:cubicBezTo>
                <a:cubicBezTo>
                  <a:pt x="124" y="492"/>
                  <a:pt x="124" y="492"/>
                  <a:pt x="124" y="492"/>
                </a:cubicBezTo>
                <a:cubicBezTo>
                  <a:pt x="129" y="486"/>
                  <a:pt x="134" y="480"/>
                  <a:pt x="140" y="475"/>
                </a:cubicBezTo>
                <a:cubicBezTo>
                  <a:pt x="138" y="475"/>
                  <a:pt x="138" y="475"/>
                  <a:pt x="138" y="475"/>
                </a:cubicBezTo>
                <a:cubicBezTo>
                  <a:pt x="136" y="474"/>
                  <a:pt x="135" y="473"/>
                  <a:pt x="133" y="472"/>
                </a:cubicBezTo>
                <a:cubicBezTo>
                  <a:pt x="126" y="480"/>
                  <a:pt x="118" y="488"/>
                  <a:pt x="111" y="497"/>
                </a:cubicBezTo>
                <a:cubicBezTo>
                  <a:pt x="113" y="494"/>
                  <a:pt x="116" y="498"/>
                  <a:pt x="119" y="497"/>
                </a:cubicBezTo>
                <a:close/>
                <a:moveTo>
                  <a:pt x="494" y="747"/>
                </a:moveTo>
                <a:cubicBezTo>
                  <a:pt x="491" y="755"/>
                  <a:pt x="488" y="765"/>
                  <a:pt x="486" y="774"/>
                </a:cubicBezTo>
                <a:cubicBezTo>
                  <a:pt x="488" y="774"/>
                  <a:pt x="488" y="774"/>
                  <a:pt x="488" y="774"/>
                </a:cubicBezTo>
                <a:cubicBezTo>
                  <a:pt x="488" y="777"/>
                  <a:pt x="487" y="779"/>
                  <a:pt x="485" y="780"/>
                </a:cubicBezTo>
                <a:cubicBezTo>
                  <a:pt x="484" y="783"/>
                  <a:pt x="484" y="785"/>
                  <a:pt x="484" y="788"/>
                </a:cubicBezTo>
                <a:cubicBezTo>
                  <a:pt x="484" y="789"/>
                  <a:pt x="484" y="789"/>
                  <a:pt x="484" y="789"/>
                </a:cubicBezTo>
                <a:cubicBezTo>
                  <a:pt x="485" y="789"/>
                  <a:pt x="485" y="790"/>
                  <a:pt x="485" y="790"/>
                </a:cubicBezTo>
                <a:cubicBezTo>
                  <a:pt x="485" y="791"/>
                  <a:pt x="485" y="792"/>
                  <a:pt x="485" y="793"/>
                </a:cubicBezTo>
                <a:cubicBezTo>
                  <a:pt x="483" y="793"/>
                  <a:pt x="483" y="793"/>
                  <a:pt x="483" y="793"/>
                </a:cubicBezTo>
                <a:cubicBezTo>
                  <a:pt x="483" y="798"/>
                  <a:pt x="482" y="804"/>
                  <a:pt x="482" y="810"/>
                </a:cubicBezTo>
                <a:cubicBezTo>
                  <a:pt x="489" y="810"/>
                  <a:pt x="489" y="810"/>
                  <a:pt x="489" y="810"/>
                </a:cubicBezTo>
                <a:cubicBezTo>
                  <a:pt x="489" y="792"/>
                  <a:pt x="492" y="773"/>
                  <a:pt x="498" y="757"/>
                </a:cubicBezTo>
                <a:cubicBezTo>
                  <a:pt x="497" y="754"/>
                  <a:pt x="496" y="751"/>
                  <a:pt x="496" y="747"/>
                </a:cubicBezTo>
                <a:cubicBezTo>
                  <a:pt x="496" y="747"/>
                  <a:pt x="495" y="747"/>
                  <a:pt x="494" y="747"/>
                </a:cubicBezTo>
                <a:close/>
                <a:moveTo>
                  <a:pt x="108" y="511"/>
                </a:moveTo>
                <a:cubicBezTo>
                  <a:pt x="107" y="511"/>
                  <a:pt x="107" y="511"/>
                  <a:pt x="107" y="511"/>
                </a:cubicBezTo>
                <a:cubicBezTo>
                  <a:pt x="107" y="509"/>
                  <a:pt x="105" y="506"/>
                  <a:pt x="105" y="504"/>
                </a:cubicBezTo>
                <a:cubicBezTo>
                  <a:pt x="105" y="504"/>
                  <a:pt x="105" y="504"/>
                  <a:pt x="105" y="504"/>
                </a:cubicBezTo>
                <a:cubicBezTo>
                  <a:pt x="104" y="505"/>
                  <a:pt x="103" y="506"/>
                  <a:pt x="102" y="507"/>
                </a:cubicBezTo>
                <a:cubicBezTo>
                  <a:pt x="103" y="508"/>
                  <a:pt x="104" y="510"/>
                  <a:pt x="105" y="511"/>
                </a:cubicBezTo>
                <a:cubicBezTo>
                  <a:pt x="99" y="511"/>
                  <a:pt x="99" y="511"/>
                  <a:pt x="99" y="511"/>
                </a:cubicBezTo>
                <a:cubicBezTo>
                  <a:pt x="94" y="517"/>
                  <a:pt x="89" y="523"/>
                  <a:pt x="84" y="529"/>
                </a:cubicBezTo>
                <a:cubicBezTo>
                  <a:pt x="85" y="529"/>
                  <a:pt x="86" y="530"/>
                  <a:pt x="87" y="530"/>
                </a:cubicBezTo>
                <a:cubicBezTo>
                  <a:pt x="87" y="536"/>
                  <a:pt x="87" y="536"/>
                  <a:pt x="87" y="536"/>
                </a:cubicBezTo>
                <a:cubicBezTo>
                  <a:pt x="87" y="536"/>
                  <a:pt x="87" y="536"/>
                  <a:pt x="87" y="536"/>
                </a:cubicBezTo>
                <a:cubicBezTo>
                  <a:pt x="87" y="536"/>
                  <a:pt x="87" y="537"/>
                  <a:pt x="87" y="537"/>
                </a:cubicBezTo>
                <a:cubicBezTo>
                  <a:pt x="94" y="528"/>
                  <a:pt x="101" y="519"/>
                  <a:pt x="108" y="511"/>
                </a:cubicBezTo>
                <a:close/>
                <a:moveTo>
                  <a:pt x="152" y="463"/>
                </a:moveTo>
                <a:cubicBezTo>
                  <a:pt x="153" y="462"/>
                  <a:pt x="153" y="461"/>
                  <a:pt x="154" y="461"/>
                </a:cubicBezTo>
                <a:cubicBezTo>
                  <a:pt x="153" y="460"/>
                  <a:pt x="151" y="460"/>
                  <a:pt x="149" y="461"/>
                </a:cubicBezTo>
                <a:cubicBezTo>
                  <a:pt x="150" y="462"/>
                  <a:pt x="151" y="462"/>
                  <a:pt x="152" y="463"/>
                </a:cubicBezTo>
                <a:close/>
                <a:moveTo>
                  <a:pt x="462" y="777"/>
                </a:moveTo>
                <a:cubicBezTo>
                  <a:pt x="461" y="780"/>
                  <a:pt x="460" y="784"/>
                  <a:pt x="460" y="787"/>
                </a:cubicBezTo>
                <a:cubicBezTo>
                  <a:pt x="461" y="787"/>
                  <a:pt x="461" y="787"/>
                  <a:pt x="462" y="788"/>
                </a:cubicBezTo>
                <a:cubicBezTo>
                  <a:pt x="464" y="787"/>
                  <a:pt x="465" y="788"/>
                  <a:pt x="466" y="789"/>
                </a:cubicBezTo>
                <a:cubicBezTo>
                  <a:pt x="466" y="789"/>
                  <a:pt x="466" y="789"/>
                  <a:pt x="466" y="789"/>
                </a:cubicBezTo>
                <a:cubicBezTo>
                  <a:pt x="466" y="789"/>
                  <a:pt x="466" y="788"/>
                  <a:pt x="466" y="787"/>
                </a:cubicBezTo>
                <a:cubicBezTo>
                  <a:pt x="464" y="787"/>
                  <a:pt x="461" y="786"/>
                  <a:pt x="462" y="784"/>
                </a:cubicBezTo>
                <a:cubicBezTo>
                  <a:pt x="463" y="782"/>
                  <a:pt x="465" y="782"/>
                  <a:pt x="467" y="782"/>
                </a:cubicBezTo>
                <a:cubicBezTo>
                  <a:pt x="467" y="780"/>
                  <a:pt x="468" y="779"/>
                  <a:pt x="468" y="777"/>
                </a:cubicBezTo>
                <a:cubicBezTo>
                  <a:pt x="467" y="778"/>
                  <a:pt x="465" y="778"/>
                  <a:pt x="463" y="777"/>
                </a:cubicBezTo>
                <a:cubicBezTo>
                  <a:pt x="463" y="777"/>
                  <a:pt x="463" y="776"/>
                  <a:pt x="463" y="776"/>
                </a:cubicBezTo>
                <a:cubicBezTo>
                  <a:pt x="463" y="776"/>
                  <a:pt x="462" y="776"/>
                  <a:pt x="462" y="777"/>
                </a:cubicBezTo>
                <a:close/>
                <a:moveTo>
                  <a:pt x="519" y="711"/>
                </a:moveTo>
                <a:cubicBezTo>
                  <a:pt x="520" y="714"/>
                  <a:pt x="519" y="714"/>
                  <a:pt x="517" y="716"/>
                </a:cubicBezTo>
                <a:cubicBezTo>
                  <a:pt x="518" y="717"/>
                  <a:pt x="519" y="717"/>
                  <a:pt x="520" y="717"/>
                </a:cubicBezTo>
                <a:cubicBezTo>
                  <a:pt x="520" y="717"/>
                  <a:pt x="521" y="716"/>
                  <a:pt x="521" y="716"/>
                </a:cubicBezTo>
                <a:cubicBezTo>
                  <a:pt x="520" y="714"/>
                  <a:pt x="520" y="712"/>
                  <a:pt x="520" y="711"/>
                </a:cubicBezTo>
                <a:cubicBezTo>
                  <a:pt x="520" y="711"/>
                  <a:pt x="519" y="711"/>
                  <a:pt x="519" y="711"/>
                </a:cubicBezTo>
                <a:close/>
                <a:moveTo>
                  <a:pt x="757" y="718"/>
                </a:moveTo>
                <a:cubicBezTo>
                  <a:pt x="758" y="716"/>
                  <a:pt x="759" y="715"/>
                  <a:pt x="760" y="715"/>
                </a:cubicBezTo>
                <a:cubicBezTo>
                  <a:pt x="759" y="715"/>
                  <a:pt x="757" y="714"/>
                  <a:pt x="756" y="714"/>
                </a:cubicBezTo>
                <a:cubicBezTo>
                  <a:pt x="756" y="715"/>
                  <a:pt x="757" y="717"/>
                  <a:pt x="757" y="718"/>
                </a:cubicBezTo>
                <a:close/>
                <a:moveTo>
                  <a:pt x="677" y="704"/>
                </a:moveTo>
                <a:cubicBezTo>
                  <a:pt x="677" y="706"/>
                  <a:pt x="676" y="707"/>
                  <a:pt x="676" y="708"/>
                </a:cubicBezTo>
                <a:cubicBezTo>
                  <a:pt x="677" y="709"/>
                  <a:pt x="679" y="710"/>
                  <a:pt x="680" y="711"/>
                </a:cubicBezTo>
                <a:cubicBezTo>
                  <a:pt x="680" y="711"/>
                  <a:pt x="680" y="711"/>
                  <a:pt x="680" y="711"/>
                </a:cubicBezTo>
                <a:cubicBezTo>
                  <a:pt x="684" y="710"/>
                  <a:pt x="688" y="710"/>
                  <a:pt x="692" y="710"/>
                </a:cubicBezTo>
                <a:cubicBezTo>
                  <a:pt x="692" y="710"/>
                  <a:pt x="692" y="710"/>
                  <a:pt x="692" y="710"/>
                </a:cubicBezTo>
                <a:cubicBezTo>
                  <a:pt x="692" y="710"/>
                  <a:pt x="692" y="710"/>
                  <a:pt x="692" y="710"/>
                </a:cubicBezTo>
                <a:cubicBezTo>
                  <a:pt x="692" y="710"/>
                  <a:pt x="692" y="710"/>
                  <a:pt x="692" y="710"/>
                </a:cubicBezTo>
                <a:cubicBezTo>
                  <a:pt x="691" y="710"/>
                  <a:pt x="690" y="710"/>
                  <a:pt x="689" y="710"/>
                </a:cubicBezTo>
                <a:cubicBezTo>
                  <a:pt x="689" y="709"/>
                  <a:pt x="688" y="709"/>
                  <a:pt x="688" y="708"/>
                </a:cubicBezTo>
                <a:cubicBezTo>
                  <a:pt x="688" y="708"/>
                  <a:pt x="688" y="708"/>
                  <a:pt x="688" y="708"/>
                </a:cubicBezTo>
                <a:cubicBezTo>
                  <a:pt x="688" y="708"/>
                  <a:pt x="688" y="708"/>
                  <a:pt x="688" y="708"/>
                </a:cubicBezTo>
                <a:cubicBezTo>
                  <a:pt x="688" y="707"/>
                  <a:pt x="688" y="705"/>
                  <a:pt x="688" y="704"/>
                </a:cubicBezTo>
                <a:cubicBezTo>
                  <a:pt x="688" y="704"/>
                  <a:pt x="687" y="704"/>
                  <a:pt x="687" y="704"/>
                </a:cubicBezTo>
                <a:cubicBezTo>
                  <a:pt x="687" y="706"/>
                  <a:pt x="687" y="708"/>
                  <a:pt x="686" y="708"/>
                </a:cubicBezTo>
                <a:cubicBezTo>
                  <a:pt x="685" y="708"/>
                  <a:pt x="685" y="708"/>
                  <a:pt x="685" y="708"/>
                </a:cubicBezTo>
                <a:cubicBezTo>
                  <a:pt x="685" y="709"/>
                  <a:pt x="685" y="709"/>
                  <a:pt x="685" y="709"/>
                </a:cubicBezTo>
                <a:cubicBezTo>
                  <a:pt x="680" y="709"/>
                  <a:pt x="679" y="707"/>
                  <a:pt x="680" y="704"/>
                </a:cubicBezTo>
                <a:cubicBezTo>
                  <a:pt x="679" y="704"/>
                  <a:pt x="678" y="704"/>
                  <a:pt x="677" y="704"/>
                </a:cubicBezTo>
                <a:close/>
                <a:moveTo>
                  <a:pt x="709" y="705"/>
                </a:moveTo>
                <a:cubicBezTo>
                  <a:pt x="708" y="705"/>
                  <a:pt x="707" y="705"/>
                  <a:pt x="706" y="705"/>
                </a:cubicBezTo>
                <a:cubicBezTo>
                  <a:pt x="707" y="705"/>
                  <a:pt x="708" y="706"/>
                  <a:pt x="709" y="706"/>
                </a:cubicBezTo>
                <a:cubicBezTo>
                  <a:pt x="709" y="706"/>
                  <a:pt x="709" y="705"/>
                  <a:pt x="709" y="705"/>
                </a:cubicBezTo>
                <a:close/>
                <a:moveTo>
                  <a:pt x="485" y="433"/>
                </a:moveTo>
                <a:cubicBezTo>
                  <a:pt x="485" y="432"/>
                  <a:pt x="485" y="431"/>
                  <a:pt x="485" y="430"/>
                </a:cubicBezTo>
                <a:cubicBezTo>
                  <a:pt x="483" y="431"/>
                  <a:pt x="482" y="432"/>
                  <a:pt x="482" y="433"/>
                </a:cubicBezTo>
                <a:cubicBezTo>
                  <a:pt x="483" y="433"/>
                  <a:pt x="484" y="433"/>
                  <a:pt x="485" y="433"/>
                </a:cubicBezTo>
                <a:close/>
                <a:moveTo>
                  <a:pt x="635" y="713"/>
                </a:moveTo>
                <a:cubicBezTo>
                  <a:pt x="636" y="713"/>
                  <a:pt x="636" y="714"/>
                  <a:pt x="637" y="714"/>
                </a:cubicBezTo>
                <a:cubicBezTo>
                  <a:pt x="637" y="713"/>
                  <a:pt x="637" y="712"/>
                  <a:pt x="637" y="712"/>
                </a:cubicBezTo>
                <a:cubicBezTo>
                  <a:pt x="636" y="712"/>
                  <a:pt x="636" y="712"/>
                  <a:pt x="635" y="713"/>
                </a:cubicBezTo>
                <a:close/>
                <a:moveTo>
                  <a:pt x="640" y="716"/>
                </a:moveTo>
                <a:cubicBezTo>
                  <a:pt x="639" y="715"/>
                  <a:pt x="638" y="715"/>
                  <a:pt x="637" y="714"/>
                </a:cubicBezTo>
                <a:cubicBezTo>
                  <a:pt x="637" y="715"/>
                  <a:pt x="637" y="716"/>
                  <a:pt x="637" y="717"/>
                </a:cubicBezTo>
                <a:cubicBezTo>
                  <a:pt x="638" y="717"/>
                  <a:pt x="639" y="717"/>
                  <a:pt x="640" y="716"/>
                </a:cubicBezTo>
                <a:close/>
                <a:moveTo>
                  <a:pt x="665" y="712"/>
                </a:moveTo>
                <a:cubicBezTo>
                  <a:pt x="668" y="712"/>
                  <a:pt x="671" y="711"/>
                  <a:pt x="673" y="711"/>
                </a:cubicBezTo>
                <a:cubicBezTo>
                  <a:pt x="674" y="710"/>
                  <a:pt x="674" y="710"/>
                  <a:pt x="674" y="709"/>
                </a:cubicBezTo>
                <a:cubicBezTo>
                  <a:pt x="674" y="709"/>
                  <a:pt x="674" y="709"/>
                  <a:pt x="674" y="709"/>
                </a:cubicBezTo>
                <a:cubicBezTo>
                  <a:pt x="674" y="709"/>
                  <a:pt x="674" y="709"/>
                  <a:pt x="674" y="709"/>
                </a:cubicBezTo>
                <a:cubicBezTo>
                  <a:pt x="674" y="709"/>
                  <a:pt x="674" y="709"/>
                  <a:pt x="674" y="709"/>
                </a:cubicBezTo>
                <a:cubicBezTo>
                  <a:pt x="671" y="709"/>
                  <a:pt x="668" y="707"/>
                  <a:pt x="664" y="708"/>
                </a:cubicBezTo>
                <a:cubicBezTo>
                  <a:pt x="663" y="707"/>
                  <a:pt x="662" y="706"/>
                  <a:pt x="662" y="706"/>
                </a:cubicBezTo>
                <a:cubicBezTo>
                  <a:pt x="660" y="706"/>
                  <a:pt x="659" y="706"/>
                  <a:pt x="657" y="706"/>
                </a:cubicBezTo>
                <a:cubicBezTo>
                  <a:pt x="658" y="708"/>
                  <a:pt x="658" y="709"/>
                  <a:pt x="658" y="710"/>
                </a:cubicBezTo>
                <a:cubicBezTo>
                  <a:pt x="660" y="710"/>
                  <a:pt x="663" y="711"/>
                  <a:pt x="665" y="712"/>
                </a:cubicBezTo>
                <a:close/>
                <a:moveTo>
                  <a:pt x="654" y="714"/>
                </a:moveTo>
                <a:cubicBezTo>
                  <a:pt x="651" y="712"/>
                  <a:pt x="649" y="710"/>
                  <a:pt x="648" y="708"/>
                </a:cubicBezTo>
                <a:cubicBezTo>
                  <a:pt x="646" y="708"/>
                  <a:pt x="645" y="709"/>
                  <a:pt x="643" y="709"/>
                </a:cubicBezTo>
                <a:cubicBezTo>
                  <a:pt x="643" y="710"/>
                  <a:pt x="643" y="712"/>
                  <a:pt x="642" y="713"/>
                </a:cubicBezTo>
                <a:cubicBezTo>
                  <a:pt x="644" y="713"/>
                  <a:pt x="645" y="713"/>
                  <a:pt x="645" y="714"/>
                </a:cubicBezTo>
                <a:cubicBezTo>
                  <a:pt x="646" y="713"/>
                  <a:pt x="646" y="711"/>
                  <a:pt x="648" y="711"/>
                </a:cubicBezTo>
                <a:cubicBezTo>
                  <a:pt x="648" y="712"/>
                  <a:pt x="647" y="714"/>
                  <a:pt x="647" y="715"/>
                </a:cubicBezTo>
                <a:cubicBezTo>
                  <a:pt x="649" y="714"/>
                  <a:pt x="651" y="714"/>
                  <a:pt x="654" y="714"/>
                </a:cubicBezTo>
                <a:close/>
                <a:moveTo>
                  <a:pt x="683" y="704"/>
                </a:moveTo>
                <a:cubicBezTo>
                  <a:pt x="684" y="704"/>
                  <a:pt x="684" y="704"/>
                  <a:pt x="684" y="704"/>
                </a:cubicBezTo>
                <a:cubicBezTo>
                  <a:pt x="684" y="704"/>
                  <a:pt x="684" y="704"/>
                  <a:pt x="683" y="704"/>
                </a:cubicBezTo>
                <a:cubicBezTo>
                  <a:pt x="683" y="704"/>
                  <a:pt x="683" y="704"/>
                  <a:pt x="683" y="704"/>
                </a:cubicBezTo>
                <a:close/>
                <a:moveTo>
                  <a:pt x="766" y="717"/>
                </a:moveTo>
                <a:cubicBezTo>
                  <a:pt x="765" y="717"/>
                  <a:pt x="765" y="716"/>
                  <a:pt x="764" y="716"/>
                </a:cubicBezTo>
                <a:cubicBezTo>
                  <a:pt x="764" y="717"/>
                  <a:pt x="765" y="717"/>
                  <a:pt x="765" y="717"/>
                </a:cubicBezTo>
                <a:cubicBezTo>
                  <a:pt x="766" y="717"/>
                  <a:pt x="766" y="717"/>
                  <a:pt x="766" y="717"/>
                </a:cubicBezTo>
                <a:close/>
                <a:moveTo>
                  <a:pt x="784" y="706"/>
                </a:moveTo>
                <a:cubicBezTo>
                  <a:pt x="784" y="706"/>
                  <a:pt x="785" y="706"/>
                  <a:pt x="786" y="706"/>
                </a:cubicBezTo>
                <a:cubicBezTo>
                  <a:pt x="787" y="706"/>
                  <a:pt x="787" y="706"/>
                  <a:pt x="787" y="706"/>
                </a:cubicBezTo>
                <a:cubicBezTo>
                  <a:pt x="787" y="704"/>
                  <a:pt x="786" y="702"/>
                  <a:pt x="788" y="701"/>
                </a:cubicBezTo>
                <a:cubicBezTo>
                  <a:pt x="791" y="705"/>
                  <a:pt x="796" y="705"/>
                  <a:pt x="798" y="709"/>
                </a:cubicBezTo>
                <a:cubicBezTo>
                  <a:pt x="800" y="710"/>
                  <a:pt x="802" y="710"/>
                  <a:pt x="804" y="711"/>
                </a:cubicBezTo>
                <a:cubicBezTo>
                  <a:pt x="805" y="711"/>
                  <a:pt x="805" y="711"/>
                  <a:pt x="806" y="711"/>
                </a:cubicBezTo>
                <a:cubicBezTo>
                  <a:pt x="806" y="709"/>
                  <a:pt x="809" y="708"/>
                  <a:pt x="809" y="706"/>
                </a:cubicBezTo>
                <a:cubicBezTo>
                  <a:pt x="806" y="705"/>
                  <a:pt x="802" y="704"/>
                  <a:pt x="799" y="703"/>
                </a:cubicBezTo>
                <a:cubicBezTo>
                  <a:pt x="797" y="703"/>
                  <a:pt x="796" y="703"/>
                  <a:pt x="795" y="703"/>
                </a:cubicBezTo>
                <a:cubicBezTo>
                  <a:pt x="794" y="703"/>
                  <a:pt x="794" y="702"/>
                  <a:pt x="794" y="702"/>
                </a:cubicBezTo>
                <a:cubicBezTo>
                  <a:pt x="779" y="698"/>
                  <a:pt x="764" y="695"/>
                  <a:pt x="749" y="692"/>
                </a:cubicBezTo>
                <a:cubicBezTo>
                  <a:pt x="703" y="684"/>
                  <a:pt x="651" y="682"/>
                  <a:pt x="608" y="702"/>
                </a:cubicBezTo>
                <a:cubicBezTo>
                  <a:pt x="615" y="702"/>
                  <a:pt x="615" y="702"/>
                  <a:pt x="615" y="702"/>
                </a:cubicBezTo>
                <a:cubicBezTo>
                  <a:pt x="615" y="703"/>
                  <a:pt x="616" y="704"/>
                  <a:pt x="616" y="706"/>
                </a:cubicBezTo>
                <a:cubicBezTo>
                  <a:pt x="634" y="699"/>
                  <a:pt x="653" y="695"/>
                  <a:pt x="672" y="694"/>
                </a:cubicBezTo>
                <a:cubicBezTo>
                  <a:pt x="701" y="692"/>
                  <a:pt x="731" y="695"/>
                  <a:pt x="760" y="701"/>
                </a:cubicBezTo>
                <a:cubicBezTo>
                  <a:pt x="770" y="700"/>
                  <a:pt x="770" y="700"/>
                  <a:pt x="770" y="700"/>
                </a:cubicBezTo>
                <a:cubicBezTo>
                  <a:pt x="770" y="701"/>
                  <a:pt x="769" y="702"/>
                  <a:pt x="768" y="702"/>
                </a:cubicBezTo>
                <a:cubicBezTo>
                  <a:pt x="771" y="703"/>
                  <a:pt x="775" y="704"/>
                  <a:pt x="778" y="704"/>
                </a:cubicBezTo>
                <a:cubicBezTo>
                  <a:pt x="778" y="704"/>
                  <a:pt x="778" y="704"/>
                  <a:pt x="778" y="703"/>
                </a:cubicBezTo>
                <a:cubicBezTo>
                  <a:pt x="779" y="702"/>
                  <a:pt x="781" y="701"/>
                  <a:pt x="782" y="700"/>
                </a:cubicBezTo>
                <a:cubicBezTo>
                  <a:pt x="784" y="700"/>
                  <a:pt x="784" y="700"/>
                  <a:pt x="784" y="700"/>
                </a:cubicBezTo>
                <a:cubicBezTo>
                  <a:pt x="785" y="701"/>
                  <a:pt x="786" y="701"/>
                  <a:pt x="786" y="703"/>
                </a:cubicBezTo>
                <a:cubicBezTo>
                  <a:pt x="786" y="705"/>
                  <a:pt x="785" y="705"/>
                  <a:pt x="784" y="706"/>
                </a:cubicBezTo>
                <a:close/>
                <a:moveTo>
                  <a:pt x="464" y="817"/>
                </a:moveTo>
                <a:cubicBezTo>
                  <a:pt x="461" y="817"/>
                  <a:pt x="460" y="815"/>
                  <a:pt x="458" y="814"/>
                </a:cubicBezTo>
                <a:cubicBezTo>
                  <a:pt x="458" y="816"/>
                  <a:pt x="458" y="819"/>
                  <a:pt x="458" y="821"/>
                </a:cubicBezTo>
                <a:cubicBezTo>
                  <a:pt x="458" y="821"/>
                  <a:pt x="458" y="821"/>
                  <a:pt x="458" y="821"/>
                </a:cubicBezTo>
                <a:cubicBezTo>
                  <a:pt x="458" y="823"/>
                  <a:pt x="459" y="825"/>
                  <a:pt x="458" y="826"/>
                </a:cubicBezTo>
                <a:cubicBezTo>
                  <a:pt x="458" y="833"/>
                  <a:pt x="459" y="839"/>
                  <a:pt x="459" y="846"/>
                </a:cubicBezTo>
                <a:cubicBezTo>
                  <a:pt x="462" y="846"/>
                  <a:pt x="461" y="848"/>
                  <a:pt x="463" y="849"/>
                </a:cubicBezTo>
                <a:cubicBezTo>
                  <a:pt x="463" y="848"/>
                  <a:pt x="464" y="847"/>
                  <a:pt x="464" y="847"/>
                </a:cubicBezTo>
                <a:cubicBezTo>
                  <a:pt x="464" y="847"/>
                  <a:pt x="464" y="846"/>
                  <a:pt x="464" y="846"/>
                </a:cubicBezTo>
                <a:cubicBezTo>
                  <a:pt x="466" y="846"/>
                  <a:pt x="466" y="846"/>
                  <a:pt x="466" y="846"/>
                </a:cubicBezTo>
                <a:cubicBezTo>
                  <a:pt x="465" y="840"/>
                  <a:pt x="465" y="834"/>
                  <a:pt x="464" y="828"/>
                </a:cubicBezTo>
                <a:cubicBezTo>
                  <a:pt x="464" y="828"/>
                  <a:pt x="464" y="828"/>
                  <a:pt x="464" y="828"/>
                </a:cubicBezTo>
                <a:cubicBezTo>
                  <a:pt x="464" y="828"/>
                  <a:pt x="464" y="828"/>
                  <a:pt x="464" y="828"/>
                </a:cubicBezTo>
                <a:cubicBezTo>
                  <a:pt x="464" y="824"/>
                  <a:pt x="464" y="821"/>
                  <a:pt x="464" y="817"/>
                </a:cubicBezTo>
                <a:close/>
                <a:moveTo>
                  <a:pt x="900" y="701"/>
                </a:moveTo>
                <a:cubicBezTo>
                  <a:pt x="900" y="702"/>
                  <a:pt x="901" y="703"/>
                  <a:pt x="901" y="703"/>
                </a:cubicBezTo>
                <a:cubicBezTo>
                  <a:pt x="901" y="703"/>
                  <a:pt x="901" y="702"/>
                  <a:pt x="901" y="702"/>
                </a:cubicBezTo>
                <a:cubicBezTo>
                  <a:pt x="901" y="702"/>
                  <a:pt x="900" y="701"/>
                  <a:pt x="900" y="701"/>
                </a:cubicBezTo>
                <a:close/>
                <a:moveTo>
                  <a:pt x="706" y="711"/>
                </a:moveTo>
                <a:cubicBezTo>
                  <a:pt x="705" y="708"/>
                  <a:pt x="702" y="708"/>
                  <a:pt x="699" y="707"/>
                </a:cubicBezTo>
                <a:cubicBezTo>
                  <a:pt x="699" y="708"/>
                  <a:pt x="700" y="709"/>
                  <a:pt x="700" y="710"/>
                </a:cubicBezTo>
                <a:cubicBezTo>
                  <a:pt x="701" y="709"/>
                  <a:pt x="702" y="709"/>
                  <a:pt x="704" y="709"/>
                </a:cubicBezTo>
                <a:cubicBezTo>
                  <a:pt x="704" y="710"/>
                  <a:pt x="704" y="710"/>
                  <a:pt x="704" y="711"/>
                </a:cubicBezTo>
                <a:cubicBezTo>
                  <a:pt x="704" y="711"/>
                  <a:pt x="705" y="711"/>
                  <a:pt x="706" y="711"/>
                </a:cubicBezTo>
                <a:close/>
                <a:moveTo>
                  <a:pt x="718" y="707"/>
                </a:moveTo>
                <a:cubicBezTo>
                  <a:pt x="718" y="707"/>
                  <a:pt x="718" y="707"/>
                  <a:pt x="718" y="706"/>
                </a:cubicBezTo>
                <a:cubicBezTo>
                  <a:pt x="716" y="706"/>
                  <a:pt x="715" y="706"/>
                  <a:pt x="714" y="706"/>
                </a:cubicBezTo>
                <a:cubicBezTo>
                  <a:pt x="714" y="707"/>
                  <a:pt x="714" y="708"/>
                  <a:pt x="715" y="708"/>
                </a:cubicBezTo>
                <a:cubicBezTo>
                  <a:pt x="716" y="708"/>
                  <a:pt x="717" y="708"/>
                  <a:pt x="718" y="707"/>
                </a:cubicBezTo>
                <a:close/>
                <a:moveTo>
                  <a:pt x="672" y="1031"/>
                </a:moveTo>
                <a:cubicBezTo>
                  <a:pt x="672" y="1031"/>
                  <a:pt x="672" y="1031"/>
                  <a:pt x="672" y="1031"/>
                </a:cubicBezTo>
                <a:cubicBezTo>
                  <a:pt x="672" y="1031"/>
                  <a:pt x="672" y="1031"/>
                  <a:pt x="672" y="1030"/>
                </a:cubicBezTo>
                <a:cubicBezTo>
                  <a:pt x="674" y="1030"/>
                  <a:pt x="674" y="1029"/>
                  <a:pt x="674" y="1028"/>
                </a:cubicBezTo>
                <a:cubicBezTo>
                  <a:pt x="672" y="1027"/>
                  <a:pt x="669" y="1026"/>
                  <a:pt x="667" y="1025"/>
                </a:cubicBezTo>
                <a:cubicBezTo>
                  <a:pt x="667" y="1028"/>
                  <a:pt x="672" y="1027"/>
                  <a:pt x="672" y="1031"/>
                </a:cubicBezTo>
                <a:close/>
                <a:moveTo>
                  <a:pt x="561" y="1039"/>
                </a:moveTo>
                <a:cubicBezTo>
                  <a:pt x="562" y="1040"/>
                  <a:pt x="563" y="1041"/>
                  <a:pt x="563" y="1041"/>
                </a:cubicBezTo>
                <a:cubicBezTo>
                  <a:pt x="564" y="1041"/>
                  <a:pt x="564" y="1040"/>
                  <a:pt x="564" y="1040"/>
                </a:cubicBezTo>
                <a:cubicBezTo>
                  <a:pt x="565" y="1040"/>
                  <a:pt x="565" y="1040"/>
                  <a:pt x="565" y="1040"/>
                </a:cubicBezTo>
                <a:cubicBezTo>
                  <a:pt x="566" y="1037"/>
                  <a:pt x="571" y="1038"/>
                  <a:pt x="571" y="1041"/>
                </a:cubicBezTo>
                <a:cubicBezTo>
                  <a:pt x="572" y="1041"/>
                  <a:pt x="572" y="1041"/>
                  <a:pt x="573" y="1040"/>
                </a:cubicBezTo>
                <a:cubicBezTo>
                  <a:pt x="569" y="1038"/>
                  <a:pt x="565" y="1035"/>
                  <a:pt x="562" y="1032"/>
                </a:cubicBezTo>
                <a:cubicBezTo>
                  <a:pt x="561" y="1033"/>
                  <a:pt x="560" y="1033"/>
                  <a:pt x="558" y="1033"/>
                </a:cubicBezTo>
                <a:cubicBezTo>
                  <a:pt x="557" y="1032"/>
                  <a:pt x="557" y="1031"/>
                  <a:pt x="558" y="1029"/>
                </a:cubicBezTo>
                <a:cubicBezTo>
                  <a:pt x="554" y="1026"/>
                  <a:pt x="550" y="1023"/>
                  <a:pt x="546" y="1019"/>
                </a:cubicBezTo>
                <a:cubicBezTo>
                  <a:pt x="542" y="1015"/>
                  <a:pt x="537" y="1011"/>
                  <a:pt x="533" y="1006"/>
                </a:cubicBezTo>
                <a:cubicBezTo>
                  <a:pt x="529" y="1006"/>
                  <a:pt x="529" y="1006"/>
                  <a:pt x="529" y="1006"/>
                </a:cubicBezTo>
                <a:cubicBezTo>
                  <a:pt x="529" y="1005"/>
                  <a:pt x="529" y="1005"/>
                  <a:pt x="530" y="1004"/>
                </a:cubicBezTo>
                <a:cubicBezTo>
                  <a:pt x="530" y="1004"/>
                  <a:pt x="531" y="1004"/>
                  <a:pt x="531" y="1004"/>
                </a:cubicBezTo>
                <a:cubicBezTo>
                  <a:pt x="529" y="1001"/>
                  <a:pt x="526" y="998"/>
                  <a:pt x="524" y="995"/>
                </a:cubicBezTo>
                <a:cubicBezTo>
                  <a:pt x="523" y="996"/>
                  <a:pt x="519" y="994"/>
                  <a:pt x="519" y="995"/>
                </a:cubicBezTo>
                <a:cubicBezTo>
                  <a:pt x="520" y="996"/>
                  <a:pt x="520" y="998"/>
                  <a:pt x="520" y="1000"/>
                </a:cubicBezTo>
                <a:cubicBezTo>
                  <a:pt x="520" y="1001"/>
                  <a:pt x="521" y="1002"/>
                  <a:pt x="522" y="1003"/>
                </a:cubicBezTo>
                <a:cubicBezTo>
                  <a:pt x="522" y="1003"/>
                  <a:pt x="523" y="1003"/>
                  <a:pt x="523" y="1003"/>
                </a:cubicBezTo>
                <a:cubicBezTo>
                  <a:pt x="522" y="1003"/>
                  <a:pt x="522" y="1002"/>
                  <a:pt x="522" y="1000"/>
                </a:cubicBezTo>
                <a:cubicBezTo>
                  <a:pt x="524" y="999"/>
                  <a:pt x="528" y="1000"/>
                  <a:pt x="529" y="1001"/>
                </a:cubicBezTo>
                <a:cubicBezTo>
                  <a:pt x="528" y="1003"/>
                  <a:pt x="527" y="1005"/>
                  <a:pt x="526" y="1006"/>
                </a:cubicBezTo>
                <a:cubicBezTo>
                  <a:pt x="526" y="1006"/>
                  <a:pt x="526" y="1006"/>
                  <a:pt x="526" y="1006"/>
                </a:cubicBezTo>
                <a:cubicBezTo>
                  <a:pt x="525" y="1006"/>
                  <a:pt x="525" y="1006"/>
                  <a:pt x="525" y="1006"/>
                </a:cubicBezTo>
                <a:cubicBezTo>
                  <a:pt x="534" y="1017"/>
                  <a:pt x="545" y="1027"/>
                  <a:pt x="557" y="1036"/>
                </a:cubicBezTo>
                <a:cubicBezTo>
                  <a:pt x="559" y="1036"/>
                  <a:pt x="561" y="1037"/>
                  <a:pt x="561" y="1039"/>
                </a:cubicBezTo>
                <a:close/>
                <a:moveTo>
                  <a:pt x="557" y="1062"/>
                </a:moveTo>
                <a:cubicBezTo>
                  <a:pt x="557" y="1062"/>
                  <a:pt x="557" y="1062"/>
                  <a:pt x="557" y="1062"/>
                </a:cubicBezTo>
                <a:cubicBezTo>
                  <a:pt x="556" y="1061"/>
                  <a:pt x="555" y="1060"/>
                  <a:pt x="554" y="1059"/>
                </a:cubicBezTo>
                <a:cubicBezTo>
                  <a:pt x="554" y="1061"/>
                  <a:pt x="555" y="1063"/>
                  <a:pt x="556" y="1064"/>
                </a:cubicBezTo>
                <a:cubicBezTo>
                  <a:pt x="556" y="1063"/>
                  <a:pt x="556" y="1062"/>
                  <a:pt x="557" y="1062"/>
                </a:cubicBezTo>
                <a:close/>
                <a:moveTo>
                  <a:pt x="523" y="1030"/>
                </a:moveTo>
                <a:cubicBezTo>
                  <a:pt x="522" y="1030"/>
                  <a:pt x="522" y="1029"/>
                  <a:pt x="521" y="1029"/>
                </a:cubicBezTo>
                <a:cubicBezTo>
                  <a:pt x="521" y="1029"/>
                  <a:pt x="521" y="1029"/>
                  <a:pt x="521" y="1029"/>
                </a:cubicBezTo>
                <a:cubicBezTo>
                  <a:pt x="521" y="1029"/>
                  <a:pt x="522" y="1030"/>
                  <a:pt x="523" y="1030"/>
                </a:cubicBezTo>
                <a:close/>
                <a:moveTo>
                  <a:pt x="666" y="1032"/>
                </a:moveTo>
                <a:cubicBezTo>
                  <a:pt x="666" y="1032"/>
                  <a:pt x="666" y="1032"/>
                  <a:pt x="666" y="1032"/>
                </a:cubicBezTo>
                <a:cubicBezTo>
                  <a:pt x="666" y="1032"/>
                  <a:pt x="666" y="1032"/>
                  <a:pt x="666" y="1032"/>
                </a:cubicBezTo>
                <a:cubicBezTo>
                  <a:pt x="666" y="1032"/>
                  <a:pt x="666" y="1032"/>
                  <a:pt x="666" y="1032"/>
                </a:cubicBezTo>
                <a:close/>
                <a:moveTo>
                  <a:pt x="617" y="1005"/>
                </a:moveTo>
                <a:cubicBezTo>
                  <a:pt x="627" y="1012"/>
                  <a:pt x="638" y="1018"/>
                  <a:pt x="648" y="1023"/>
                </a:cubicBezTo>
                <a:cubicBezTo>
                  <a:pt x="648" y="1023"/>
                  <a:pt x="648" y="1023"/>
                  <a:pt x="648" y="1022"/>
                </a:cubicBezTo>
                <a:cubicBezTo>
                  <a:pt x="655" y="1022"/>
                  <a:pt x="655" y="1022"/>
                  <a:pt x="655" y="1022"/>
                </a:cubicBezTo>
                <a:cubicBezTo>
                  <a:pt x="655" y="1022"/>
                  <a:pt x="655" y="1022"/>
                  <a:pt x="655" y="1022"/>
                </a:cubicBezTo>
                <a:cubicBezTo>
                  <a:pt x="656" y="1022"/>
                  <a:pt x="657" y="1023"/>
                  <a:pt x="657" y="1023"/>
                </a:cubicBezTo>
                <a:cubicBezTo>
                  <a:pt x="658" y="1024"/>
                  <a:pt x="658" y="1025"/>
                  <a:pt x="658" y="1026"/>
                </a:cubicBezTo>
                <a:cubicBezTo>
                  <a:pt x="661" y="1025"/>
                  <a:pt x="665" y="1028"/>
                  <a:pt x="666" y="1031"/>
                </a:cubicBezTo>
                <a:cubicBezTo>
                  <a:pt x="666" y="1032"/>
                  <a:pt x="666" y="1032"/>
                  <a:pt x="666" y="1032"/>
                </a:cubicBezTo>
                <a:cubicBezTo>
                  <a:pt x="666" y="1030"/>
                  <a:pt x="668" y="1027"/>
                  <a:pt x="664" y="1028"/>
                </a:cubicBezTo>
                <a:cubicBezTo>
                  <a:pt x="665" y="1027"/>
                  <a:pt x="665" y="1025"/>
                  <a:pt x="666" y="1024"/>
                </a:cubicBezTo>
                <a:cubicBezTo>
                  <a:pt x="654" y="1019"/>
                  <a:pt x="642" y="1012"/>
                  <a:pt x="630" y="1005"/>
                </a:cubicBezTo>
                <a:lnTo>
                  <a:pt x="617" y="1005"/>
                </a:lnTo>
                <a:close/>
                <a:moveTo>
                  <a:pt x="668" y="1032"/>
                </a:moveTo>
                <a:cubicBezTo>
                  <a:pt x="667" y="1032"/>
                  <a:pt x="667" y="1032"/>
                  <a:pt x="666" y="1032"/>
                </a:cubicBezTo>
                <a:cubicBezTo>
                  <a:pt x="667" y="1032"/>
                  <a:pt x="667" y="1032"/>
                  <a:pt x="667" y="1032"/>
                </a:cubicBezTo>
                <a:cubicBezTo>
                  <a:pt x="667" y="1032"/>
                  <a:pt x="667" y="1032"/>
                  <a:pt x="668" y="1032"/>
                </a:cubicBezTo>
                <a:close/>
                <a:moveTo>
                  <a:pt x="438" y="775"/>
                </a:moveTo>
                <a:cubicBezTo>
                  <a:pt x="439" y="775"/>
                  <a:pt x="439" y="775"/>
                  <a:pt x="439" y="775"/>
                </a:cubicBezTo>
                <a:cubicBezTo>
                  <a:pt x="440" y="769"/>
                  <a:pt x="442" y="763"/>
                  <a:pt x="444" y="757"/>
                </a:cubicBezTo>
                <a:cubicBezTo>
                  <a:pt x="441" y="757"/>
                  <a:pt x="441" y="757"/>
                  <a:pt x="441" y="757"/>
                </a:cubicBezTo>
                <a:cubicBezTo>
                  <a:pt x="440" y="756"/>
                  <a:pt x="439" y="755"/>
                  <a:pt x="439" y="754"/>
                </a:cubicBezTo>
                <a:cubicBezTo>
                  <a:pt x="436" y="761"/>
                  <a:pt x="434" y="769"/>
                  <a:pt x="432" y="776"/>
                </a:cubicBezTo>
                <a:cubicBezTo>
                  <a:pt x="434" y="775"/>
                  <a:pt x="436" y="774"/>
                  <a:pt x="438" y="775"/>
                </a:cubicBezTo>
                <a:cubicBezTo>
                  <a:pt x="438" y="775"/>
                  <a:pt x="438" y="775"/>
                  <a:pt x="438" y="775"/>
                </a:cubicBezTo>
                <a:close/>
                <a:moveTo>
                  <a:pt x="494" y="425"/>
                </a:moveTo>
                <a:cubicBezTo>
                  <a:pt x="493" y="425"/>
                  <a:pt x="492" y="425"/>
                  <a:pt x="491" y="425"/>
                </a:cubicBezTo>
                <a:cubicBezTo>
                  <a:pt x="491" y="426"/>
                  <a:pt x="492" y="427"/>
                  <a:pt x="493" y="427"/>
                </a:cubicBezTo>
                <a:cubicBezTo>
                  <a:pt x="493" y="426"/>
                  <a:pt x="493" y="425"/>
                  <a:pt x="494" y="425"/>
                </a:cubicBezTo>
                <a:close/>
                <a:moveTo>
                  <a:pt x="430" y="782"/>
                </a:moveTo>
                <a:cubicBezTo>
                  <a:pt x="430" y="783"/>
                  <a:pt x="430" y="784"/>
                  <a:pt x="430" y="785"/>
                </a:cubicBezTo>
                <a:cubicBezTo>
                  <a:pt x="430" y="784"/>
                  <a:pt x="431" y="783"/>
                  <a:pt x="432" y="782"/>
                </a:cubicBezTo>
                <a:cubicBezTo>
                  <a:pt x="431" y="782"/>
                  <a:pt x="431" y="782"/>
                  <a:pt x="430" y="782"/>
                </a:cubicBezTo>
                <a:close/>
                <a:moveTo>
                  <a:pt x="433" y="817"/>
                </a:moveTo>
                <a:cubicBezTo>
                  <a:pt x="433" y="814"/>
                  <a:pt x="433" y="811"/>
                  <a:pt x="433" y="807"/>
                </a:cubicBezTo>
                <a:cubicBezTo>
                  <a:pt x="434" y="802"/>
                  <a:pt x="434" y="798"/>
                  <a:pt x="435" y="793"/>
                </a:cubicBezTo>
                <a:cubicBezTo>
                  <a:pt x="428" y="793"/>
                  <a:pt x="428" y="793"/>
                  <a:pt x="428" y="793"/>
                </a:cubicBezTo>
                <a:cubicBezTo>
                  <a:pt x="428" y="798"/>
                  <a:pt x="427" y="804"/>
                  <a:pt x="427" y="809"/>
                </a:cubicBezTo>
                <a:cubicBezTo>
                  <a:pt x="427" y="810"/>
                  <a:pt x="427" y="811"/>
                  <a:pt x="426" y="812"/>
                </a:cubicBezTo>
                <a:cubicBezTo>
                  <a:pt x="429" y="813"/>
                  <a:pt x="431" y="816"/>
                  <a:pt x="432" y="818"/>
                </a:cubicBezTo>
                <a:cubicBezTo>
                  <a:pt x="432" y="817"/>
                  <a:pt x="432" y="817"/>
                  <a:pt x="433" y="817"/>
                </a:cubicBezTo>
                <a:close/>
                <a:moveTo>
                  <a:pt x="580" y="899"/>
                </a:moveTo>
                <a:cubicBezTo>
                  <a:pt x="579" y="898"/>
                  <a:pt x="579" y="898"/>
                  <a:pt x="579" y="897"/>
                </a:cubicBezTo>
                <a:cubicBezTo>
                  <a:pt x="583" y="898"/>
                  <a:pt x="584" y="898"/>
                  <a:pt x="587" y="897"/>
                </a:cubicBezTo>
                <a:cubicBezTo>
                  <a:pt x="583" y="893"/>
                  <a:pt x="580" y="888"/>
                  <a:pt x="576" y="883"/>
                </a:cubicBezTo>
                <a:cubicBezTo>
                  <a:pt x="573" y="883"/>
                  <a:pt x="570" y="881"/>
                  <a:pt x="567" y="881"/>
                </a:cubicBezTo>
                <a:cubicBezTo>
                  <a:pt x="567" y="881"/>
                  <a:pt x="567" y="881"/>
                  <a:pt x="567" y="881"/>
                </a:cubicBezTo>
                <a:cubicBezTo>
                  <a:pt x="574" y="880"/>
                  <a:pt x="574" y="880"/>
                  <a:pt x="574" y="880"/>
                </a:cubicBezTo>
                <a:cubicBezTo>
                  <a:pt x="571" y="875"/>
                  <a:pt x="567" y="869"/>
                  <a:pt x="564" y="863"/>
                </a:cubicBezTo>
                <a:cubicBezTo>
                  <a:pt x="562" y="863"/>
                  <a:pt x="562" y="863"/>
                  <a:pt x="562" y="863"/>
                </a:cubicBezTo>
                <a:cubicBezTo>
                  <a:pt x="562" y="862"/>
                  <a:pt x="562" y="861"/>
                  <a:pt x="562" y="859"/>
                </a:cubicBezTo>
                <a:cubicBezTo>
                  <a:pt x="556" y="847"/>
                  <a:pt x="551" y="834"/>
                  <a:pt x="549" y="821"/>
                </a:cubicBezTo>
                <a:cubicBezTo>
                  <a:pt x="549" y="821"/>
                  <a:pt x="549" y="821"/>
                  <a:pt x="549" y="821"/>
                </a:cubicBezTo>
                <a:cubicBezTo>
                  <a:pt x="545" y="822"/>
                  <a:pt x="545" y="815"/>
                  <a:pt x="548" y="815"/>
                </a:cubicBezTo>
                <a:cubicBezTo>
                  <a:pt x="548" y="815"/>
                  <a:pt x="548" y="815"/>
                  <a:pt x="548" y="815"/>
                </a:cubicBezTo>
                <a:cubicBezTo>
                  <a:pt x="547" y="807"/>
                  <a:pt x="547" y="800"/>
                  <a:pt x="547" y="792"/>
                </a:cubicBezTo>
                <a:cubicBezTo>
                  <a:pt x="541" y="792"/>
                  <a:pt x="541" y="792"/>
                  <a:pt x="541" y="792"/>
                </a:cubicBezTo>
                <a:cubicBezTo>
                  <a:pt x="540" y="805"/>
                  <a:pt x="541" y="818"/>
                  <a:pt x="544" y="831"/>
                </a:cubicBezTo>
                <a:cubicBezTo>
                  <a:pt x="546" y="839"/>
                  <a:pt x="549" y="846"/>
                  <a:pt x="552" y="853"/>
                </a:cubicBezTo>
                <a:cubicBezTo>
                  <a:pt x="555" y="855"/>
                  <a:pt x="558" y="856"/>
                  <a:pt x="558" y="860"/>
                </a:cubicBezTo>
                <a:cubicBezTo>
                  <a:pt x="556" y="860"/>
                  <a:pt x="555" y="860"/>
                  <a:pt x="554" y="859"/>
                </a:cubicBezTo>
                <a:cubicBezTo>
                  <a:pt x="559" y="870"/>
                  <a:pt x="566" y="881"/>
                  <a:pt x="574" y="892"/>
                </a:cubicBezTo>
                <a:cubicBezTo>
                  <a:pt x="574" y="892"/>
                  <a:pt x="575" y="892"/>
                  <a:pt x="577" y="892"/>
                </a:cubicBezTo>
                <a:cubicBezTo>
                  <a:pt x="578" y="893"/>
                  <a:pt x="578" y="895"/>
                  <a:pt x="577" y="897"/>
                </a:cubicBezTo>
                <a:cubicBezTo>
                  <a:pt x="583" y="903"/>
                  <a:pt x="588" y="910"/>
                  <a:pt x="594" y="916"/>
                </a:cubicBezTo>
                <a:cubicBezTo>
                  <a:pt x="597" y="916"/>
                  <a:pt x="597" y="916"/>
                  <a:pt x="597" y="916"/>
                </a:cubicBezTo>
                <a:cubicBezTo>
                  <a:pt x="597" y="917"/>
                  <a:pt x="597" y="918"/>
                  <a:pt x="597" y="919"/>
                </a:cubicBezTo>
                <a:cubicBezTo>
                  <a:pt x="597" y="919"/>
                  <a:pt x="597" y="919"/>
                  <a:pt x="596" y="919"/>
                </a:cubicBezTo>
                <a:cubicBezTo>
                  <a:pt x="599" y="921"/>
                  <a:pt x="602" y="924"/>
                  <a:pt x="604" y="927"/>
                </a:cubicBezTo>
                <a:cubicBezTo>
                  <a:pt x="606" y="925"/>
                  <a:pt x="607" y="923"/>
                  <a:pt x="608" y="921"/>
                </a:cubicBezTo>
                <a:cubicBezTo>
                  <a:pt x="601" y="914"/>
                  <a:pt x="594" y="906"/>
                  <a:pt x="588" y="899"/>
                </a:cubicBezTo>
                <a:lnTo>
                  <a:pt x="580" y="899"/>
                </a:lnTo>
                <a:close/>
                <a:moveTo>
                  <a:pt x="565" y="744"/>
                </a:moveTo>
                <a:cubicBezTo>
                  <a:pt x="562" y="744"/>
                  <a:pt x="559" y="744"/>
                  <a:pt x="557" y="744"/>
                </a:cubicBezTo>
                <a:cubicBezTo>
                  <a:pt x="551" y="753"/>
                  <a:pt x="547" y="763"/>
                  <a:pt x="544" y="774"/>
                </a:cubicBezTo>
                <a:cubicBezTo>
                  <a:pt x="544" y="774"/>
                  <a:pt x="544" y="774"/>
                  <a:pt x="544" y="774"/>
                </a:cubicBezTo>
                <a:cubicBezTo>
                  <a:pt x="550" y="774"/>
                  <a:pt x="550" y="774"/>
                  <a:pt x="550" y="774"/>
                </a:cubicBezTo>
                <a:cubicBezTo>
                  <a:pt x="551" y="770"/>
                  <a:pt x="553" y="767"/>
                  <a:pt x="554" y="763"/>
                </a:cubicBezTo>
                <a:cubicBezTo>
                  <a:pt x="557" y="756"/>
                  <a:pt x="561" y="750"/>
                  <a:pt x="565" y="744"/>
                </a:cubicBezTo>
                <a:close/>
                <a:moveTo>
                  <a:pt x="195" y="492"/>
                </a:moveTo>
                <a:cubicBezTo>
                  <a:pt x="201" y="486"/>
                  <a:pt x="206" y="480"/>
                  <a:pt x="212" y="474"/>
                </a:cubicBezTo>
                <a:cubicBezTo>
                  <a:pt x="201" y="474"/>
                  <a:pt x="201" y="474"/>
                  <a:pt x="201" y="474"/>
                </a:cubicBezTo>
                <a:cubicBezTo>
                  <a:pt x="196" y="480"/>
                  <a:pt x="190" y="486"/>
                  <a:pt x="185" y="492"/>
                </a:cubicBezTo>
                <a:lnTo>
                  <a:pt x="195" y="492"/>
                </a:lnTo>
                <a:close/>
                <a:moveTo>
                  <a:pt x="611" y="957"/>
                </a:moveTo>
                <a:cubicBezTo>
                  <a:pt x="610" y="959"/>
                  <a:pt x="608" y="959"/>
                  <a:pt x="607" y="959"/>
                </a:cubicBezTo>
                <a:cubicBezTo>
                  <a:pt x="607" y="959"/>
                  <a:pt x="607" y="959"/>
                  <a:pt x="607" y="959"/>
                </a:cubicBezTo>
                <a:cubicBezTo>
                  <a:pt x="607" y="959"/>
                  <a:pt x="608" y="959"/>
                  <a:pt x="608" y="959"/>
                </a:cubicBezTo>
                <a:cubicBezTo>
                  <a:pt x="608" y="959"/>
                  <a:pt x="608" y="959"/>
                  <a:pt x="608" y="959"/>
                </a:cubicBezTo>
                <a:cubicBezTo>
                  <a:pt x="608" y="960"/>
                  <a:pt x="608" y="960"/>
                  <a:pt x="609" y="960"/>
                </a:cubicBezTo>
                <a:cubicBezTo>
                  <a:pt x="610" y="959"/>
                  <a:pt x="612" y="957"/>
                  <a:pt x="613" y="955"/>
                </a:cubicBezTo>
                <a:cubicBezTo>
                  <a:pt x="612" y="955"/>
                  <a:pt x="612" y="954"/>
                  <a:pt x="611" y="953"/>
                </a:cubicBezTo>
                <a:cubicBezTo>
                  <a:pt x="611" y="955"/>
                  <a:pt x="611" y="956"/>
                  <a:pt x="611" y="957"/>
                </a:cubicBezTo>
                <a:close/>
                <a:moveTo>
                  <a:pt x="441" y="747"/>
                </a:moveTo>
                <a:cubicBezTo>
                  <a:pt x="443" y="747"/>
                  <a:pt x="446" y="747"/>
                  <a:pt x="448" y="747"/>
                </a:cubicBezTo>
                <a:cubicBezTo>
                  <a:pt x="449" y="745"/>
                  <a:pt x="450" y="742"/>
                  <a:pt x="452" y="740"/>
                </a:cubicBezTo>
                <a:cubicBezTo>
                  <a:pt x="451" y="740"/>
                  <a:pt x="451" y="740"/>
                  <a:pt x="450" y="739"/>
                </a:cubicBezTo>
                <a:cubicBezTo>
                  <a:pt x="450" y="739"/>
                  <a:pt x="450" y="739"/>
                  <a:pt x="450" y="739"/>
                </a:cubicBezTo>
                <a:cubicBezTo>
                  <a:pt x="452" y="739"/>
                  <a:pt x="452" y="739"/>
                  <a:pt x="452" y="739"/>
                </a:cubicBezTo>
                <a:cubicBezTo>
                  <a:pt x="455" y="733"/>
                  <a:pt x="458" y="727"/>
                  <a:pt x="462" y="721"/>
                </a:cubicBezTo>
                <a:cubicBezTo>
                  <a:pt x="454" y="722"/>
                  <a:pt x="454" y="722"/>
                  <a:pt x="454" y="722"/>
                </a:cubicBezTo>
                <a:cubicBezTo>
                  <a:pt x="449" y="730"/>
                  <a:pt x="445" y="738"/>
                  <a:pt x="441" y="747"/>
                </a:cubicBezTo>
                <a:close/>
                <a:moveTo>
                  <a:pt x="679" y="1031"/>
                </a:moveTo>
                <a:cubicBezTo>
                  <a:pt x="679" y="1030"/>
                  <a:pt x="679" y="1030"/>
                  <a:pt x="679" y="1030"/>
                </a:cubicBezTo>
                <a:cubicBezTo>
                  <a:pt x="679" y="1030"/>
                  <a:pt x="679" y="1030"/>
                  <a:pt x="679" y="1030"/>
                </a:cubicBezTo>
                <a:cubicBezTo>
                  <a:pt x="679" y="1030"/>
                  <a:pt x="679" y="1030"/>
                  <a:pt x="679" y="1031"/>
                </a:cubicBezTo>
                <a:close/>
                <a:moveTo>
                  <a:pt x="512" y="857"/>
                </a:moveTo>
                <a:cubicBezTo>
                  <a:pt x="512" y="856"/>
                  <a:pt x="512" y="856"/>
                  <a:pt x="512" y="856"/>
                </a:cubicBezTo>
                <a:cubicBezTo>
                  <a:pt x="512" y="856"/>
                  <a:pt x="512" y="856"/>
                  <a:pt x="512" y="856"/>
                </a:cubicBezTo>
                <a:cubicBezTo>
                  <a:pt x="512" y="856"/>
                  <a:pt x="512" y="856"/>
                  <a:pt x="512" y="857"/>
                </a:cubicBezTo>
                <a:close/>
                <a:moveTo>
                  <a:pt x="556" y="622"/>
                </a:moveTo>
                <a:cubicBezTo>
                  <a:pt x="560" y="621"/>
                  <a:pt x="558" y="614"/>
                  <a:pt x="554" y="615"/>
                </a:cubicBezTo>
                <a:cubicBezTo>
                  <a:pt x="538" y="619"/>
                  <a:pt x="523" y="626"/>
                  <a:pt x="509" y="634"/>
                </a:cubicBezTo>
                <a:cubicBezTo>
                  <a:pt x="509" y="635"/>
                  <a:pt x="509" y="637"/>
                  <a:pt x="508" y="638"/>
                </a:cubicBezTo>
                <a:cubicBezTo>
                  <a:pt x="508" y="638"/>
                  <a:pt x="508" y="639"/>
                  <a:pt x="507" y="639"/>
                </a:cubicBezTo>
                <a:cubicBezTo>
                  <a:pt x="508" y="639"/>
                  <a:pt x="510" y="640"/>
                  <a:pt x="510" y="641"/>
                </a:cubicBezTo>
                <a:cubicBezTo>
                  <a:pt x="505" y="638"/>
                  <a:pt x="504" y="642"/>
                  <a:pt x="502" y="644"/>
                </a:cubicBezTo>
                <a:cubicBezTo>
                  <a:pt x="502" y="644"/>
                  <a:pt x="501" y="645"/>
                  <a:pt x="501" y="645"/>
                </a:cubicBezTo>
                <a:cubicBezTo>
                  <a:pt x="501" y="645"/>
                  <a:pt x="501" y="645"/>
                  <a:pt x="500" y="645"/>
                </a:cubicBezTo>
                <a:cubicBezTo>
                  <a:pt x="500" y="645"/>
                  <a:pt x="500" y="645"/>
                  <a:pt x="500" y="645"/>
                </a:cubicBezTo>
                <a:cubicBezTo>
                  <a:pt x="499" y="645"/>
                  <a:pt x="496" y="645"/>
                  <a:pt x="495" y="644"/>
                </a:cubicBezTo>
                <a:cubicBezTo>
                  <a:pt x="495" y="644"/>
                  <a:pt x="495" y="643"/>
                  <a:pt x="495" y="643"/>
                </a:cubicBezTo>
                <a:cubicBezTo>
                  <a:pt x="494" y="644"/>
                  <a:pt x="492" y="646"/>
                  <a:pt x="490" y="647"/>
                </a:cubicBezTo>
                <a:cubicBezTo>
                  <a:pt x="492" y="647"/>
                  <a:pt x="492" y="649"/>
                  <a:pt x="492" y="650"/>
                </a:cubicBezTo>
                <a:cubicBezTo>
                  <a:pt x="486" y="650"/>
                  <a:pt x="486" y="650"/>
                  <a:pt x="486" y="650"/>
                </a:cubicBezTo>
                <a:cubicBezTo>
                  <a:pt x="468" y="665"/>
                  <a:pt x="452" y="683"/>
                  <a:pt x="440" y="703"/>
                </a:cubicBezTo>
                <a:cubicBezTo>
                  <a:pt x="445" y="703"/>
                  <a:pt x="445" y="703"/>
                  <a:pt x="445" y="703"/>
                </a:cubicBezTo>
                <a:cubicBezTo>
                  <a:pt x="445" y="705"/>
                  <a:pt x="445" y="707"/>
                  <a:pt x="445" y="708"/>
                </a:cubicBezTo>
                <a:cubicBezTo>
                  <a:pt x="445" y="709"/>
                  <a:pt x="445" y="709"/>
                  <a:pt x="445" y="709"/>
                </a:cubicBezTo>
                <a:cubicBezTo>
                  <a:pt x="446" y="707"/>
                  <a:pt x="447" y="705"/>
                  <a:pt x="448" y="704"/>
                </a:cubicBezTo>
                <a:cubicBezTo>
                  <a:pt x="448" y="704"/>
                  <a:pt x="448" y="703"/>
                  <a:pt x="448" y="703"/>
                </a:cubicBezTo>
                <a:cubicBezTo>
                  <a:pt x="449" y="703"/>
                  <a:pt x="449" y="703"/>
                  <a:pt x="449" y="703"/>
                </a:cubicBezTo>
                <a:cubicBezTo>
                  <a:pt x="454" y="695"/>
                  <a:pt x="460" y="687"/>
                  <a:pt x="467" y="679"/>
                </a:cubicBezTo>
                <a:cubicBezTo>
                  <a:pt x="465" y="676"/>
                  <a:pt x="465" y="672"/>
                  <a:pt x="471" y="672"/>
                </a:cubicBezTo>
                <a:cubicBezTo>
                  <a:pt x="471" y="673"/>
                  <a:pt x="472" y="673"/>
                  <a:pt x="472" y="674"/>
                </a:cubicBezTo>
                <a:cubicBezTo>
                  <a:pt x="474" y="672"/>
                  <a:pt x="476" y="670"/>
                  <a:pt x="478" y="667"/>
                </a:cubicBezTo>
                <a:cubicBezTo>
                  <a:pt x="476" y="668"/>
                  <a:pt x="474" y="668"/>
                  <a:pt x="471" y="668"/>
                </a:cubicBezTo>
                <a:cubicBezTo>
                  <a:pt x="471" y="668"/>
                  <a:pt x="471" y="667"/>
                  <a:pt x="471" y="667"/>
                </a:cubicBezTo>
                <a:cubicBezTo>
                  <a:pt x="478" y="667"/>
                  <a:pt x="478" y="667"/>
                  <a:pt x="478" y="667"/>
                </a:cubicBezTo>
                <a:cubicBezTo>
                  <a:pt x="488" y="658"/>
                  <a:pt x="498" y="650"/>
                  <a:pt x="509" y="643"/>
                </a:cubicBezTo>
                <a:cubicBezTo>
                  <a:pt x="509" y="643"/>
                  <a:pt x="509" y="642"/>
                  <a:pt x="509" y="641"/>
                </a:cubicBezTo>
                <a:cubicBezTo>
                  <a:pt x="510" y="642"/>
                  <a:pt x="510" y="642"/>
                  <a:pt x="511" y="642"/>
                </a:cubicBezTo>
                <a:cubicBezTo>
                  <a:pt x="512" y="641"/>
                  <a:pt x="514" y="640"/>
                  <a:pt x="515" y="639"/>
                </a:cubicBezTo>
                <a:cubicBezTo>
                  <a:pt x="528" y="632"/>
                  <a:pt x="542" y="625"/>
                  <a:pt x="556" y="622"/>
                </a:cubicBezTo>
                <a:close/>
                <a:moveTo>
                  <a:pt x="461" y="686"/>
                </a:moveTo>
                <a:cubicBezTo>
                  <a:pt x="453" y="686"/>
                  <a:pt x="453" y="686"/>
                  <a:pt x="453" y="686"/>
                </a:cubicBezTo>
                <a:cubicBezTo>
                  <a:pt x="454" y="685"/>
                  <a:pt x="454" y="684"/>
                  <a:pt x="456" y="683"/>
                </a:cubicBezTo>
                <a:cubicBezTo>
                  <a:pt x="457" y="683"/>
                  <a:pt x="459" y="683"/>
                  <a:pt x="461" y="683"/>
                </a:cubicBezTo>
                <a:cubicBezTo>
                  <a:pt x="461" y="684"/>
                  <a:pt x="461" y="685"/>
                  <a:pt x="461" y="686"/>
                </a:cubicBezTo>
                <a:close/>
                <a:moveTo>
                  <a:pt x="454" y="1002"/>
                </a:moveTo>
                <a:cubicBezTo>
                  <a:pt x="454" y="1000"/>
                  <a:pt x="454" y="997"/>
                  <a:pt x="454" y="995"/>
                </a:cubicBezTo>
                <a:cubicBezTo>
                  <a:pt x="455" y="994"/>
                  <a:pt x="456" y="994"/>
                  <a:pt x="456" y="995"/>
                </a:cubicBezTo>
                <a:cubicBezTo>
                  <a:pt x="456" y="994"/>
                  <a:pt x="456" y="994"/>
                  <a:pt x="456" y="993"/>
                </a:cubicBezTo>
                <a:cubicBezTo>
                  <a:pt x="451" y="986"/>
                  <a:pt x="447" y="979"/>
                  <a:pt x="443" y="971"/>
                </a:cubicBezTo>
                <a:cubicBezTo>
                  <a:pt x="442" y="971"/>
                  <a:pt x="442" y="971"/>
                  <a:pt x="442" y="971"/>
                </a:cubicBezTo>
                <a:cubicBezTo>
                  <a:pt x="441" y="970"/>
                  <a:pt x="440" y="970"/>
                  <a:pt x="441" y="968"/>
                </a:cubicBezTo>
                <a:cubicBezTo>
                  <a:pt x="441" y="967"/>
                  <a:pt x="441" y="967"/>
                  <a:pt x="440" y="966"/>
                </a:cubicBezTo>
                <a:cubicBezTo>
                  <a:pt x="440" y="967"/>
                  <a:pt x="439" y="968"/>
                  <a:pt x="439" y="968"/>
                </a:cubicBezTo>
                <a:cubicBezTo>
                  <a:pt x="439" y="969"/>
                  <a:pt x="439" y="970"/>
                  <a:pt x="440" y="971"/>
                </a:cubicBezTo>
                <a:cubicBezTo>
                  <a:pt x="436" y="971"/>
                  <a:pt x="436" y="971"/>
                  <a:pt x="436" y="971"/>
                </a:cubicBezTo>
                <a:cubicBezTo>
                  <a:pt x="440" y="978"/>
                  <a:pt x="443" y="984"/>
                  <a:pt x="447" y="991"/>
                </a:cubicBezTo>
                <a:cubicBezTo>
                  <a:pt x="449" y="991"/>
                  <a:pt x="451" y="992"/>
                  <a:pt x="452" y="994"/>
                </a:cubicBezTo>
                <a:cubicBezTo>
                  <a:pt x="451" y="994"/>
                  <a:pt x="450" y="994"/>
                  <a:pt x="449" y="995"/>
                </a:cubicBezTo>
                <a:cubicBezTo>
                  <a:pt x="451" y="997"/>
                  <a:pt x="452" y="999"/>
                  <a:pt x="454" y="1002"/>
                </a:cubicBezTo>
                <a:close/>
                <a:moveTo>
                  <a:pt x="851" y="628"/>
                </a:moveTo>
                <a:cubicBezTo>
                  <a:pt x="851" y="629"/>
                  <a:pt x="850" y="630"/>
                  <a:pt x="850" y="630"/>
                </a:cubicBezTo>
                <a:cubicBezTo>
                  <a:pt x="850" y="631"/>
                  <a:pt x="851" y="631"/>
                  <a:pt x="851" y="632"/>
                </a:cubicBezTo>
                <a:cubicBezTo>
                  <a:pt x="852" y="631"/>
                  <a:pt x="852" y="630"/>
                  <a:pt x="853" y="629"/>
                </a:cubicBezTo>
                <a:cubicBezTo>
                  <a:pt x="841" y="623"/>
                  <a:pt x="830" y="617"/>
                  <a:pt x="818" y="611"/>
                </a:cubicBezTo>
                <a:cubicBezTo>
                  <a:pt x="809" y="611"/>
                  <a:pt x="809" y="611"/>
                  <a:pt x="809" y="611"/>
                </a:cubicBezTo>
                <a:cubicBezTo>
                  <a:pt x="809" y="611"/>
                  <a:pt x="808" y="611"/>
                  <a:pt x="808" y="610"/>
                </a:cubicBezTo>
                <a:cubicBezTo>
                  <a:pt x="808" y="610"/>
                  <a:pt x="808" y="610"/>
                  <a:pt x="808" y="610"/>
                </a:cubicBezTo>
                <a:cubicBezTo>
                  <a:pt x="808" y="611"/>
                  <a:pt x="807" y="611"/>
                  <a:pt x="807" y="612"/>
                </a:cubicBezTo>
                <a:cubicBezTo>
                  <a:pt x="804" y="612"/>
                  <a:pt x="804" y="612"/>
                  <a:pt x="804" y="612"/>
                </a:cubicBezTo>
                <a:cubicBezTo>
                  <a:pt x="815" y="617"/>
                  <a:pt x="826" y="623"/>
                  <a:pt x="837" y="629"/>
                </a:cubicBezTo>
                <a:lnTo>
                  <a:pt x="851" y="628"/>
                </a:lnTo>
                <a:close/>
                <a:moveTo>
                  <a:pt x="777" y="639"/>
                </a:moveTo>
                <a:cubicBezTo>
                  <a:pt x="776" y="638"/>
                  <a:pt x="776" y="636"/>
                  <a:pt x="776" y="634"/>
                </a:cubicBezTo>
                <a:cubicBezTo>
                  <a:pt x="776" y="634"/>
                  <a:pt x="775" y="633"/>
                  <a:pt x="774" y="633"/>
                </a:cubicBezTo>
                <a:cubicBezTo>
                  <a:pt x="774" y="633"/>
                  <a:pt x="774" y="633"/>
                  <a:pt x="774" y="633"/>
                </a:cubicBezTo>
                <a:cubicBezTo>
                  <a:pt x="772" y="634"/>
                  <a:pt x="771" y="633"/>
                  <a:pt x="770" y="633"/>
                </a:cubicBezTo>
                <a:cubicBezTo>
                  <a:pt x="768" y="634"/>
                  <a:pt x="766" y="635"/>
                  <a:pt x="763" y="634"/>
                </a:cubicBezTo>
                <a:cubicBezTo>
                  <a:pt x="765" y="636"/>
                  <a:pt x="767" y="637"/>
                  <a:pt x="769" y="638"/>
                </a:cubicBezTo>
                <a:cubicBezTo>
                  <a:pt x="769" y="637"/>
                  <a:pt x="770" y="636"/>
                  <a:pt x="770" y="635"/>
                </a:cubicBezTo>
                <a:cubicBezTo>
                  <a:pt x="776" y="635"/>
                  <a:pt x="776" y="635"/>
                  <a:pt x="776" y="635"/>
                </a:cubicBezTo>
                <a:cubicBezTo>
                  <a:pt x="776" y="637"/>
                  <a:pt x="777" y="637"/>
                  <a:pt x="776" y="640"/>
                </a:cubicBezTo>
                <a:cubicBezTo>
                  <a:pt x="777" y="640"/>
                  <a:pt x="777" y="640"/>
                  <a:pt x="777" y="639"/>
                </a:cubicBezTo>
                <a:close/>
                <a:moveTo>
                  <a:pt x="583" y="1006"/>
                </a:moveTo>
                <a:cubicBezTo>
                  <a:pt x="577" y="1006"/>
                  <a:pt x="577" y="1006"/>
                  <a:pt x="577" y="1006"/>
                </a:cubicBezTo>
                <a:cubicBezTo>
                  <a:pt x="577" y="1006"/>
                  <a:pt x="577" y="1005"/>
                  <a:pt x="577" y="1005"/>
                </a:cubicBezTo>
                <a:cubicBezTo>
                  <a:pt x="577" y="1004"/>
                  <a:pt x="573" y="1004"/>
                  <a:pt x="573" y="1002"/>
                </a:cubicBezTo>
                <a:cubicBezTo>
                  <a:pt x="571" y="1002"/>
                  <a:pt x="572" y="1004"/>
                  <a:pt x="571" y="1005"/>
                </a:cubicBezTo>
                <a:cubicBezTo>
                  <a:pt x="578" y="1011"/>
                  <a:pt x="586" y="1017"/>
                  <a:pt x="595" y="1023"/>
                </a:cubicBezTo>
                <a:cubicBezTo>
                  <a:pt x="595" y="1023"/>
                  <a:pt x="595" y="1023"/>
                  <a:pt x="595" y="1023"/>
                </a:cubicBezTo>
                <a:cubicBezTo>
                  <a:pt x="595" y="1023"/>
                  <a:pt x="596" y="1023"/>
                  <a:pt x="596" y="1024"/>
                </a:cubicBezTo>
                <a:cubicBezTo>
                  <a:pt x="598" y="1025"/>
                  <a:pt x="601" y="1027"/>
                  <a:pt x="603" y="1028"/>
                </a:cubicBezTo>
                <a:cubicBezTo>
                  <a:pt x="603" y="1028"/>
                  <a:pt x="603" y="1028"/>
                  <a:pt x="603" y="1028"/>
                </a:cubicBezTo>
                <a:cubicBezTo>
                  <a:pt x="601" y="1027"/>
                  <a:pt x="599" y="1025"/>
                  <a:pt x="598" y="1023"/>
                </a:cubicBezTo>
                <a:cubicBezTo>
                  <a:pt x="607" y="1023"/>
                  <a:pt x="607" y="1023"/>
                  <a:pt x="607" y="1023"/>
                </a:cubicBezTo>
                <a:cubicBezTo>
                  <a:pt x="599" y="1018"/>
                  <a:pt x="590" y="1012"/>
                  <a:pt x="583" y="1006"/>
                </a:cubicBezTo>
                <a:close/>
                <a:moveTo>
                  <a:pt x="564" y="1041"/>
                </a:moveTo>
                <a:cubicBezTo>
                  <a:pt x="573" y="1048"/>
                  <a:pt x="582" y="1053"/>
                  <a:pt x="591" y="1059"/>
                </a:cubicBezTo>
                <a:cubicBezTo>
                  <a:pt x="605" y="1058"/>
                  <a:pt x="605" y="1058"/>
                  <a:pt x="605" y="1058"/>
                </a:cubicBezTo>
                <a:cubicBezTo>
                  <a:pt x="594" y="1053"/>
                  <a:pt x="584" y="1048"/>
                  <a:pt x="575" y="1041"/>
                </a:cubicBezTo>
                <a:lnTo>
                  <a:pt x="564" y="1041"/>
                </a:lnTo>
                <a:close/>
                <a:moveTo>
                  <a:pt x="520" y="1028"/>
                </a:moveTo>
                <a:cubicBezTo>
                  <a:pt x="520" y="1028"/>
                  <a:pt x="520" y="1028"/>
                  <a:pt x="521" y="1029"/>
                </a:cubicBezTo>
                <a:cubicBezTo>
                  <a:pt x="520" y="1028"/>
                  <a:pt x="520" y="1028"/>
                  <a:pt x="520" y="1028"/>
                </a:cubicBezTo>
                <a:cubicBezTo>
                  <a:pt x="514" y="1021"/>
                  <a:pt x="509" y="1014"/>
                  <a:pt x="503" y="1006"/>
                </a:cubicBezTo>
                <a:cubicBezTo>
                  <a:pt x="497" y="1006"/>
                  <a:pt x="497" y="1006"/>
                  <a:pt x="497" y="1006"/>
                </a:cubicBezTo>
                <a:cubicBezTo>
                  <a:pt x="497" y="1006"/>
                  <a:pt x="497" y="1005"/>
                  <a:pt x="498" y="1005"/>
                </a:cubicBezTo>
                <a:cubicBezTo>
                  <a:pt x="499" y="1005"/>
                  <a:pt x="500" y="1005"/>
                  <a:pt x="502" y="1005"/>
                </a:cubicBezTo>
                <a:cubicBezTo>
                  <a:pt x="499" y="1001"/>
                  <a:pt x="497" y="997"/>
                  <a:pt x="494" y="993"/>
                </a:cubicBezTo>
                <a:cubicBezTo>
                  <a:pt x="493" y="995"/>
                  <a:pt x="491" y="997"/>
                  <a:pt x="489" y="998"/>
                </a:cubicBezTo>
                <a:cubicBezTo>
                  <a:pt x="497" y="1011"/>
                  <a:pt x="506" y="1023"/>
                  <a:pt x="517" y="1034"/>
                </a:cubicBezTo>
                <a:cubicBezTo>
                  <a:pt x="517" y="1031"/>
                  <a:pt x="518" y="1029"/>
                  <a:pt x="520" y="1028"/>
                </a:cubicBezTo>
                <a:close/>
                <a:moveTo>
                  <a:pt x="603" y="643"/>
                </a:moveTo>
                <a:cubicBezTo>
                  <a:pt x="606" y="645"/>
                  <a:pt x="608" y="646"/>
                  <a:pt x="610" y="648"/>
                </a:cubicBezTo>
                <a:cubicBezTo>
                  <a:pt x="615" y="647"/>
                  <a:pt x="620" y="647"/>
                  <a:pt x="625" y="646"/>
                </a:cubicBezTo>
                <a:cubicBezTo>
                  <a:pt x="624" y="645"/>
                  <a:pt x="623" y="643"/>
                  <a:pt x="624" y="640"/>
                </a:cubicBezTo>
                <a:cubicBezTo>
                  <a:pt x="617" y="641"/>
                  <a:pt x="610" y="642"/>
                  <a:pt x="603" y="643"/>
                </a:cubicBezTo>
                <a:close/>
                <a:moveTo>
                  <a:pt x="673" y="1033"/>
                </a:moveTo>
                <a:cubicBezTo>
                  <a:pt x="673" y="1034"/>
                  <a:pt x="673" y="1034"/>
                  <a:pt x="672" y="1035"/>
                </a:cubicBezTo>
                <a:cubicBezTo>
                  <a:pt x="674" y="1035"/>
                  <a:pt x="676" y="1036"/>
                  <a:pt x="678" y="1037"/>
                </a:cubicBezTo>
                <a:cubicBezTo>
                  <a:pt x="678" y="1035"/>
                  <a:pt x="678" y="1034"/>
                  <a:pt x="679" y="1033"/>
                </a:cubicBezTo>
                <a:cubicBezTo>
                  <a:pt x="678" y="1033"/>
                  <a:pt x="678" y="1034"/>
                  <a:pt x="678" y="1034"/>
                </a:cubicBezTo>
                <a:cubicBezTo>
                  <a:pt x="676" y="1034"/>
                  <a:pt x="674" y="1034"/>
                  <a:pt x="673" y="1033"/>
                </a:cubicBezTo>
                <a:close/>
                <a:moveTo>
                  <a:pt x="739" y="636"/>
                </a:moveTo>
                <a:cubicBezTo>
                  <a:pt x="742" y="636"/>
                  <a:pt x="743" y="635"/>
                  <a:pt x="743" y="633"/>
                </a:cubicBezTo>
                <a:cubicBezTo>
                  <a:pt x="743" y="633"/>
                  <a:pt x="742" y="632"/>
                  <a:pt x="741" y="632"/>
                </a:cubicBezTo>
                <a:cubicBezTo>
                  <a:pt x="742" y="634"/>
                  <a:pt x="739" y="633"/>
                  <a:pt x="739" y="636"/>
                </a:cubicBezTo>
                <a:close/>
                <a:moveTo>
                  <a:pt x="581" y="649"/>
                </a:moveTo>
                <a:cubicBezTo>
                  <a:pt x="581" y="649"/>
                  <a:pt x="581" y="649"/>
                  <a:pt x="581" y="649"/>
                </a:cubicBezTo>
                <a:cubicBezTo>
                  <a:pt x="580" y="649"/>
                  <a:pt x="580" y="649"/>
                  <a:pt x="580" y="649"/>
                </a:cubicBezTo>
                <a:cubicBezTo>
                  <a:pt x="565" y="654"/>
                  <a:pt x="550" y="660"/>
                  <a:pt x="535" y="669"/>
                </a:cubicBezTo>
                <a:cubicBezTo>
                  <a:pt x="529" y="673"/>
                  <a:pt x="523" y="677"/>
                  <a:pt x="518" y="681"/>
                </a:cubicBezTo>
                <a:cubicBezTo>
                  <a:pt x="523" y="680"/>
                  <a:pt x="527" y="679"/>
                  <a:pt x="532" y="679"/>
                </a:cubicBezTo>
                <a:cubicBezTo>
                  <a:pt x="537" y="676"/>
                  <a:pt x="543" y="673"/>
                  <a:pt x="548" y="670"/>
                </a:cubicBezTo>
                <a:cubicBezTo>
                  <a:pt x="548" y="669"/>
                  <a:pt x="547" y="668"/>
                  <a:pt x="547" y="667"/>
                </a:cubicBezTo>
                <a:cubicBezTo>
                  <a:pt x="554" y="667"/>
                  <a:pt x="554" y="667"/>
                  <a:pt x="554" y="667"/>
                </a:cubicBezTo>
                <a:cubicBezTo>
                  <a:pt x="558" y="665"/>
                  <a:pt x="562" y="663"/>
                  <a:pt x="566" y="661"/>
                </a:cubicBezTo>
                <a:cubicBezTo>
                  <a:pt x="579" y="655"/>
                  <a:pt x="592" y="651"/>
                  <a:pt x="606" y="649"/>
                </a:cubicBezTo>
                <a:cubicBezTo>
                  <a:pt x="598" y="649"/>
                  <a:pt x="598" y="649"/>
                  <a:pt x="598" y="649"/>
                </a:cubicBezTo>
                <a:cubicBezTo>
                  <a:pt x="597" y="648"/>
                  <a:pt x="597" y="646"/>
                  <a:pt x="597" y="645"/>
                </a:cubicBezTo>
                <a:cubicBezTo>
                  <a:pt x="597" y="645"/>
                  <a:pt x="596" y="645"/>
                  <a:pt x="596" y="645"/>
                </a:cubicBezTo>
                <a:cubicBezTo>
                  <a:pt x="596" y="645"/>
                  <a:pt x="597" y="646"/>
                  <a:pt x="596" y="647"/>
                </a:cubicBezTo>
                <a:cubicBezTo>
                  <a:pt x="595" y="647"/>
                  <a:pt x="595" y="649"/>
                  <a:pt x="593" y="648"/>
                </a:cubicBezTo>
                <a:cubicBezTo>
                  <a:pt x="592" y="648"/>
                  <a:pt x="592" y="647"/>
                  <a:pt x="592" y="646"/>
                </a:cubicBezTo>
                <a:cubicBezTo>
                  <a:pt x="588" y="647"/>
                  <a:pt x="585" y="648"/>
                  <a:pt x="581" y="649"/>
                </a:cubicBezTo>
                <a:close/>
                <a:moveTo>
                  <a:pt x="824" y="598"/>
                </a:moveTo>
                <a:cubicBezTo>
                  <a:pt x="824" y="596"/>
                  <a:pt x="822" y="596"/>
                  <a:pt x="820" y="596"/>
                </a:cubicBezTo>
                <a:cubicBezTo>
                  <a:pt x="821" y="597"/>
                  <a:pt x="823" y="597"/>
                  <a:pt x="824" y="598"/>
                </a:cubicBezTo>
                <a:close/>
                <a:moveTo>
                  <a:pt x="669" y="641"/>
                </a:moveTo>
                <a:cubicBezTo>
                  <a:pt x="668" y="641"/>
                  <a:pt x="668" y="640"/>
                  <a:pt x="668" y="640"/>
                </a:cubicBezTo>
                <a:cubicBezTo>
                  <a:pt x="667" y="640"/>
                  <a:pt x="666" y="640"/>
                  <a:pt x="666" y="640"/>
                </a:cubicBezTo>
                <a:cubicBezTo>
                  <a:pt x="666" y="640"/>
                  <a:pt x="667" y="641"/>
                  <a:pt x="667" y="642"/>
                </a:cubicBezTo>
                <a:cubicBezTo>
                  <a:pt x="667" y="642"/>
                  <a:pt x="667" y="642"/>
                  <a:pt x="668" y="642"/>
                </a:cubicBezTo>
                <a:cubicBezTo>
                  <a:pt x="668" y="641"/>
                  <a:pt x="668" y="641"/>
                  <a:pt x="669" y="641"/>
                </a:cubicBezTo>
                <a:close/>
                <a:moveTo>
                  <a:pt x="543" y="609"/>
                </a:moveTo>
                <a:cubicBezTo>
                  <a:pt x="544" y="609"/>
                  <a:pt x="544" y="609"/>
                  <a:pt x="545" y="609"/>
                </a:cubicBezTo>
                <a:cubicBezTo>
                  <a:pt x="545" y="609"/>
                  <a:pt x="545" y="609"/>
                  <a:pt x="545" y="609"/>
                </a:cubicBezTo>
                <a:cubicBezTo>
                  <a:pt x="543" y="609"/>
                  <a:pt x="542" y="609"/>
                  <a:pt x="540" y="609"/>
                </a:cubicBezTo>
                <a:cubicBezTo>
                  <a:pt x="540" y="609"/>
                  <a:pt x="540" y="609"/>
                  <a:pt x="540" y="610"/>
                </a:cubicBezTo>
                <a:cubicBezTo>
                  <a:pt x="541" y="611"/>
                  <a:pt x="541" y="611"/>
                  <a:pt x="541" y="612"/>
                </a:cubicBezTo>
                <a:cubicBezTo>
                  <a:pt x="541" y="612"/>
                  <a:pt x="542" y="612"/>
                  <a:pt x="542" y="612"/>
                </a:cubicBezTo>
                <a:cubicBezTo>
                  <a:pt x="542" y="611"/>
                  <a:pt x="543" y="610"/>
                  <a:pt x="543" y="609"/>
                </a:cubicBezTo>
                <a:close/>
                <a:moveTo>
                  <a:pt x="488" y="648"/>
                </a:moveTo>
                <a:cubicBezTo>
                  <a:pt x="488" y="648"/>
                  <a:pt x="488" y="648"/>
                  <a:pt x="488" y="648"/>
                </a:cubicBezTo>
                <a:cubicBezTo>
                  <a:pt x="488" y="648"/>
                  <a:pt x="488" y="648"/>
                  <a:pt x="488" y="648"/>
                </a:cubicBezTo>
                <a:close/>
                <a:moveTo>
                  <a:pt x="500" y="641"/>
                </a:moveTo>
                <a:cubicBezTo>
                  <a:pt x="501" y="641"/>
                  <a:pt x="501" y="640"/>
                  <a:pt x="501" y="640"/>
                </a:cubicBezTo>
                <a:cubicBezTo>
                  <a:pt x="501" y="639"/>
                  <a:pt x="501" y="639"/>
                  <a:pt x="501" y="639"/>
                </a:cubicBezTo>
                <a:cubicBezTo>
                  <a:pt x="500" y="640"/>
                  <a:pt x="499" y="641"/>
                  <a:pt x="498" y="641"/>
                </a:cubicBezTo>
                <a:cubicBezTo>
                  <a:pt x="498" y="641"/>
                  <a:pt x="499" y="641"/>
                  <a:pt x="500" y="641"/>
                </a:cubicBezTo>
                <a:close/>
                <a:moveTo>
                  <a:pt x="922" y="988"/>
                </a:moveTo>
                <a:cubicBezTo>
                  <a:pt x="922" y="988"/>
                  <a:pt x="922" y="988"/>
                  <a:pt x="922" y="988"/>
                </a:cubicBezTo>
                <a:cubicBezTo>
                  <a:pt x="922" y="988"/>
                  <a:pt x="922" y="988"/>
                  <a:pt x="921" y="988"/>
                </a:cubicBezTo>
                <a:cubicBezTo>
                  <a:pt x="922" y="988"/>
                  <a:pt x="922" y="988"/>
                  <a:pt x="922" y="988"/>
                </a:cubicBezTo>
                <a:close/>
                <a:moveTo>
                  <a:pt x="879" y="1020"/>
                </a:moveTo>
                <a:cubicBezTo>
                  <a:pt x="880" y="1021"/>
                  <a:pt x="881" y="1021"/>
                  <a:pt x="883" y="1021"/>
                </a:cubicBezTo>
                <a:cubicBezTo>
                  <a:pt x="883" y="1020"/>
                  <a:pt x="882" y="1020"/>
                  <a:pt x="882" y="1020"/>
                </a:cubicBezTo>
                <a:cubicBezTo>
                  <a:pt x="890" y="1020"/>
                  <a:pt x="890" y="1020"/>
                  <a:pt x="890" y="1020"/>
                </a:cubicBezTo>
                <a:cubicBezTo>
                  <a:pt x="900" y="1018"/>
                  <a:pt x="909" y="1015"/>
                  <a:pt x="919" y="1011"/>
                </a:cubicBezTo>
                <a:cubicBezTo>
                  <a:pt x="926" y="1008"/>
                  <a:pt x="933" y="1006"/>
                  <a:pt x="941" y="1003"/>
                </a:cubicBezTo>
                <a:cubicBezTo>
                  <a:pt x="922" y="1003"/>
                  <a:pt x="922" y="1003"/>
                  <a:pt x="922" y="1003"/>
                </a:cubicBezTo>
                <a:cubicBezTo>
                  <a:pt x="918" y="1004"/>
                  <a:pt x="915" y="1005"/>
                  <a:pt x="912" y="1007"/>
                </a:cubicBezTo>
                <a:cubicBezTo>
                  <a:pt x="896" y="1012"/>
                  <a:pt x="879" y="1017"/>
                  <a:pt x="863" y="1021"/>
                </a:cubicBezTo>
                <a:lnTo>
                  <a:pt x="879" y="1020"/>
                </a:lnTo>
                <a:close/>
                <a:moveTo>
                  <a:pt x="843" y="1060"/>
                </a:moveTo>
                <a:cubicBezTo>
                  <a:pt x="839" y="1060"/>
                  <a:pt x="835" y="1061"/>
                  <a:pt x="831" y="1061"/>
                </a:cubicBezTo>
                <a:cubicBezTo>
                  <a:pt x="833" y="1063"/>
                  <a:pt x="834" y="1065"/>
                  <a:pt x="837" y="1067"/>
                </a:cubicBezTo>
                <a:cubicBezTo>
                  <a:pt x="839" y="1065"/>
                  <a:pt x="843" y="1065"/>
                  <a:pt x="846" y="1066"/>
                </a:cubicBezTo>
                <a:cubicBezTo>
                  <a:pt x="847" y="1065"/>
                  <a:pt x="848" y="1065"/>
                  <a:pt x="848" y="1065"/>
                </a:cubicBezTo>
                <a:cubicBezTo>
                  <a:pt x="849" y="1064"/>
                  <a:pt x="849" y="1064"/>
                  <a:pt x="850" y="1064"/>
                </a:cubicBezTo>
                <a:cubicBezTo>
                  <a:pt x="850" y="1064"/>
                  <a:pt x="850" y="1065"/>
                  <a:pt x="850" y="1065"/>
                </a:cubicBezTo>
                <a:cubicBezTo>
                  <a:pt x="852" y="1064"/>
                  <a:pt x="854" y="1064"/>
                  <a:pt x="857" y="1063"/>
                </a:cubicBezTo>
                <a:cubicBezTo>
                  <a:pt x="855" y="1063"/>
                  <a:pt x="854" y="1063"/>
                  <a:pt x="852" y="1063"/>
                </a:cubicBezTo>
                <a:cubicBezTo>
                  <a:pt x="853" y="1060"/>
                  <a:pt x="851" y="1061"/>
                  <a:pt x="851" y="1058"/>
                </a:cubicBezTo>
                <a:cubicBezTo>
                  <a:pt x="851" y="1058"/>
                  <a:pt x="852" y="1058"/>
                  <a:pt x="852" y="1058"/>
                </a:cubicBezTo>
                <a:cubicBezTo>
                  <a:pt x="852" y="1058"/>
                  <a:pt x="852" y="1058"/>
                  <a:pt x="852" y="1058"/>
                </a:cubicBezTo>
                <a:cubicBezTo>
                  <a:pt x="851" y="1058"/>
                  <a:pt x="850" y="1058"/>
                  <a:pt x="849" y="1058"/>
                </a:cubicBezTo>
                <a:cubicBezTo>
                  <a:pt x="848" y="1059"/>
                  <a:pt x="848" y="1059"/>
                  <a:pt x="848" y="1060"/>
                </a:cubicBezTo>
                <a:cubicBezTo>
                  <a:pt x="847" y="1060"/>
                  <a:pt x="847" y="1060"/>
                  <a:pt x="847" y="1060"/>
                </a:cubicBezTo>
                <a:cubicBezTo>
                  <a:pt x="847" y="1061"/>
                  <a:pt x="847" y="1062"/>
                  <a:pt x="847" y="1063"/>
                </a:cubicBezTo>
                <a:cubicBezTo>
                  <a:pt x="846" y="1062"/>
                  <a:pt x="845" y="1061"/>
                  <a:pt x="844" y="1060"/>
                </a:cubicBezTo>
                <a:cubicBezTo>
                  <a:pt x="844" y="1060"/>
                  <a:pt x="843" y="1060"/>
                  <a:pt x="843" y="1060"/>
                </a:cubicBezTo>
                <a:close/>
                <a:moveTo>
                  <a:pt x="929" y="1001"/>
                </a:moveTo>
                <a:cubicBezTo>
                  <a:pt x="929" y="1001"/>
                  <a:pt x="930" y="1002"/>
                  <a:pt x="930" y="1002"/>
                </a:cubicBezTo>
                <a:cubicBezTo>
                  <a:pt x="930" y="1002"/>
                  <a:pt x="930" y="1001"/>
                  <a:pt x="930" y="1001"/>
                </a:cubicBezTo>
                <a:cubicBezTo>
                  <a:pt x="929" y="1001"/>
                  <a:pt x="929" y="1001"/>
                  <a:pt x="929" y="1001"/>
                </a:cubicBezTo>
                <a:close/>
                <a:moveTo>
                  <a:pt x="887" y="991"/>
                </a:moveTo>
                <a:cubicBezTo>
                  <a:pt x="886" y="992"/>
                  <a:pt x="884" y="992"/>
                  <a:pt x="883" y="993"/>
                </a:cubicBezTo>
                <a:cubicBezTo>
                  <a:pt x="883" y="993"/>
                  <a:pt x="883" y="993"/>
                  <a:pt x="883" y="993"/>
                </a:cubicBezTo>
                <a:cubicBezTo>
                  <a:pt x="888" y="992"/>
                  <a:pt x="888" y="1000"/>
                  <a:pt x="894" y="997"/>
                </a:cubicBezTo>
                <a:cubicBezTo>
                  <a:pt x="892" y="995"/>
                  <a:pt x="890" y="992"/>
                  <a:pt x="887" y="991"/>
                </a:cubicBezTo>
                <a:close/>
                <a:moveTo>
                  <a:pt x="877" y="1002"/>
                </a:moveTo>
                <a:cubicBezTo>
                  <a:pt x="877" y="1001"/>
                  <a:pt x="876" y="999"/>
                  <a:pt x="873" y="999"/>
                </a:cubicBezTo>
                <a:cubicBezTo>
                  <a:pt x="873" y="999"/>
                  <a:pt x="873" y="999"/>
                  <a:pt x="873" y="1000"/>
                </a:cubicBezTo>
                <a:cubicBezTo>
                  <a:pt x="875" y="1000"/>
                  <a:pt x="876" y="1001"/>
                  <a:pt x="876" y="1002"/>
                </a:cubicBezTo>
                <a:cubicBezTo>
                  <a:pt x="877" y="1002"/>
                  <a:pt x="877" y="1002"/>
                  <a:pt x="877" y="1002"/>
                </a:cubicBezTo>
                <a:close/>
                <a:moveTo>
                  <a:pt x="854" y="1003"/>
                </a:moveTo>
                <a:cubicBezTo>
                  <a:pt x="854" y="1001"/>
                  <a:pt x="855" y="1001"/>
                  <a:pt x="855" y="999"/>
                </a:cubicBezTo>
                <a:cubicBezTo>
                  <a:pt x="852" y="1000"/>
                  <a:pt x="849" y="1000"/>
                  <a:pt x="846" y="1001"/>
                </a:cubicBezTo>
                <a:cubicBezTo>
                  <a:pt x="846" y="1001"/>
                  <a:pt x="846" y="1001"/>
                  <a:pt x="846" y="1001"/>
                </a:cubicBezTo>
                <a:cubicBezTo>
                  <a:pt x="849" y="1001"/>
                  <a:pt x="850" y="1003"/>
                  <a:pt x="854" y="1003"/>
                </a:cubicBezTo>
                <a:close/>
                <a:moveTo>
                  <a:pt x="812" y="1067"/>
                </a:moveTo>
                <a:cubicBezTo>
                  <a:pt x="809" y="1067"/>
                  <a:pt x="807" y="1066"/>
                  <a:pt x="806" y="1064"/>
                </a:cubicBezTo>
                <a:cubicBezTo>
                  <a:pt x="805" y="1064"/>
                  <a:pt x="805" y="1064"/>
                  <a:pt x="805" y="1064"/>
                </a:cubicBezTo>
                <a:cubicBezTo>
                  <a:pt x="807" y="1065"/>
                  <a:pt x="808" y="1067"/>
                  <a:pt x="808" y="1069"/>
                </a:cubicBezTo>
                <a:cubicBezTo>
                  <a:pt x="810" y="1069"/>
                  <a:pt x="812" y="1069"/>
                  <a:pt x="813" y="1069"/>
                </a:cubicBezTo>
                <a:cubicBezTo>
                  <a:pt x="813" y="1069"/>
                  <a:pt x="813" y="1069"/>
                  <a:pt x="814" y="1068"/>
                </a:cubicBezTo>
                <a:cubicBezTo>
                  <a:pt x="813" y="1068"/>
                  <a:pt x="813" y="1067"/>
                  <a:pt x="812" y="1067"/>
                </a:cubicBezTo>
                <a:cubicBezTo>
                  <a:pt x="812" y="1067"/>
                  <a:pt x="812" y="1067"/>
                  <a:pt x="812" y="1067"/>
                </a:cubicBezTo>
                <a:close/>
                <a:moveTo>
                  <a:pt x="811" y="1027"/>
                </a:moveTo>
                <a:cubicBezTo>
                  <a:pt x="810" y="1027"/>
                  <a:pt x="808" y="1028"/>
                  <a:pt x="807" y="1028"/>
                </a:cubicBezTo>
                <a:cubicBezTo>
                  <a:pt x="810" y="1029"/>
                  <a:pt x="813" y="1031"/>
                  <a:pt x="815" y="1034"/>
                </a:cubicBezTo>
                <a:cubicBezTo>
                  <a:pt x="818" y="1033"/>
                  <a:pt x="821" y="1033"/>
                  <a:pt x="824" y="1033"/>
                </a:cubicBezTo>
                <a:cubicBezTo>
                  <a:pt x="820" y="1032"/>
                  <a:pt x="817" y="1031"/>
                  <a:pt x="816" y="1027"/>
                </a:cubicBezTo>
                <a:cubicBezTo>
                  <a:pt x="814" y="1027"/>
                  <a:pt x="813" y="1027"/>
                  <a:pt x="811" y="1027"/>
                </a:cubicBezTo>
                <a:close/>
                <a:moveTo>
                  <a:pt x="815" y="1064"/>
                </a:moveTo>
                <a:cubicBezTo>
                  <a:pt x="816" y="1065"/>
                  <a:pt x="816" y="1065"/>
                  <a:pt x="817" y="1066"/>
                </a:cubicBezTo>
                <a:cubicBezTo>
                  <a:pt x="817" y="1066"/>
                  <a:pt x="817" y="1066"/>
                  <a:pt x="817" y="1066"/>
                </a:cubicBezTo>
                <a:cubicBezTo>
                  <a:pt x="819" y="1066"/>
                  <a:pt x="819" y="1064"/>
                  <a:pt x="822" y="1065"/>
                </a:cubicBezTo>
                <a:cubicBezTo>
                  <a:pt x="822" y="1066"/>
                  <a:pt x="823" y="1067"/>
                  <a:pt x="823" y="1067"/>
                </a:cubicBezTo>
                <a:cubicBezTo>
                  <a:pt x="825" y="1067"/>
                  <a:pt x="826" y="1068"/>
                  <a:pt x="827" y="1068"/>
                </a:cubicBezTo>
                <a:cubicBezTo>
                  <a:pt x="826" y="1067"/>
                  <a:pt x="826" y="1065"/>
                  <a:pt x="825" y="1063"/>
                </a:cubicBezTo>
                <a:cubicBezTo>
                  <a:pt x="825" y="1063"/>
                  <a:pt x="824" y="1063"/>
                  <a:pt x="823" y="1062"/>
                </a:cubicBezTo>
                <a:cubicBezTo>
                  <a:pt x="823" y="1062"/>
                  <a:pt x="823" y="1062"/>
                  <a:pt x="823" y="1062"/>
                </a:cubicBezTo>
                <a:cubicBezTo>
                  <a:pt x="821" y="1063"/>
                  <a:pt x="818" y="1063"/>
                  <a:pt x="815" y="1063"/>
                </a:cubicBezTo>
                <a:cubicBezTo>
                  <a:pt x="815" y="1063"/>
                  <a:pt x="815" y="1064"/>
                  <a:pt x="815" y="1064"/>
                </a:cubicBezTo>
                <a:close/>
                <a:moveTo>
                  <a:pt x="836" y="1025"/>
                </a:moveTo>
                <a:cubicBezTo>
                  <a:pt x="835" y="1025"/>
                  <a:pt x="833" y="1025"/>
                  <a:pt x="832" y="1025"/>
                </a:cubicBezTo>
                <a:cubicBezTo>
                  <a:pt x="833" y="1027"/>
                  <a:pt x="835" y="1030"/>
                  <a:pt x="835" y="1032"/>
                </a:cubicBezTo>
                <a:cubicBezTo>
                  <a:pt x="836" y="1032"/>
                  <a:pt x="837" y="1031"/>
                  <a:pt x="838" y="1031"/>
                </a:cubicBezTo>
                <a:cubicBezTo>
                  <a:pt x="837" y="1031"/>
                  <a:pt x="836" y="1029"/>
                  <a:pt x="835" y="1029"/>
                </a:cubicBezTo>
                <a:cubicBezTo>
                  <a:pt x="835" y="1027"/>
                  <a:pt x="835" y="1026"/>
                  <a:pt x="836" y="1025"/>
                </a:cubicBezTo>
                <a:close/>
                <a:moveTo>
                  <a:pt x="799" y="1069"/>
                </a:moveTo>
                <a:cubicBezTo>
                  <a:pt x="800" y="1066"/>
                  <a:pt x="801" y="1065"/>
                  <a:pt x="803" y="1064"/>
                </a:cubicBezTo>
                <a:cubicBezTo>
                  <a:pt x="803" y="1064"/>
                  <a:pt x="803" y="1064"/>
                  <a:pt x="803" y="1063"/>
                </a:cubicBezTo>
                <a:cubicBezTo>
                  <a:pt x="800" y="1063"/>
                  <a:pt x="797" y="1063"/>
                  <a:pt x="793" y="1063"/>
                </a:cubicBezTo>
                <a:cubicBezTo>
                  <a:pt x="793" y="1065"/>
                  <a:pt x="793" y="1066"/>
                  <a:pt x="792" y="1067"/>
                </a:cubicBezTo>
                <a:cubicBezTo>
                  <a:pt x="793" y="1067"/>
                  <a:pt x="794" y="1067"/>
                  <a:pt x="795" y="1067"/>
                </a:cubicBezTo>
                <a:cubicBezTo>
                  <a:pt x="795" y="1067"/>
                  <a:pt x="796" y="1067"/>
                  <a:pt x="796" y="1067"/>
                </a:cubicBezTo>
                <a:cubicBezTo>
                  <a:pt x="797" y="1067"/>
                  <a:pt x="798" y="1068"/>
                  <a:pt x="799" y="1069"/>
                </a:cubicBezTo>
                <a:close/>
                <a:moveTo>
                  <a:pt x="758" y="1057"/>
                </a:moveTo>
                <a:cubicBezTo>
                  <a:pt x="758" y="1058"/>
                  <a:pt x="758" y="1058"/>
                  <a:pt x="758" y="1058"/>
                </a:cubicBezTo>
                <a:cubicBezTo>
                  <a:pt x="759" y="1058"/>
                  <a:pt x="761" y="1059"/>
                  <a:pt x="763" y="1060"/>
                </a:cubicBezTo>
                <a:cubicBezTo>
                  <a:pt x="763" y="1060"/>
                  <a:pt x="763" y="1059"/>
                  <a:pt x="762" y="1058"/>
                </a:cubicBezTo>
                <a:cubicBezTo>
                  <a:pt x="761" y="1058"/>
                  <a:pt x="759" y="1058"/>
                  <a:pt x="758" y="1057"/>
                </a:cubicBezTo>
                <a:close/>
                <a:moveTo>
                  <a:pt x="758" y="1063"/>
                </a:moveTo>
                <a:cubicBezTo>
                  <a:pt x="758" y="1063"/>
                  <a:pt x="757" y="1063"/>
                  <a:pt x="756" y="1064"/>
                </a:cubicBezTo>
                <a:cubicBezTo>
                  <a:pt x="757" y="1064"/>
                  <a:pt x="758" y="1064"/>
                  <a:pt x="758" y="1064"/>
                </a:cubicBezTo>
                <a:cubicBezTo>
                  <a:pt x="758" y="1064"/>
                  <a:pt x="758" y="1063"/>
                  <a:pt x="758" y="1063"/>
                </a:cubicBezTo>
                <a:close/>
                <a:moveTo>
                  <a:pt x="539" y="741"/>
                </a:moveTo>
                <a:cubicBezTo>
                  <a:pt x="543" y="734"/>
                  <a:pt x="549" y="727"/>
                  <a:pt x="555" y="721"/>
                </a:cubicBezTo>
                <a:cubicBezTo>
                  <a:pt x="550" y="721"/>
                  <a:pt x="550" y="721"/>
                  <a:pt x="550" y="721"/>
                </a:cubicBezTo>
                <a:cubicBezTo>
                  <a:pt x="549" y="720"/>
                  <a:pt x="548" y="720"/>
                  <a:pt x="548" y="719"/>
                </a:cubicBezTo>
                <a:cubicBezTo>
                  <a:pt x="548" y="719"/>
                  <a:pt x="548" y="719"/>
                  <a:pt x="548" y="719"/>
                </a:cubicBezTo>
                <a:cubicBezTo>
                  <a:pt x="540" y="727"/>
                  <a:pt x="534" y="736"/>
                  <a:pt x="530" y="746"/>
                </a:cubicBezTo>
                <a:cubicBezTo>
                  <a:pt x="530" y="748"/>
                  <a:pt x="529" y="750"/>
                  <a:pt x="527" y="752"/>
                </a:cubicBezTo>
                <a:cubicBezTo>
                  <a:pt x="526" y="755"/>
                  <a:pt x="524" y="758"/>
                  <a:pt x="523" y="761"/>
                </a:cubicBezTo>
                <a:cubicBezTo>
                  <a:pt x="522" y="759"/>
                  <a:pt x="518" y="760"/>
                  <a:pt x="518" y="763"/>
                </a:cubicBezTo>
                <a:cubicBezTo>
                  <a:pt x="517" y="766"/>
                  <a:pt x="516" y="770"/>
                  <a:pt x="515" y="774"/>
                </a:cubicBezTo>
                <a:cubicBezTo>
                  <a:pt x="517" y="774"/>
                  <a:pt x="517" y="774"/>
                  <a:pt x="517" y="774"/>
                </a:cubicBezTo>
                <a:cubicBezTo>
                  <a:pt x="519" y="778"/>
                  <a:pt x="526" y="782"/>
                  <a:pt x="520" y="786"/>
                </a:cubicBezTo>
                <a:cubicBezTo>
                  <a:pt x="519" y="784"/>
                  <a:pt x="516" y="783"/>
                  <a:pt x="513" y="783"/>
                </a:cubicBezTo>
                <a:cubicBezTo>
                  <a:pt x="513" y="784"/>
                  <a:pt x="513" y="784"/>
                  <a:pt x="513" y="784"/>
                </a:cubicBezTo>
                <a:cubicBezTo>
                  <a:pt x="513" y="785"/>
                  <a:pt x="513" y="786"/>
                  <a:pt x="513" y="787"/>
                </a:cubicBezTo>
                <a:cubicBezTo>
                  <a:pt x="511" y="796"/>
                  <a:pt x="510" y="805"/>
                  <a:pt x="510" y="815"/>
                </a:cubicBezTo>
                <a:cubicBezTo>
                  <a:pt x="512" y="816"/>
                  <a:pt x="513" y="817"/>
                  <a:pt x="512" y="819"/>
                </a:cubicBezTo>
                <a:cubicBezTo>
                  <a:pt x="513" y="819"/>
                  <a:pt x="513" y="819"/>
                  <a:pt x="513" y="820"/>
                </a:cubicBezTo>
                <a:cubicBezTo>
                  <a:pt x="513" y="821"/>
                  <a:pt x="511" y="821"/>
                  <a:pt x="510" y="822"/>
                </a:cubicBezTo>
                <a:cubicBezTo>
                  <a:pt x="510" y="823"/>
                  <a:pt x="510" y="824"/>
                  <a:pt x="510" y="825"/>
                </a:cubicBezTo>
                <a:cubicBezTo>
                  <a:pt x="511" y="825"/>
                  <a:pt x="512" y="825"/>
                  <a:pt x="513" y="825"/>
                </a:cubicBezTo>
                <a:cubicBezTo>
                  <a:pt x="514" y="826"/>
                  <a:pt x="514" y="827"/>
                  <a:pt x="514" y="828"/>
                </a:cubicBezTo>
                <a:cubicBezTo>
                  <a:pt x="510" y="828"/>
                  <a:pt x="510" y="828"/>
                  <a:pt x="510" y="828"/>
                </a:cubicBezTo>
                <a:cubicBezTo>
                  <a:pt x="510" y="834"/>
                  <a:pt x="510" y="840"/>
                  <a:pt x="511" y="845"/>
                </a:cubicBezTo>
                <a:cubicBezTo>
                  <a:pt x="518" y="845"/>
                  <a:pt x="518" y="845"/>
                  <a:pt x="518" y="845"/>
                </a:cubicBezTo>
                <a:cubicBezTo>
                  <a:pt x="516" y="832"/>
                  <a:pt x="517" y="818"/>
                  <a:pt x="518" y="804"/>
                </a:cubicBezTo>
                <a:cubicBezTo>
                  <a:pt x="518" y="807"/>
                  <a:pt x="518" y="810"/>
                  <a:pt x="519" y="813"/>
                </a:cubicBezTo>
                <a:cubicBezTo>
                  <a:pt x="519" y="814"/>
                  <a:pt x="519" y="816"/>
                  <a:pt x="519" y="817"/>
                </a:cubicBezTo>
                <a:cubicBezTo>
                  <a:pt x="520" y="816"/>
                  <a:pt x="521" y="817"/>
                  <a:pt x="522" y="817"/>
                </a:cubicBezTo>
                <a:cubicBezTo>
                  <a:pt x="522" y="822"/>
                  <a:pt x="526" y="824"/>
                  <a:pt x="528" y="827"/>
                </a:cubicBezTo>
                <a:cubicBezTo>
                  <a:pt x="525" y="815"/>
                  <a:pt x="524" y="804"/>
                  <a:pt x="524" y="792"/>
                </a:cubicBezTo>
                <a:cubicBezTo>
                  <a:pt x="524" y="792"/>
                  <a:pt x="524" y="792"/>
                  <a:pt x="524" y="792"/>
                </a:cubicBezTo>
                <a:cubicBezTo>
                  <a:pt x="524" y="792"/>
                  <a:pt x="524" y="792"/>
                  <a:pt x="524" y="792"/>
                </a:cubicBezTo>
                <a:cubicBezTo>
                  <a:pt x="524" y="790"/>
                  <a:pt x="524" y="787"/>
                  <a:pt x="525" y="785"/>
                </a:cubicBezTo>
                <a:cubicBezTo>
                  <a:pt x="523" y="784"/>
                  <a:pt x="523" y="782"/>
                  <a:pt x="523" y="780"/>
                </a:cubicBezTo>
                <a:cubicBezTo>
                  <a:pt x="524" y="780"/>
                  <a:pt x="524" y="780"/>
                  <a:pt x="525" y="780"/>
                </a:cubicBezTo>
                <a:cubicBezTo>
                  <a:pt x="526" y="774"/>
                  <a:pt x="527" y="768"/>
                  <a:pt x="529" y="763"/>
                </a:cubicBezTo>
                <a:cubicBezTo>
                  <a:pt x="531" y="756"/>
                  <a:pt x="534" y="750"/>
                  <a:pt x="537" y="744"/>
                </a:cubicBezTo>
                <a:cubicBezTo>
                  <a:pt x="536" y="744"/>
                  <a:pt x="536" y="744"/>
                  <a:pt x="535" y="743"/>
                </a:cubicBezTo>
                <a:cubicBezTo>
                  <a:pt x="534" y="741"/>
                  <a:pt x="537" y="740"/>
                  <a:pt x="539" y="741"/>
                </a:cubicBezTo>
                <a:close/>
                <a:moveTo>
                  <a:pt x="523" y="792"/>
                </a:moveTo>
                <a:cubicBezTo>
                  <a:pt x="518" y="792"/>
                  <a:pt x="518" y="792"/>
                  <a:pt x="518" y="792"/>
                </a:cubicBezTo>
                <a:cubicBezTo>
                  <a:pt x="518" y="791"/>
                  <a:pt x="518" y="789"/>
                  <a:pt x="518" y="787"/>
                </a:cubicBezTo>
                <a:cubicBezTo>
                  <a:pt x="523" y="786"/>
                  <a:pt x="524" y="789"/>
                  <a:pt x="523" y="792"/>
                </a:cubicBezTo>
                <a:close/>
                <a:moveTo>
                  <a:pt x="455" y="720"/>
                </a:moveTo>
                <a:cubicBezTo>
                  <a:pt x="456" y="720"/>
                  <a:pt x="457" y="720"/>
                  <a:pt x="457" y="720"/>
                </a:cubicBezTo>
                <a:cubicBezTo>
                  <a:pt x="458" y="718"/>
                  <a:pt x="458" y="717"/>
                  <a:pt x="457" y="716"/>
                </a:cubicBezTo>
                <a:cubicBezTo>
                  <a:pt x="457" y="717"/>
                  <a:pt x="456" y="718"/>
                  <a:pt x="455" y="720"/>
                </a:cubicBezTo>
                <a:close/>
                <a:moveTo>
                  <a:pt x="251" y="571"/>
                </a:moveTo>
                <a:cubicBezTo>
                  <a:pt x="253" y="571"/>
                  <a:pt x="252" y="568"/>
                  <a:pt x="254" y="569"/>
                </a:cubicBezTo>
                <a:cubicBezTo>
                  <a:pt x="254" y="570"/>
                  <a:pt x="254" y="571"/>
                  <a:pt x="254" y="572"/>
                </a:cubicBezTo>
                <a:cubicBezTo>
                  <a:pt x="255" y="571"/>
                  <a:pt x="257" y="569"/>
                  <a:pt x="258" y="568"/>
                </a:cubicBezTo>
                <a:cubicBezTo>
                  <a:pt x="258" y="566"/>
                  <a:pt x="258" y="564"/>
                  <a:pt x="257" y="562"/>
                </a:cubicBezTo>
                <a:cubicBezTo>
                  <a:pt x="262" y="562"/>
                  <a:pt x="262" y="562"/>
                  <a:pt x="262" y="562"/>
                </a:cubicBezTo>
                <a:cubicBezTo>
                  <a:pt x="268" y="556"/>
                  <a:pt x="273" y="550"/>
                  <a:pt x="279" y="544"/>
                </a:cubicBezTo>
                <a:cubicBezTo>
                  <a:pt x="279" y="543"/>
                  <a:pt x="279" y="543"/>
                  <a:pt x="279" y="542"/>
                </a:cubicBezTo>
                <a:cubicBezTo>
                  <a:pt x="276" y="543"/>
                  <a:pt x="275" y="542"/>
                  <a:pt x="276" y="539"/>
                </a:cubicBezTo>
                <a:cubicBezTo>
                  <a:pt x="273" y="542"/>
                  <a:pt x="274" y="543"/>
                  <a:pt x="275" y="545"/>
                </a:cubicBezTo>
                <a:cubicBezTo>
                  <a:pt x="267" y="545"/>
                  <a:pt x="267" y="545"/>
                  <a:pt x="267" y="545"/>
                </a:cubicBezTo>
                <a:cubicBezTo>
                  <a:pt x="261" y="552"/>
                  <a:pt x="254" y="559"/>
                  <a:pt x="248" y="567"/>
                </a:cubicBezTo>
                <a:cubicBezTo>
                  <a:pt x="249" y="568"/>
                  <a:pt x="250" y="570"/>
                  <a:pt x="251" y="571"/>
                </a:cubicBezTo>
                <a:close/>
                <a:moveTo>
                  <a:pt x="513" y="685"/>
                </a:moveTo>
                <a:cubicBezTo>
                  <a:pt x="485" y="709"/>
                  <a:pt x="469" y="740"/>
                  <a:pt x="462" y="774"/>
                </a:cubicBezTo>
                <a:cubicBezTo>
                  <a:pt x="469" y="774"/>
                  <a:pt x="469" y="774"/>
                  <a:pt x="469" y="774"/>
                </a:cubicBezTo>
                <a:cubicBezTo>
                  <a:pt x="469" y="774"/>
                  <a:pt x="469" y="774"/>
                  <a:pt x="469" y="774"/>
                </a:cubicBezTo>
                <a:cubicBezTo>
                  <a:pt x="469" y="773"/>
                  <a:pt x="469" y="772"/>
                  <a:pt x="469" y="771"/>
                </a:cubicBezTo>
                <a:cubicBezTo>
                  <a:pt x="474" y="752"/>
                  <a:pt x="482" y="734"/>
                  <a:pt x="492" y="719"/>
                </a:cubicBezTo>
                <a:cubicBezTo>
                  <a:pt x="489" y="718"/>
                  <a:pt x="486" y="715"/>
                  <a:pt x="490" y="712"/>
                </a:cubicBezTo>
                <a:cubicBezTo>
                  <a:pt x="494" y="711"/>
                  <a:pt x="495" y="713"/>
                  <a:pt x="496" y="714"/>
                </a:cubicBezTo>
                <a:cubicBezTo>
                  <a:pt x="497" y="712"/>
                  <a:pt x="499" y="711"/>
                  <a:pt x="500" y="709"/>
                </a:cubicBezTo>
                <a:cubicBezTo>
                  <a:pt x="500" y="709"/>
                  <a:pt x="499" y="709"/>
                  <a:pt x="499" y="709"/>
                </a:cubicBezTo>
                <a:cubicBezTo>
                  <a:pt x="499" y="705"/>
                  <a:pt x="500" y="704"/>
                  <a:pt x="503" y="703"/>
                </a:cubicBezTo>
                <a:cubicBezTo>
                  <a:pt x="505" y="703"/>
                  <a:pt x="505" y="703"/>
                  <a:pt x="505" y="703"/>
                </a:cubicBezTo>
                <a:cubicBezTo>
                  <a:pt x="504" y="703"/>
                  <a:pt x="504" y="704"/>
                  <a:pt x="504" y="704"/>
                </a:cubicBezTo>
                <a:cubicBezTo>
                  <a:pt x="510" y="697"/>
                  <a:pt x="517" y="691"/>
                  <a:pt x="525" y="685"/>
                </a:cubicBezTo>
                <a:lnTo>
                  <a:pt x="513" y="685"/>
                </a:lnTo>
                <a:close/>
                <a:moveTo>
                  <a:pt x="437" y="467"/>
                </a:moveTo>
                <a:cubicBezTo>
                  <a:pt x="439" y="468"/>
                  <a:pt x="441" y="470"/>
                  <a:pt x="444" y="471"/>
                </a:cubicBezTo>
                <a:cubicBezTo>
                  <a:pt x="447" y="470"/>
                  <a:pt x="449" y="469"/>
                  <a:pt x="452" y="468"/>
                </a:cubicBezTo>
                <a:cubicBezTo>
                  <a:pt x="451" y="467"/>
                  <a:pt x="452" y="464"/>
                  <a:pt x="452" y="462"/>
                </a:cubicBezTo>
                <a:cubicBezTo>
                  <a:pt x="447" y="464"/>
                  <a:pt x="442" y="465"/>
                  <a:pt x="437" y="467"/>
                </a:cubicBezTo>
                <a:close/>
                <a:moveTo>
                  <a:pt x="848" y="500"/>
                </a:moveTo>
                <a:cubicBezTo>
                  <a:pt x="848" y="501"/>
                  <a:pt x="848" y="503"/>
                  <a:pt x="848" y="504"/>
                </a:cubicBezTo>
                <a:cubicBezTo>
                  <a:pt x="847" y="504"/>
                  <a:pt x="847" y="504"/>
                  <a:pt x="847" y="504"/>
                </a:cubicBezTo>
                <a:cubicBezTo>
                  <a:pt x="844" y="504"/>
                  <a:pt x="843" y="504"/>
                  <a:pt x="842" y="504"/>
                </a:cubicBezTo>
                <a:cubicBezTo>
                  <a:pt x="840" y="504"/>
                  <a:pt x="840" y="504"/>
                  <a:pt x="840" y="504"/>
                </a:cubicBezTo>
                <a:cubicBezTo>
                  <a:pt x="853" y="509"/>
                  <a:pt x="867" y="514"/>
                  <a:pt x="880" y="519"/>
                </a:cubicBezTo>
                <a:cubicBezTo>
                  <a:pt x="883" y="520"/>
                  <a:pt x="885" y="520"/>
                  <a:pt x="887" y="521"/>
                </a:cubicBezTo>
                <a:cubicBezTo>
                  <a:pt x="896" y="521"/>
                  <a:pt x="896" y="521"/>
                  <a:pt x="896" y="521"/>
                </a:cubicBezTo>
                <a:cubicBezTo>
                  <a:pt x="898" y="524"/>
                  <a:pt x="901" y="524"/>
                  <a:pt x="904" y="525"/>
                </a:cubicBezTo>
                <a:cubicBezTo>
                  <a:pt x="904" y="525"/>
                  <a:pt x="904" y="525"/>
                  <a:pt x="905" y="525"/>
                </a:cubicBezTo>
                <a:cubicBezTo>
                  <a:pt x="905" y="525"/>
                  <a:pt x="905" y="526"/>
                  <a:pt x="905" y="526"/>
                </a:cubicBezTo>
                <a:cubicBezTo>
                  <a:pt x="906" y="526"/>
                  <a:pt x="908" y="527"/>
                  <a:pt x="909" y="528"/>
                </a:cubicBezTo>
                <a:cubicBezTo>
                  <a:pt x="910" y="529"/>
                  <a:pt x="911" y="529"/>
                  <a:pt x="912" y="530"/>
                </a:cubicBezTo>
                <a:cubicBezTo>
                  <a:pt x="914" y="528"/>
                  <a:pt x="915" y="526"/>
                  <a:pt x="916" y="525"/>
                </a:cubicBezTo>
                <a:cubicBezTo>
                  <a:pt x="918" y="527"/>
                  <a:pt x="917" y="528"/>
                  <a:pt x="916" y="530"/>
                </a:cubicBezTo>
                <a:cubicBezTo>
                  <a:pt x="918" y="530"/>
                  <a:pt x="919" y="530"/>
                  <a:pt x="920" y="530"/>
                </a:cubicBezTo>
                <a:cubicBezTo>
                  <a:pt x="920" y="531"/>
                  <a:pt x="920" y="532"/>
                  <a:pt x="920" y="532"/>
                </a:cubicBezTo>
                <a:cubicBezTo>
                  <a:pt x="922" y="532"/>
                  <a:pt x="923" y="533"/>
                  <a:pt x="925" y="533"/>
                </a:cubicBezTo>
                <a:cubicBezTo>
                  <a:pt x="925" y="533"/>
                  <a:pt x="925" y="532"/>
                  <a:pt x="924" y="531"/>
                </a:cubicBezTo>
                <a:cubicBezTo>
                  <a:pt x="924" y="532"/>
                  <a:pt x="924" y="532"/>
                  <a:pt x="923" y="532"/>
                </a:cubicBezTo>
                <a:cubicBezTo>
                  <a:pt x="922" y="530"/>
                  <a:pt x="922" y="527"/>
                  <a:pt x="923" y="526"/>
                </a:cubicBezTo>
                <a:cubicBezTo>
                  <a:pt x="898" y="518"/>
                  <a:pt x="873" y="509"/>
                  <a:pt x="848" y="500"/>
                </a:cubicBezTo>
                <a:close/>
                <a:moveTo>
                  <a:pt x="461" y="714"/>
                </a:moveTo>
                <a:cubicBezTo>
                  <a:pt x="462" y="715"/>
                  <a:pt x="464" y="715"/>
                  <a:pt x="467" y="715"/>
                </a:cubicBezTo>
                <a:cubicBezTo>
                  <a:pt x="474" y="704"/>
                  <a:pt x="482" y="695"/>
                  <a:pt x="491" y="686"/>
                </a:cubicBezTo>
                <a:cubicBezTo>
                  <a:pt x="481" y="686"/>
                  <a:pt x="481" y="686"/>
                  <a:pt x="481" y="686"/>
                </a:cubicBezTo>
                <a:cubicBezTo>
                  <a:pt x="474" y="693"/>
                  <a:pt x="468" y="701"/>
                  <a:pt x="462" y="709"/>
                </a:cubicBezTo>
                <a:cubicBezTo>
                  <a:pt x="463" y="709"/>
                  <a:pt x="463" y="708"/>
                  <a:pt x="464" y="708"/>
                </a:cubicBezTo>
                <a:cubicBezTo>
                  <a:pt x="464" y="711"/>
                  <a:pt x="459" y="710"/>
                  <a:pt x="461" y="714"/>
                </a:cubicBezTo>
                <a:close/>
                <a:moveTo>
                  <a:pt x="562" y="685"/>
                </a:moveTo>
                <a:cubicBezTo>
                  <a:pt x="561" y="684"/>
                  <a:pt x="561" y="682"/>
                  <a:pt x="561" y="680"/>
                </a:cubicBezTo>
                <a:cubicBezTo>
                  <a:pt x="559" y="681"/>
                  <a:pt x="557" y="682"/>
                  <a:pt x="555" y="683"/>
                </a:cubicBezTo>
                <a:cubicBezTo>
                  <a:pt x="557" y="683"/>
                  <a:pt x="559" y="683"/>
                  <a:pt x="560" y="685"/>
                </a:cubicBezTo>
                <a:cubicBezTo>
                  <a:pt x="551" y="685"/>
                  <a:pt x="551" y="685"/>
                  <a:pt x="551" y="685"/>
                </a:cubicBezTo>
                <a:cubicBezTo>
                  <a:pt x="540" y="691"/>
                  <a:pt x="529" y="698"/>
                  <a:pt x="521" y="707"/>
                </a:cubicBezTo>
                <a:cubicBezTo>
                  <a:pt x="522" y="707"/>
                  <a:pt x="523" y="708"/>
                  <a:pt x="522" y="709"/>
                </a:cubicBezTo>
                <a:cubicBezTo>
                  <a:pt x="522" y="710"/>
                  <a:pt x="522" y="710"/>
                  <a:pt x="521" y="711"/>
                </a:cubicBezTo>
                <a:cubicBezTo>
                  <a:pt x="522" y="712"/>
                  <a:pt x="523" y="713"/>
                  <a:pt x="524" y="713"/>
                </a:cubicBezTo>
                <a:cubicBezTo>
                  <a:pt x="525" y="712"/>
                  <a:pt x="527" y="710"/>
                  <a:pt x="528" y="709"/>
                </a:cubicBezTo>
                <a:cubicBezTo>
                  <a:pt x="539" y="699"/>
                  <a:pt x="551" y="691"/>
                  <a:pt x="565" y="685"/>
                </a:cubicBezTo>
                <a:lnTo>
                  <a:pt x="562" y="685"/>
                </a:lnTo>
                <a:close/>
                <a:moveTo>
                  <a:pt x="506" y="738"/>
                </a:moveTo>
                <a:cubicBezTo>
                  <a:pt x="509" y="732"/>
                  <a:pt x="513" y="726"/>
                  <a:pt x="517" y="721"/>
                </a:cubicBezTo>
                <a:cubicBezTo>
                  <a:pt x="512" y="721"/>
                  <a:pt x="512" y="721"/>
                  <a:pt x="512" y="721"/>
                </a:cubicBezTo>
                <a:cubicBezTo>
                  <a:pt x="512" y="721"/>
                  <a:pt x="512" y="720"/>
                  <a:pt x="513" y="719"/>
                </a:cubicBezTo>
                <a:cubicBezTo>
                  <a:pt x="513" y="718"/>
                  <a:pt x="512" y="718"/>
                  <a:pt x="511" y="718"/>
                </a:cubicBezTo>
                <a:cubicBezTo>
                  <a:pt x="505" y="725"/>
                  <a:pt x="500" y="734"/>
                  <a:pt x="496" y="742"/>
                </a:cubicBezTo>
                <a:cubicBezTo>
                  <a:pt x="496" y="742"/>
                  <a:pt x="496" y="742"/>
                  <a:pt x="497" y="742"/>
                </a:cubicBezTo>
                <a:cubicBezTo>
                  <a:pt x="500" y="743"/>
                  <a:pt x="495" y="746"/>
                  <a:pt x="498" y="747"/>
                </a:cubicBezTo>
                <a:cubicBezTo>
                  <a:pt x="499" y="747"/>
                  <a:pt x="501" y="747"/>
                  <a:pt x="502" y="747"/>
                </a:cubicBezTo>
                <a:cubicBezTo>
                  <a:pt x="502" y="746"/>
                  <a:pt x="503" y="745"/>
                  <a:pt x="503" y="744"/>
                </a:cubicBezTo>
                <a:cubicBezTo>
                  <a:pt x="503" y="744"/>
                  <a:pt x="503" y="744"/>
                  <a:pt x="503" y="744"/>
                </a:cubicBezTo>
                <a:cubicBezTo>
                  <a:pt x="503" y="740"/>
                  <a:pt x="504" y="740"/>
                  <a:pt x="500" y="739"/>
                </a:cubicBezTo>
                <a:cubicBezTo>
                  <a:pt x="500" y="739"/>
                  <a:pt x="500" y="739"/>
                  <a:pt x="500" y="738"/>
                </a:cubicBezTo>
                <a:lnTo>
                  <a:pt x="506" y="738"/>
                </a:lnTo>
                <a:close/>
                <a:moveTo>
                  <a:pt x="529" y="959"/>
                </a:moveTo>
                <a:cubicBezTo>
                  <a:pt x="530" y="960"/>
                  <a:pt x="531" y="961"/>
                  <a:pt x="532" y="962"/>
                </a:cubicBezTo>
                <a:cubicBezTo>
                  <a:pt x="534" y="962"/>
                  <a:pt x="535" y="961"/>
                  <a:pt x="539" y="961"/>
                </a:cubicBezTo>
                <a:cubicBezTo>
                  <a:pt x="539" y="963"/>
                  <a:pt x="540" y="965"/>
                  <a:pt x="539" y="967"/>
                </a:cubicBezTo>
                <a:cubicBezTo>
                  <a:pt x="541" y="968"/>
                  <a:pt x="543" y="969"/>
                  <a:pt x="545" y="970"/>
                </a:cubicBezTo>
                <a:cubicBezTo>
                  <a:pt x="533" y="954"/>
                  <a:pt x="522" y="938"/>
                  <a:pt x="513" y="920"/>
                </a:cubicBezTo>
                <a:cubicBezTo>
                  <a:pt x="513" y="920"/>
                  <a:pt x="513" y="920"/>
                  <a:pt x="513" y="920"/>
                </a:cubicBezTo>
                <a:cubicBezTo>
                  <a:pt x="513" y="920"/>
                  <a:pt x="513" y="920"/>
                  <a:pt x="512" y="920"/>
                </a:cubicBezTo>
                <a:cubicBezTo>
                  <a:pt x="512" y="920"/>
                  <a:pt x="511" y="921"/>
                  <a:pt x="511" y="921"/>
                </a:cubicBezTo>
                <a:cubicBezTo>
                  <a:pt x="510" y="921"/>
                  <a:pt x="510" y="922"/>
                  <a:pt x="510" y="922"/>
                </a:cubicBezTo>
                <a:cubicBezTo>
                  <a:pt x="511" y="923"/>
                  <a:pt x="512" y="923"/>
                  <a:pt x="513" y="923"/>
                </a:cubicBezTo>
                <a:cubicBezTo>
                  <a:pt x="513" y="926"/>
                  <a:pt x="512" y="927"/>
                  <a:pt x="510" y="928"/>
                </a:cubicBezTo>
                <a:cubicBezTo>
                  <a:pt x="514" y="937"/>
                  <a:pt x="520" y="946"/>
                  <a:pt x="525" y="955"/>
                </a:cubicBezTo>
                <a:cubicBezTo>
                  <a:pt x="526" y="955"/>
                  <a:pt x="526" y="955"/>
                  <a:pt x="526" y="955"/>
                </a:cubicBezTo>
                <a:cubicBezTo>
                  <a:pt x="526" y="955"/>
                  <a:pt x="526" y="955"/>
                  <a:pt x="526" y="955"/>
                </a:cubicBezTo>
                <a:cubicBezTo>
                  <a:pt x="527" y="957"/>
                  <a:pt x="528" y="958"/>
                  <a:pt x="529" y="959"/>
                </a:cubicBezTo>
                <a:close/>
                <a:moveTo>
                  <a:pt x="525" y="952"/>
                </a:moveTo>
                <a:cubicBezTo>
                  <a:pt x="532" y="952"/>
                  <a:pt x="532" y="952"/>
                  <a:pt x="532" y="952"/>
                </a:cubicBezTo>
                <a:cubicBezTo>
                  <a:pt x="532" y="953"/>
                  <a:pt x="532" y="953"/>
                  <a:pt x="532" y="954"/>
                </a:cubicBezTo>
                <a:cubicBezTo>
                  <a:pt x="529" y="957"/>
                  <a:pt x="525" y="955"/>
                  <a:pt x="525" y="952"/>
                </a:cubicBezTo>
                <a:close/>
                <a:moveTo>
                  <a:pt x="572" y="822"/>
                </a:moveTo>
                <a:cubicBezTo>
                  <a:pt x="573" y="823"/>
                  <a:pt x="573" y="824"/>
                  <a:pt x="573" y="826"/>
                </a:cubicBezTo>
                <a:cubicBezTo>
                  <a:pt x="574" y="825"/>
                  <a:pt x="575" y="825"/>
                  <a:pt x="576" y="825"/>
                </a:cubicBezTo>
                <a:cubicBezTo>
                  <a:pt x="576" y="824"/>
                  <a:pt x="576" y="824"/>
                  <a:pt x="576" y="823"/>
                </a:cubicBezTo>
                <a:cubicBezTo>
                  <a:pt x="575" y="823"/>
                  <a:pt x="574" y="822"/>
                  <a:pt x="573" y="823"/>
                </a:cubicBezTo>
                <a:cubicBezTo>
                  <a:pt x="573" y="822"/>
                  <a:pt x="573" y="821"/>
                  <a:pt x="573" y="820"/>
                </a:cubicBezTo>
                <a:cubicBezTo>
                  <a:pt x="573" y="820"/>
                  <a:pt x="572" y="821"/>
                  <a:pt x="572" y="822"/>
                </a:cubicBezTo>
                <a:close/>
                <a:moveTo>
                  <a:pt x="750" y="1023"/>
                </a:moveTo>
                <a:cubicBezTo>
                  <a:pt x="750" y="1023"/>
                  <a:pt x="750" y="1024"/>
                  <a:pt x="749" y="1024"/>
                </a:cubicBezTo>
                <a:cubicBezTo>
                  <a:pt x="747" y="1024"/>
                  <a:pt x="745" y="1023"/>
                  <a:pt x="744" y="1022"/>
                </a:cubicBezTo>
                <a:cubicBezTo>
                  <a:pt x="730" y="1019"/>
                  <a:pt x="715" y="1015"/>
                  <a:pt x="701" y="1009"/>
                </a:cubicBezTo>
                <a:cubicBezTo>
                  <a:pt x="673" y="998"/>
                  <a:pt x="645" y="982"/>
                  <a:pt x="621" y="962"/>
                </a:cubicBezTo>
                <a:cubicBezTo>
                  <a:pt x="621" y="963"/>
                  <a:pt x="620" y="963"/>
                  <a:pt x="620" y="964"/>
                </a:cubicBezTo>
                <a:cubicBezTo>
                  <a:pt x="621" y="965"/>
                  <a:pt x="621" y="967"/>
                  <a:pt x="621" y="969"/>
                </a:cubicBezTo>
                <a:cubicBezTo>
                  <a:pt x="621" y="970"/>
                  <a:pt x="621" y="970"/>
                  <a:pt x="620" y="970"/>
                </a:cubicBezTo>
                <a:cubicBezTo>
                  <a:pt x="620" y="970"/>
                  <a:pt x="620" y="970"/>
                  <a:pt x="620" y="970"/>
                </a:cubicBezTo>
                <a:cubicBezTo>
                  <a:pt x="631" y="978"/>
                  <a:pt x="642" y="986"/>
                  <a:pt x="654" y="993"/>
                </a:cubicBezTo>
                <a:cubicBezTo>
                  <a:pt x="652" y="989"/>
                  <a:pt x="661" y="990"/>
                  <a:pt x="661" y="993"/>
                </a:cubicBezTo>
                <a:cubicBezTo>
                  <a:pt x="659" y="994"/>
                  <a:pt x="657" y="993"/>
                  <a:pt x="654" y="993"/>
                </a:cubicBezTo>
                <a:cubicBezTo>
                  <a:pt x="674" y="1005"/>
                  <a:pt x="695" y="1015"/>
                  <a:pt x="717" y="1022"/>
                </a:cubicBezTo>
                <a:cubicBezTo>
                  <a:pt x="728" y="1022"/>
                  <a:pt x="728" y="1022"/>
                  <a:pt x="728" y="1022"/>
                </a:cubicBezTo>
                <a:cubicBezTo>
                  <a:pt x="728" y="1022"/>
                  <a:pt x="728" y="1022"/>
                  <a:pt x="728" y="1022"/>
                </a:cubicBezTo>
                <a:cubicBezTo>
                  <a:pt x="728" y="1022"/>
                  <a:pt x="729" y="1022"/>
                  <a:pt x="729" y="1022"/>
                </a:cubicBezTo>
                <a:cubicBezTo>
                  <a:pt x="730" y="1022"/>
                  <a:pt x="730" y="1022"/>
                  <a:pt x="730" y="1022"/>
                </a:cubicBezTo>
                <a:cubicBezTo>
                  <a:pt x="732" y="1022"/>
                  <a:pt x="734" y="1023"/>
                  <a:pt x="734" y="1025"/>
                </a:cubicBezTo>
                <a:cubicBezTo>
                  <a:pt x="733" y="1025"/>
                  <a:pt x="733" y="1026"/>
                  <a:pt x="732" y="1026"/>
                </a:cubicBezTo>
                <a:cubicBezTo>
                  <a:pt x="734" y="1027"/>
                  <a:pt x="736" y="1027"/>
                  <a:pt x="738" y="1028"/>
                </a:cubicBezTo>
                <a:cubicBezTo>
                  <a:pt x="743" y="1024"/>
                  <a:pt x="749" y="1026"/>
                  <a:pt x="753" y="1030"/>
                </a:cubicBezTo>
                <a:cubicBezTo>
                  <a:pt x="757" y="1031"/>
                  <a:pt x="762" y="1032"/>
                  <a:pt x="766" y="1032"/>
                </a:cubicBezTo>
                <a:cubicBezTo>
                  <a:pt x="766" y="1032"/>
                  <a:pt x="767" y="1032"/>
                  <a:pt x="767" y="1032"/>
                </a:cubicBezTo>
                <a:cubicBezTo>
                  <a:pt x="768" y="1032"/>
                  <a:pt x="768" y="1032"/>
                  <a:pt x="769" y="1032"/>
                </a:cubicBezTo>
                <a:cubicBezTo>
                  <a:pt x="769" y="1032"/>
                  <a:pt x="770" y="1033"/>
                  <a:pt x="771" y="1033"/>
                </a:cubicBezTo>
                <a:cubicBezTo>
                  <a:pt x="778" y="1034"/>
                  <a:pt x="786" y="1034"/>
                  <a:pt x="793" y="1034"/>
                </a:cubicBezTo>
                <a:cubicBezTo>
                  <a:pt x="793" y="1034"/>
                  <a:pt x="794" y="1034"/>
                  <a:pt x="794" y="1034"/>
                </a:cubicBezTo>
                <a:cubicBezTo>
                  <a:pt x="792" y="1032"/>
                  <a:pt x="791" y="1029"/>
                  <a:pt x="790" y="1027"/>
                </a:cubicBezTo>
                <a:cubicBezTo>
                  <a:pt x="788" y="1027"/>
                  <a:pt x="785" y="1027"/>
                  <a:pt x="783" y="1027"/>
                </a:cubicBezTo>
                <a:cubicBezTo>
                  <a:pt x="783" y="1027"/>
                  <a:pt x="782" y="1027"/>
                  <a:pt x="782" y="1027"/>
                </a:cubicBezTo>
                <a:cubicBezTo>
                  <a:pt x="782" y="1027"/>
                  <a:pt x="781" y="1028"/>
                  <a:pt x="780" y="1027"/>
                </a:cubicBezTo>
                <a:cubicBezTo>
                  <a:pt x="780" y="1027"/>
                  <a:pt x="780" y="1027"/>
                  <a:pt x="780" y="1027"/>
                </a:cubicBezTo>
                <a:cubicBezTo>
                  <a:pt x="770" y="1026"/>
                  <a:pt x="760" y="1025"/>
                  <a:pt x="750" y="1023"/>
                </a:cubicBezTo>
                <a:close/>
                <a:moveTo>
                  <a:pt x="569" y="708"/>
                </a:moveTo>
                <a:cubicBezTo>
                  <a:pt x="569" y="708"/>
                  <a:pt x="569" y="708"/>
                  <a:pt x="569" y="708"/>
                </a:cubicBezTo>
                <a:cubicBezTo>
                  <a:pt x="567" y="707"/>
                  <a:pt x="566" y="705"/>
                  <a:pt x="564" y="703"/>
                </a:cubicBezTo>
                <a:cubicBezTo>
                  <a:pt x="560" y="706"/>
                  <a:pt x="557" y="709"/>
                  <a:pt x="554" y="713"/>
                </a:cubicBezTo>
                <a:cubicBezTo>
                  <a:pt x="556" y="712"/>
                  <a:pt x="559" y="712"/>
                  <a:pt x="561" y="714"/>
                </a:cubicBezTo>
                <a:cubicBezTo>
                  <a:pt x="561" y="714"/>
                  <a:pt x="561" y="714"/>
                  <a:pt x="561" y="714"/>
                </a:cubicBezTo>
                <a:cubicBezTo>
                  <a:pt x="564" y="712"/>
                  <a:pt x="566" y="710"/>
                  <a:pt x="569" y="708"/>
                </a:cubicBezTo>
                <a:close/>
                <a:moveTo>
                  <a:pt x="437" y="784"/>
                </a:moveTo>
                <a:cubicBezTo>
                  <a:pt x="437" y="783"/>
                  <a:pt x="437" y="782"/>
                  <a:pt x="437" y="781"/>
                </a:cubicBezTo>
                <a:cubicBezTo>
                  <a:pt x="436" y="781"/>
                  <a:pt x="435" y="782"/>
                  <a:pt x="433" y="782"/>
                </a:cubicBezTo>
                <a:cubicBezTo>
                  <a:pt x="435" y="783"/>
                  <a:pt x="435" y="784"/>
                  <a:pt x="437" y="784"/>
                </a:cubicBezTo>
                <a:close/>
                <a:moveTo>
                  <a:pt x="814" y="690"/>
                </a:moveTo>
                <a:cubicBezTo>
                  <a:pt x="808" y="686"/>
                  <a:pt x="802" y="682"/>
                  <a:pt x="795" y="679"/>
                </a:cubicBezTo>
                <a:cubicBezTo>
                  <a:pt x="795" y="681"/>
                  <a:pt x="799" y="681"/>
                  <a:pt x="797" y="683"/>
                </a:cubicBezTo>
                <a:cubicBezTo>
                  <a:pt x="796" y="683"/>
                  <a:pt x="796" y="683"/>
                  <a:pt x="796" y="683"/>
                </a:cubicBezTo>
                <a:cubicBezTo>
                  <a:pt x="794" y="682"/>
                  <a:pt x="791" y="682"/>
                  <a:pt x="787" y="682"/>
                </a:cubicBezTo>
                <a:cubicBezTo>
                  <a:pt x="789" y="683"/>
                  <a:pt x="790" y="684"/>
                  <a:pt x="792" y="684"/>
                </a:cubicBezTo>
                <a:cubicBezTo>
                  <a:pt x="787" y="683"/>
                  <a:pt x="782" y="682"/>
                  <a:pt x="777" y="681"/>
                </a:cubicBezTo>
                <a:cubicBezTo>
                  <a:pt x="776" y="681"/>
                  <a:pt x="776" y="682"/>
                  <a:pt x="775" y="682"/>
                </a:cubicBezTo>
                <a:cubicBezTo>
                  <a:pt x="775" y="682"/>
                  <a:pt x="774" y="682"/>
                  <a:pt x="774" y="683"/>
                </a:cubicBezTo>
                <a:cubicBezTo>
                  <a:pt x="774" y="683"/>
                  <a:pt x="774" y="683"/>
                  <a:pt x="774" y="683"/>
                </a:cubicBezTo>
                <a:cubicBezTo>
                  <a:pt x="774" y="683"/>
                  <a:pt x="774" y="683"/>
                  <a:pt x="775" y="683"/>
                </a:cubicBezTo>
                <a:cubicBezTo>
                  <a:pt x="759" y="683"/>
                  <a:pt x="759" y="683"/>
                  <a:pt x="759" y="683"/>
                </a:cubicBezTo>
                <a:cubicBezTo>
                  <a:pt x="779" y="688"/>
                  <a:pt x="799" y="693"/>
                  <a:pt x="818" y="699"/>
                </a:cubicBezTo>
                <a:cubicBezTo>
                  <a:pt x="820" y="699"/>
                  <a:pt x="821" y="700"/>
                  <a:pt x="823" y="700"/>
                </a:cubicBezTo>
                <a:cubicBezTo>
                  <a:pt x="843" y="700"/>
                  <a:pt x="843" y="700"/>
                  <a:pt x="843" y="700"/>
                </a:cubicBezTo>
                <a:cubicBezTo>
                  <a:pt x="834" y="697"/>
                  <a:pt x="824" y="694"/>
                  <a:pt x="815" y="691"/>
                </a:cubicBezTo>
                <a:cubicBezTo>
                  <a:pt x="815" y="691"/>
                  <a:pt x="814" y="690"/>
                  <a:pt x="814" y="690"/>
                </a:cubicBezTo>
                <a:close/>
                <a:moveTo>
                  <a:pt x="565" y="738"/>
                </a:moveTo>
                <a:cubicBezTo>
                  <a:pt x="570" y="738"/>
                  <a:pt x="570" y="738"/>
                  <a:pt x="570" y="738"/>
                </a:cubicBezTo>
                <a:cubicBezTo>
                  <a:pt x="580" y="726"/>
                  <a:pt x="592" y="717"/>
                  <a:pt x="606" y="710"/>
                </a:cubicBezTo>
                <a:cubicBezTo>
                  <a:pt x="606" y="710"/>
                  <a:pt x="606" y="710"/>
                  <a:pt x="606" y="710"/>
                </a:cubicBezTo>
                <a:cubicBezTo>
                  <a:pt x="606" y="710"/>
                  <a:pt x="606" y="710"/>
                  <a:pt x="606" y="710"/>
                </a:cubicBezTo>
                <a:cubicBezTo>
                  <a:pt x="604" y="711"/>
                  <a:pt x="602" y="712"/>
                  <a:pt x="599" y="710"/>
                </a:cubicBezTo>
                <a:cubicBezTo>
                  <a:pt x="600" y="708"/>
                  <a:pt x="600" y="707"/>
                  <a:pt x="601" y="706"/>
                </a:cubicBezTo>
                <a:cubicBezTo>
                  <a:pt x="601" y="706"/>
                  <a:pt x="601" y="706"/>
                  <a:pt x="600" y="706"/>
                </a:cubicBezTo>
                <a:cubicBezTo>
                  <a:pt x="597" y="708"/>
                  <a:pt x="593" y="710"/>
                  <a:pt x="590" y="712"/>
                </a:cubicBezTo>
                <a:cubicBezTo>
                  <a:pt x="591" y="714"/>
                  <a:pt x="592" y="715"/>
                  <a:pt x="595" y="714"/>
                </a:cubicBezTo>
                <a:cubicBezTo>
                  <a:pt x="594" y="720"/>
                  <a:pt x="591" y="715"/>
                  <a:pt x="588" y="713"/>
                </a:cubicBezTo>
                <a:cubicBezTo>
                  <a:pt x="586" y="715"/>
                  <a:pt x="583" y="716"/>
                  <a:pt x="581" y="718"/>
                </a:cubicBezTo>
                <a:cubicBezTo>
                  <a:pt x="581" y="718"/>
                  <a:pt x="581" y="719"/>
                  <a:pt x="580" y="719"/>
                </a:cubicBezTo>
                <a:cubicBezTo>
                  <a:pt x="580" y="719"/>
                  <a:pt x="580" y="719"/>
                  <a:pt x="580" y="719"/>
                </a:cubicBezTo>
                <a:cubicBezTo>
                  <a:pt x="580" y="719"/>
                  <a:pt x="580" y="719"/>
                  <a:pt x="580" y="719"/>
                </a:cubicBezTo>
                <a:cubicBezTo>
                  <a:pt x="572" y="725"/>
                  <a:pt x="565" y="732"/>
                  <a:pt x="560" y="740"/>
                </a:cubicBezTo>
                <a:cubicBezTo>
                  <a:pt x="561" y="740"/>
                  <a:pt x="561" y="740"/>
                  <a:pt x="562" y="740"/>
                </a:cubicBezTo>
                <a:cubicBezTo>
                  <a:pt x="562" y="741"/>
                  <a:pt x="562" y="741"/>
                  <a:pt x="562" y="742"/>
                </a:cubicBezTo>
                <a:cubicBezTo>
                  <a:pt x="563" y="741"/>
                  <a:pt x="564" y="740"/>
                  <a:pt x="565" y="738"/>
                </a:cubicBezTo>
                <a:close/>
                <a:moveTo>
                  <a:pt x="722" y="994"/>
                </a:moveTo>
                <a:cubicBezTo>
                  <a:pt x="722" y="994"/>
                  <a:pt x="722" y="994"/>
                  <a:pt x="722" y="995"/>
                </a:cubicBezTo>
                <a:cubicBezTo>
                  <a:pt x="722" y="995"/>
                  <a:pt x="722" y="996"/>
                  <a:pt x="721" y="996"/>
                </a:cubicBezTo>
                <a:cubicBezTo>
                  <a:pt x="721" y="997"/>
                  <a:pt x="721" y="997"/>
                  <a:pt x="721" y="998"/>
                </a:cubicBezTo>
                <a:cubicBezTo>
                  <a:pt x="724" y="999"/>
                  <a:pt x="727" y="1000"/>
                  <a:pt x="730" y="1001"/>
                </a:cubicBezTo>
                <a:cubicBezTo>
                  <a:pt x="727" y="999"/>
                  <a:pt x="725" y="995"/>
                  <a:pt x="722" y="994"/>
                </a:cubicBezTo>
                <a:close/>
                <a:moveTo>
                  <a:pt x="869" y="534"/>
                </a:moveTo>
                <a:cubicBezTo>
                  <a:pt x="869" y="534"/>
                  <a:pt x="869" y="534"/>
                  <a:pt x="870" y="535"/>
                </a:cubicBezTo>
                <a:cubicBezTo>
                  <a:pt x="870" y="534"/>
                  <a:pt x="870" y="534"/>
                  <a:pt x="870" y="534"/>
                </a:cubicBezTo>
                <a:cubicBezTo>
                  <a:pt x="870" y="534"/>
                  <a:pt x="869" y="534"/>
                  <a:pt x="869" y="534"/>
                </a:cubicBezTo>
                <a:close/>
                <a:moveTo>
                  <a:pt x="426" y="818"/>
                </a:moveTo>
                <a:cubicBezTo>
                  <a:pt x="426" y="843"/>
                  <a:pt x="430" y="867"/>
                  <a:pt x="437" y="890"/>
                </a:cubicBezTo>
                <a:cubicBezTo>
                  <a:pt x="438" y="890"/>
                  <a:pt x="438" y="890"/>
                  <a:pt x="439" y="890"/>
                </a:cubicBezTo>
                <a:cubicBezTo>
                  <a:pt x="439" y="891"/>
                  <a:pt x="438" y="892"/>
                  <a:pt x="438" y="893"/>
                </a:cubicBezTo>
                <a:cubicBezTo>
                  <a:pt x="441" y="902"/>
                  <a:pt x="444" y="911"/>
                  <a:pt x="448" y="920"/>
                </a:cubicBezTo>
                <a:cubicBezTo>
                  <a:pt x="448" y="920"/>
                  <a:pt x="448" y="920"/>
                  <a:pt x="448" y="920"/>
                </a:cubicBezTo>
                <a:cubicBezTo>
                  <a:pt x="449" y="922"/>
                  <a:pt x="452" y="923"/>
                  <a:pt x="452" y="926"/>
                </a:cubicBezTo>
                <a:cubicBezTo>
                  <a:pt x="451" y="926"/>
                  <a:pt x="451" y="926"/>
                  <a:pt x="450" y="926"/>
                </a:cubicBezTo>
                <a:cubicBezTo>
                  <a:pt x="451" y="927"/>
                  <a:pt x="451" y="927"/>
                  <a:pt x="451" y="928"/>
                </a:cubicBezTo>
                <a:cubicBezTo>
                  <a:pt x="452" y="927"/>
                  <a:pt x="453" y="927"/>
                  <a:pt x="454" y="928"/>
                </a:cubicBezTo>
                <a:cubicBezTo>
                  <a:pt x="455" y="929"/>
                  <a:pt x="455" y="932"/>
                  <a:pt x="455" y="934"/>
                </a:cubicBezTo>
                <a:cubicBezTo>
                  <a:pt x="455" y="934"/>
                  <a:pt x="454" y="934"/>
                  <a:pt x="454" y="934"/>
                </a:cubicBezTo>
                <a:cubicBezTo>
                  <a:pt x="455" y="937"/>
                  <a:pt x="456" y="940"/>
                  <a:pt x="458" y="942"/>
                </a:cubicBezTo>
                <a:cubicBezTo>
                  <a:pt x="459" y="946"/>
                  <a:pt x="461" y="949"/>
                  <a:pt x="463" y="953"/>
                </a:cubicBezTo>
                <a:cubicBezTo>
                  <a:pt x="465" y="953"/>
                  <a:pt x="465" y="953"/>
                  <a:pt x="465" y="953"/>
                </a:cubicBezTo>
                <a:cubicBezTo>
                  <a:pt x="465" y="954"/>
                  <a:pt x="467" y="955"/>
                  <a:pt x="467" y="957"/>
                </a:cubicBezTo>
                <a:cubicBezTo>
                  <a:pt x="469" y="957"/>
                  <a:pt x="469" y="958"/>
                  <a:pt x="469" y="959"/>
                </a:cubicBezTo>
                <a:cubicBezTo>
                  <a:pt x="469" y="960"/>
                  <a:pt x="469" y="960"/>
                  <a:pt x="469" y="961"/>
                </a:cubicBezTo>
                <a:cubicBezTo>
                  <a:pt x="468" y="961"/>
                  <a:pt x="467" y="961"/>
                  <a:pt x="467" y="961"/>
                </a:cubicBezTo>
                <a:cubicBezTo>
                  <a:pt x="472" y="970"/>
                  <a:pt x="477" y="979"/>
                  <a:pt x="482" y="988"/>
                </a:cubicBezTo>
                <a:cubicBezTo>
                  <a:pt x="491" y="988"/>
                  <a:pt x="491" y="988"/>
                  <a:pt x="491" y="988"/>
                </a:cubicBezTo>
                <a:cubicBezTo>
                  <a:pt x="487" y="982"/>
                  <a:pt x="483" y="976"/>
                  <a:pt x="479" y="969"/>
                </a:cubicBezTo>
                <a:cubicBezTo>
                  <a:pt x="479" y="970"/>
                  <a:pt x="479" y="970"/>
                  <a:pt x="479" y="971"/>
                </a:cubicBezTo>
                <a:cubicBezTo>
                  <a:pt x="474" y="971"/>
                  <a:pt x="474" y="971"/>
                  <a:pt x="474" y="971"/>
                </a:cubicBezTo>
                <a:cubicBezTo>
                  <a:pt x="474" y="969"/>
                  <a:pt x="476" y="967"/>
                  <a:pt x="478" y="968"/>
                </a:cubicBezTo>
                <a:cubicBezTo>
                  <a:pt x="472" y="955"/>
                  <a:pt x="465" y="943"/>
                  <a:pt x="459" y="930"/>
                </a:cubicBezTo>
                <a:cubicBezTo>
                  <a:pt x="443" y="895"/>
                  <a:pt x="433" y="859"/>
                  <a:pt x="433" y="821"/>
                </a:cubicBezTo>
                <a:cubicBezTo>
                  <a:pt x="432" y="819"/>
                  <a:pt x="429" y="819"/>
                  <a:pt x="426" y="818"/>
                </a:cubicBezTo>
                <a:close/>
                <a:moveTo>
                  <a:pt x="755" y="678"/>
                </a:moveTo>
                <a:cubicBezTo>
                  <a:pt x="756" y="679"/>
                  <a:pt x="756" y="679"/>
                  <a:pt x="757" y="680"/>
                </a:cubicBezTo>
                <a:cubicBezTo>
                  <a:pt x="757" y="679"/>
                  <a:pt x="758" y="678"/>
                  <a:pt x="759" y="678"/>
                </a:cubicBezTo>
                <a:cubicBezTo>
                  <a:pt x="759" y="678"/>
                  <a:pt x="760" y="677"/>
                  <a:pt x="760" y="677"/>
                </a:cubicBezTo>
                <a:cubicBezTo>
                  <a:pt x="759" y="677"/>
                  <a:pt x="758" y="677"/>
                  <a:pt x="757" y="676"/>
                </a:cubicBezTo>
                <a:cubicBezTo>
                  <a:pt x="757" y="677"/>
                  <a:pt x="756" y="678"/>
                  <a:pt x="755" y="678"/>
                </a:cubicBezTo>
                <a:close/>
                <a:moveTo>
                  <a:pt x="677" y="674"/>
                </a:moveTo>
                <a:cubicBezTo>
                  <a:pt x="677" y="674"/>
                  <a:pt x="677" y="674"/>
                  <a:pt x="676" y="675"/>
                </a:cubicBezTo>
                <a:cubicBezTo>
                  <a:pt x="678" y="675"/>
                  <a:pt x="679" y="674"/>
                  <a:pt x="680" y="674"/>
                </a:cubicBezTo>
                <a:cubicBezTo>
                  <a:pt x="680" y="674"/>
                  <a:pt x="680" y="673"/>
                  <a:pt x="680" y="673"/>
                </a:cubicBezTo>
                <a:cubicBezTo>
                  <a:pt x="682" y="673"/>
                  <a:pt x="683" y="673"/>
                  <a:pt x="684" y="674"/>
                </a:cubicBezTo>
                <a:cubicBezTo>
                  <a:pt x="686" y="674"/>
                  <a:pt x="688" y="674"/>
                  <a:pt x="690" y="675"/>
                </a:cubicBezTo>
                <a:cubicBezTo>
                  <a:pt x="691" y="674"/>
                  <a:pt x="691" y="673"/>
                  <a:pt x="691" y="672"/>
                </a:cubicBezTo>
                <a:cubicBezTo>
                  <a:pt x="691" y="671"/>
                  <a:pt x="690" y="669"/>
                  <a:pt x="689" y="668"/>
                </a:cubicBezTo>
                <a:cubicBezTo>
                  <a:pt x="688" y="668"/>
                  <a:pt x="687" y="668"/>
                  <a:pt x="686" y="668"/>
                </a:cubicBezTo>
                <a:cubicBezTo>
                  <a:pt x="687" y="669"/>
                  <a:pt x="686" y="670"/>
                  <a:pt x="685" y="671"/>
                </a:cubicBezTo>
                <a:cubicBezTo>
                  <a:pt x="681" y="671"/>
                  <a:pt x="677" y="671"/>
                  <a:pt x="673" y="671"/>
                </a:cubicBezTo>
                <a:cubicBezTo>
                  <a:pt x="673" y="669"/>
                  <a:pt x="673" y="668"/>
                  <a:pt x="673" y="666"/>
                </a:cubicBezTo>
                <a:cubicBezTo>
                  <a:pt x="672" y="665"/>
                  <a:pt x="672" y="665"/>
                  <a:pt x="671" y="665"/>
                </a:cubicBezTo>
                <a:cubicBezTo>
                  <a:pt x="650" y="662"/>
                  <a:pt x="628" y="662"/>
                  <a:pt x="606" y="666"/>
                </a:cubicBezTo>
                <a:cubicBezTo>
                  <a:pt x="607" y="666"/>
                  <a:pt x="607" y="666"/>
                  <a:pt x="607" y="666"/>
                </a:cubicBezTo>
                <a:cubicBezTo>
                  <a:pt x="607" y="667"/>
                  <a:pt x="607" y="668"/>
                  <a:pt x="607" y="669"/>
                </a:cubicBezTo>
                <a:cubicBezTo>
                  <a:pt x="604" y="669"/>
                  <a:pt x="602" y="668"/>
                  <a:pt x="599" y="668"/>
                </a:cubicBezTo>
                <a:cubicBezTo>
                  <a:pt x="599" y="668"/>
                  <a:pt x="599" y="668"/>
                  <a:pt x="599" y="667"/>
                </a:cubicBezTo>
                <a:cubicBezTo>
                  <a:pt x="589" y="670"/>
                  <a:pt x="580" y="672"/>
                  <a:pt x="570" y="676"/>
                </a:cubicBezTo>
                <a:cubicBezTo>
                  <a:pt x="571" y="676"/>
                  <a:pt x="571" y="676"/>
                  <a:pt x="572" y="677"/>
                </a:cubicBezTo>
                <a:cubicBezTo>
                  <a:pt x="572" y="678"/>
                  <a:pt x="570" y="681"/>
                  <a:pt x="572" y="681"/>
                </a:cubicBezTo>
                <a:cubicBezTo>
                  <a:pt x="572" y="679"/>
                  <a:pt x="573" y="678"/>
                  <a:pt x="574" y="677"/>
                </a:cubicBezTo>
                <a:cubicBezTo>
                  <a:pt x="574" y="677"/>
                  <a:pt x="575" y="677"/>
                  <a:pt x="576" y="677"/>
                </a:cubicBezTo>
                <a:cubicBezTo>
                  <a:pt x="576" y="676"/>
                  <a:pt x="576" y="676"/>
                  <a:pt x="576" y="676"/>
                </a:cubicBezTo>
                <a:cubicBezTo>
                  <a:pt x="579" y="675"/>
                  <a:pt x="580" y="677"/>
                  <a:pt x="581" y="677"/>
                </a:cubicBezTo>
                <a:cubicBezTo>
                  <a:pt x="581" y="678"/>
                  <a:pt x="581" y="678"/>
                  <a:pt x="581" y="679"/>
                </a:cubicBezTo>
                <a:cubicBezTo>
                  <a:pt x="586" y="678"/>
                  <a:pt x="591" y="676"/>
                  <a:pt x="596" y="675"/>
                </a:cubicBezTo>
                <a:cubicBezTo>
                  <a:pt x="595" y="675"/>
                  <a:pt x="595" y="674"/>
                  <a:pt x="595" y="674"/>
                </a:cubicBezTo>
                <a:cubicBezTo>
                  <a:pt x="597" y="674"/>
                  <a:pt x="596" y="672"/>
                  <a:pt x="596" y="670"/>
                </a:cubicBezTo>
                <a:cubicBezTo>
                  <a:pt x="599" y="670"/>
                  <a:pt x="600" y="669"/>
                  <a:pt x="604" y="669"/>
                </a:cubicBezTo>
                <a:cubicBezTo>
                  <a:pt x="603" y="671"/>
                  <a:pt x="604" y="672"/>
                  <a:pt x="604" y="673"/>
                </a:cubicBezTo>
                <a:cubicBezTo>
                  <a:pt x="608" y="673"/>
                  <a:pt x="611" y="672"/>
                  <a:pt x="614" y="672"/>
                </a:cubicBezTo>
                <a:cubicBezTo>
                  <a:pt x="613" y="672"/>
                  <a:pt x="612" y="672"/>
                  <a:pt x="611" y="671"/>
                </a:cubicBezTo>
                <a:cubicBezTo>
                  <a:pt x="612" y="669"/>
                  <a:pt x="612" y="668"/>
                  <a:pt x="611" y="666"/>
                </a:cubicBezTo>
                <a:cubicBezTo>
                  <a:pt x="617" y="666"/>
                  <a:pt x="617" y="666"/>
                  <a:pt x="617" y="666"/>
                </a:cubicBezTo>
                <a:cubicBezTo>
                  <a:pt x="616" y="667"/>
                  <a:pt x="614" y="668"/>
                  <a:pt x="615" y="672"/>
                </a:cubicBezTo>
                <a:cubicBezTo>
                  <a:pt x="617" y="671"/>
                  <a:pt x="618" y="671"/>
                  <a:pt x="620" y="671"/>
                </a:cubicBezTo>
                <a:cubicBezTo>
                  <a:pt x="620" y="670"/>
                  <a:pt x="619" y="670"/>
                  <a:pt x="620" y="668"/>
                </a:cubicBezTo>
                <a:cubicBezTo>
                  <a:pt x="622" y="668"/>
                  <a:pt x="624" y="668"/>
                  <a:pt x="625" y="669"/>
                </a:cubicBezTo>
                <a:cubicBezTo>
                  <a:pt x="625" y="670"/>
                  <a:pt x="625" y="670"/>
                  <a:pt x="625" y="670"/>
                </a:cubicBezTo>
                <a:cubicBezTo>
                  <a:pt x="626" y="670"/>
                  <a:pt x="627" y="670"/>
                  <a:pt x="629" y="670"/>
                </a:cubicBezTo>
                <a:cubicBezTo>
                  <a:pt x="629" y="670"/>
                  <a:pt x="630" y="670"/>
                  <a:pt x="630" y="670"/>
                </a:cubicBezTo>
                <a:cubicBezTo>
                  <a:pt x="630" y="670"/>
                  <a:pt x="630" y="670"/>
                  <a:pt x="630" y="669"/>
                </a:cubicBezTo>
                <a:cubicBezTo>
                  <a:pt x="628" y="669"/>
                  <a:pt x="627" y="668"/>
                  <a:pt x="625" y="666"/>
                </a:cubicBezTo>
                <a:cubicBezTo>
                  <a:pt x="634" y="666"/>
                  <a:pt x="634" y="666"/>
                  <a:pt x="634" y="666"/>
                </a:cubicBezTo>
                <a:cubicBezTo>
                  <a:pt x="633" y="667"/>
                  <a:pt x="633" y="669"/>
                  <a:pt x="632" y="670"/>
                </a:cubicBezTo>
                <a:cubicBezTo>
                  <a:pt x="635" y="670"/>
                  <a:pt x="638" y="670"/>
                  <a:pt x="641" y="670"/>
                </a:cubicBezTo>
                <a:cubicBezTo>
                  <a:pt x="639" y="668"/>
                  <a:pt x="639" y="670"/>
                  <a:pt x="635" y="670"/>
                </a:cubicBezTo>
                <a:cubicBezTo>
                  <a:pt x="635" y="668"/>
                  <a:pt x="637" y="667"/>
                  <a:pt x="637" y="666"/>
                </a:cubicBezTo>
                <a:cubicBezTo>
                  <a:pt x="648" y="666"/>
                  <a:pt x="648" y="666"/>
                  <a:pt x="648" y="666"/>
                </a:cubicBezTo>
                <a:cubicBezTo>
                  <a:pt x="648" y="667"/>
                  <a:pt x="648" y="669"/>
                  <a:pt x="648" y="670"/>
                </a:cubicBezTo>
                <a:cubicBezTo>
                  <a:pt x="649" y="670"/>
                  <a:pt x="649" y="670"/>
                  <a:pt x="650" y="670"/>
                </a:cubicBezTo>
                <a:cubicBezTo>
                  <a:pt x="649" y="670"/>
                  <a:pt x="649" y="670"/>
                  <a:pt x="648" y="670"/>
                </a:cubicBezTo>
                <a:cubicBezTo>
                  <a:pt x="648" y="670"/>
                  <a:pt x="648" y="671"/>
                  <a:pt x="648" y="671"/>
                </a:cubicBezTo>
                <a:cubicBezTo>
                  <a:pt x="646" y="672"/>
                  <a:pt x="641" y="675"/>
                  <a:pt x="639" y="672"/>
                </a:cubicBezTo>
                <a:cubicBezTo>
                  <a:pt x="640" y="673"/>
                  <a:pt x="641" y="672"/>
                  <a:pt x="641" y="671"/>
                </a:cubicBezTo>
                <a:cubicBezTo>
                  <a:pt x="638" y="672"/>
                  <a:pt x="636" y="672"/>
                  <a:pt x="633" y="673"/>
                </a:cubicBezTo>
                <a:cubicBezTo>
                  <a:pt x="633" y="673"/>
                  <a:pt x="633" y="674"/>
                  <a:pt x="633" y="674"/>
                </a:cubicBezTo>
                <a:cubicBezTo>
                  <a:pt x="633" y="674"/>
                  <a:pt x="633" y="674"/>
                  <a:pt x="633" y="674"/>
                </a:cubicBezTo>
                <a:cubicBezTo>
                  <a:pt x="633" y="675"/>
                  <a:pt x="633" y="676"/>
                  <a:pt x="633" y="676"/>
                </a:cubicBezTo>
                <a:cubicBezTo>
                  <a:pt x="632" y="676"/>
                  <a:pt x="631" y="676"/>
                  <a:pt x="629" y="676"/>
                </a:cubicBezTo>
                <a:cubicBezTo>
                  <a:pt x="630" y="677"/>
                  <a:pt x="630" y="679"/>
                  <a:pt x="630" y="680"/>
                </a:cubicBezTo>
                <a:cubicBezTo>
                  <a:pt x="636" y="679"/>
                  <a:pt x="641" y="678"/>
                  <a:pt x="647" y="677"/>
                </a:cubicBezTo>
                <a:cubicBezTo>
                  <a:pt x="648" y="677"/>
                  <a:pt x="650" y="677"/>
                  <a:pt x="651" y="676"/>
                </a:cubicBezTo>
                <a:cubicBezTo>
                  <a:pt x="651" y="674"/>
                  <a:pt x="654" y="673"/>
                  <a:pt x="657" y="674"/>
                </a:cubicBezTo>
                <a:cubicBezTo>
                  <a:pt x="657" y="673"/>
                  <a:pt x="658" y="673"/>
                  <a:pt x="660" y="672"/>
                </a:cubicBezTo>
                <a:cubicBezTo>
                  <a:pt x="660" y="673"/>
                  <a:pt x="660" y="674"/>
                  <a:pt x="660" y="675"/>
                </a:cubicBezTo>
                <a:cubicBezTo>
                  <a:pt x="661" y="674"/>
                  <a:pt x="665" y="675"/>
                  <a:pt x="665" y="673"/>
                </a:cubicBezTo>
                <a:cubicBezTo>
                  <a:pt x="659" y="673"/>
                  <a:pt x="659" y="668"/>
                  <a:pt x="656" y="666"/>
                </a:cubicBezTo>
                <a:cubicBezTo>
                  <a:pt x="661" y="666"/>
                  <a:pt x="661" y="666"/>
                  <a:pt x="661" y="666"/>
                </a:cubicBezTo>
                <a:cubicBezTo>
                  <a:pt x="662" y="668"/>
                  <a:pt x="665" y="669"/>
                  <a:pt x="668" y="669"/>
                </a:cubicBezTo>
                <a:cubicBezTo>
                  <a:pt x="669" y="672"/>
                  <a:pt x="668" y="673"/>
                  <a:pt x="667" y="675"/>
                </a:cubicBezTo>
                <a:cubicBezTo>
                  <a:pt x="668" y="675"/>
                  <a:pt x="670" y="675"/>
                  <a:pt x="671" y="675"/>
                </a:cubicBezTo>
                <a:cubicBezTo>
                  <a:pt x="672" y="674"/>
                  <a:pt x="672" y="674"/>
                  <a:pt x="673" y="674"/>
                </a:cubicBezTo>
                <a:cubicBezTo>
                  <a:pt x="673" y="673"/>
                  <a:pt x="673" y="672"/>
                  <a:pt x="673" y="671"/>
                </a:cubicBezTo>
                <a:cubicBezTo>
                  <a:pt x="674" y="672"/>
                  <a:pt x="676" y="672"/>
                  <a:pt x="677" y="673"/>
                </a:cubicBezTo>
                <a:cubicBezTo>
                  <a:pt x="677" y="674"/>
                  <a:pt x="677" y="674"/>
                  <a:pt x="677" y="674"/>
                </a:cubicBezTo>
                <a:close/>
                <a:moveTo>
                  <a:pt x="651" y="673"/>
                </a:moveTo>
                <a:cubicBezTo>
                  <a:pt x="650" y="672"/>
                  <a:pt x="650" y="669"/>
                  <a:pt x="651" y="668"/>
                </a:cubicBezTo>
                <a:cubicBezTo>
                  <a:pt x="654" y="667"/>
                  <a:pt x="654" y="670"/>
                  <a:pt x="656" y="671"/>
                </a:cubicBezTo>
                <a:cubicBezTo>
                  <a:pt x="655" y="673"/>
                  <a:pt x="654" y="673"/>
                  <a:pt x="651" y="673"/>
                </a:cubicBezTo>
                <a:close/>
                <a:moveTo>
                  <a:pt x="924" y="637"/>
                </a:moveTo>
                <a:cubicBezTo>
                  <a:pt x="924" y="636"/>
                  <a:pt x="923" y="636"/>
                  <a:pt x="923" y="635"/>
                </a:cubicBezTo>
                <a:cubicBezTo>
                  <a:pt x="905" y="627"/>
                  <a:pt x="887" y="619"/>
                  <a:pt x="870" y="611"/>
                </a:cubicBezTo>
                <a:cubicBezTo>
                  <a:pt x="868" y="611"/>
                  <a:pt x="868" y="611"/>
                  <a:pt x="868" y="611"/>
                </a:cubicBezTo>
                <a:cubicBezTo>
                  <a:pt x="868" y="611"/>
                  <a:pt x="867" y="610"/>
                  <a:pt x="866" y="610"/>
                </a:cubicBezTo>
                <a:cubicBezTo>
                  <a:pt x="866" y="610"/>
                  <a:pt x="866" y="611"/>
                  <a:pt x="866" y="611"/>
                </a:cubicBezTo>
                <a:cubicBezTo>
                  <a:pt x="854" y="611"/>
                  <a:pt x="854" y="611"/>
                  <a:pt x="854" y="611"/>
                </a:cubicBezTo>
                <a:cubicBezTo>
                  <a:pt x="866" y="617"/>
                  <a:pt x="879" y="623"/>
                  <a:pt x="892" y="629"/>
                </a:cubicBezTo>
                <a:cubicBezTo>
                  <a:pt x="892" y="628"/>
                  <a:pt x="892" y="628"/>
                  <a:pt x="892" y="628"/>
                </a:cubicBezTo>
                <a:cubicBezTo>
                  <a:pt x="896" y="628"/>
                  <a:pt x="896" y="628"/>
                  <a:pt x="896" y="628"/>
                </a:cubicBezTo>
                <a:cubicBezTo>
                  <a:pt x="896" y="629"/>
                  <a:pt x="896" y="629"/>
                  <a:pt x="896" y="630"/>
                </a:cubicBezTo>
                <a:cubicBezTo>
                  <a:pt x="896" y="630"/>
                  <a:pt x="896" y="630"/>
                  <a:pt x="896" y="631"/>
                </a:cubicBezTo>
                <a:cubicBezTo>
                  <a:pt x="899" y="632"/>
                  <a:pt x="901" y="633"/>
                  <a:pt x="904" y="634"/>
                </a:cubicBezTo>
                <a:cubicBezTo>
                  <a:pt x="904" y="634"/>
                  <a:pt x="904" y="634"/>
                  <a:pt x="904" y="633"/>
                </a:cubicBezTo>
                <a:cubicBezTo>
                  <a:pt x="903" y="633"/>
                  <a:pt x="902" y="632"/>
                  <a:pt x="903" y="631"/>
                </a:cubicBezTo>
                <a:cubicBezTo>
                  <a:pt x="903" y="630"/>
                  <a:pt x="903" y="629"/>
                  <a:pt x="903" y="628"/>
                </a:cubicBezTo>
                <a:cubicBezTo>
                  <a:pt x="905" y="628"/>
                  <a:pt x="905" y="628"/>
                  <a:pt x="905" y="628"/>
                </a:cubicBezTo>
                <a:cubicBezTo>
                  <a:pt x="905" y="629"/>
                  <a:pt x="905" y="629"/>
                  <a:pt x="906" y="630"/>
                </a:cubicBezTo>
                <a:cubicBezTo>
                  <a:pt x="906" y="630"/>
                  <a:pt x="906" y="630"/>
                  <a:pt x="907" y="630"/>
                </a:cubicBezTo>
                <a:cubicBezTo>
                  <a:pt x="907" y="630"/>
                  <a:pt x="907" y="631"/>
                  <a:pt x="907" y="631"/>
                </a:cubicBezTo>
                <a:cubicBezTo>
                  <a:pt x="908" y="632"/>
                  <a:pt x="911" y="633"/>
                  <a:pt x="911" y="635"/>
                </a:cubicBezTo>
                <a:cubicBezTo>
                  <a:pt x="910" y="635"/>
                  <a:pt x="910" y="636"/>
                  <a:pt x="909" y="636"/>
                </a:cubicBezTo>
                <a:cubicBezTo>
                  <a:pt x="913" y="639"/>
                  <a:pt x="918" y="641"/>
                  <a:pt x="923" y="643"/>
                </a:cubicBezTo>
                <a:cubicBezTo>
                  <a:pt x="924" y="641"/>
                  <a:pt x="925" y="639"/>
                  <a:pt x="924" y="637"/>
                </a:cubicBezTo>
                <a:close/>
                <a:moveTo>
                  <a:pt x="889" y="539"/>
                </a:moveTo>
                <a:cubicBezTo>
                  <a:pt x="883" y="540"/>
                  <a:pt x="883" y="540"/>
                  <a:pt x="883" y="540"/>
                </a:cubicBezTo>
                <a:cubicBezTo>
                  <a:pt x="883" y="539"/>
                  <a:pt x="883" y="538"/>
                  <a:pt x="883" y="537"/>
                </a:cubicBezTo>
                <a:cubicBezTo>
                  <a:pt x="882" y="537"/>
                  <a:pt x="882" y="537"/>
                  <a:pt x="882" y="537"/>
                </a:cubicBezTo>
                <a:cubicBezTo>
                  <a:pt x="882" y="538"/>
                  <a:pt x="882" y="539"/>
                  <a:pt x="882" y="540"/>
                </a:cubicBezTo>
                <a:cubicBezTo>
                  <a:pt x="876" y="540"/>
                  <a:pt x="876" y="540"/>
                  <a:pt x="876" y="540"/>
                </a:cubicBezTo>
                <a:cubicBezTo>
                  <a:pt x="874" y="539"/>
                  <a:pt x="874" y="537"/>
                  <a:pt x="874" y="534"/>
                </a:cubicBezTo>
                <a:cubicBezTo>
                  <a:pt x="874" y="534"/>
                  <a:pt x="873" y="533"/>
                  <a:pt x="872" y="533"/>
                </a:cubicBezTo>
                <a:cubicBezTo>
                  <a:pt x="872" y="534"/>
                  <a:pt x="872" y="536"/>
                  <a:pt x="871" y="536"/>
                </a:cubicBezTo>
                <a:cubicBezTo>
                  <a:pt x="871" y="537"/>
                  <a:pt x="872" y="538"/>
                  <a:pt x="873" y="540"/>
                </a:cubicBezTo>
                <a:cubicBezTo>
                  <a:pt x="888" y="546"/>
                  <a:pt x="903" y="551"/>
                  <a:pt x="918" y="557"/>
                </a:cubicBezTo>
                <a:cubicBezTo>
                  <a:pt x="918" y="557"/>
                  <a:pt x="918" y="557"/>
                  <a:pt x="918" y="557"/>
                </a:cubicBezTo>
                <a:cubicBezTo>
                  <a:pt x="938" y="556"/>
                  <a:pt x="938" y="556"/>
                  <a:pt x="938" y="556"/>
                </a:cubicBezTo>
                <a:cubicBezTo>
                  <a:pt x="921" y="551"/>
                  <a:pt x="905" y="546"/>
                  <a:pt x="889" y="539"/>
                </a:cubicBezTo>
                <a:cubicBezTo>
                  <a:pt x="889" y="539"/>
                  <a:pt x="889" y="539"/>
                  <a:pt x="889" y="539"/>
                </a:cubicBezTo>
                <a:close/>
                <a:moveTo>
                  <a:pt x="875" y="540"/>
                </a:moveTo>
                <a:cubicBezTo>
                  <a:pt x="875" y="540"/>
                  <a:pt x="875" y="540"/>
                  <a:pt x="875" y="540"/>
                </a:cubicBezTo>
                <a:cubicBezTo>
                  <a:pt x="875" y="540"/>
                  <a:pt x="875" y="540"/>
                  <a:pt x="875" y="540"/>
                </a:cubicBezTo>
                <a:close/>
                <a:moveTo>
                  <a:pt x="626" y="676"/>
                </a:moveTo>
                <a:cubicBezTo>
                  <a:pt x="626" y="675"/>
                  <a:pt x="626" y="675"/>
                  <a:pt x="626" y="675"/>
                </a:cubicBezTo>
                <a:cubicBezTo>
                  <a:pt x="626" y="675"/>
                  <a:pt x="626" y="674"/>
                  <a:pt x="626" y="674"/>
                </a:cubicBezTo>
                <a:cubicBezTo>
                  <a:pt x="607" y="679"/>
                  <a:pt x="589" y="686"/>
                  <a:pt x="573" y="697"/>
                </a:cubicBezTo>
                <a:cubicBezTo>
                  <a:pt x="570" y="699"/>
                  <a:pt x="568" y="700"/>
                  <a:pt x="565" y="702"/>
                </a:cubicBezTo>
                <a:cubicBezTo>
                  <a:pt x="567" y="702"/>
                  <a:pt x="567" y="702"/>
                  <a:pt x="567" y="702"/>
                </a:cubicBezTo>
                <a:cubicBezTo>
                  <a:pt x="567" y="702"/>
                  <a:pt x="567" y="703"/>
                  <a:pt x="567" y="703"/>
                </a:cubicBezTo>
                <a:cubicBezTo>
                  <a:pt x="568" y="703"/>
                  <a:pt x="568" y="703"/>
                  <a:pt x="569" y="703"/>
                </a:cubicBezTo>
                <a:cubicBezTo>
                  <a:pt x="568" y="703"/>
                  <a:pt x="568" y="703"/>
                  <a:pt x="568" y="702"/>
                </a:cubicBezTo>
                <a:cubicBezTo>
                  <a:pt x="577" y="702"/>
                  <a:pt x="577" y="702"/>
                  <a:pt x="577" y="702"/>
                </a:cubicBezTo>
                <a:cubicBezTo>
                  <a:pt x="577" y="702"/>
                  <a:pt x="577" y="702"/>
                  <a:pt x="577" y="703"/>
                </a:cubicBezTo>
                <a:cubicBezTo>
                  <a:pt x="589" y="695"/>
                  <a:pt x="602" y="689"/>
                  <a:pt x="615" y="685"/>
                </a:cubicBezTo>
                <a:cubicBezTo>
                  <a:pt x="614" y="685"/>
                  <a:pt x="614" y="685"/>
                  <a:pt x="614" y="685"/>
                </a:cubicBezTo>
                <a:cubicBezTo>
                  <a:pt x="614" y="684"/>
                  <a:pt x="614" y="684"/>
                  <a:pt x="614" y="684"/>
                </a:cubicBezTo>
                <a:cubicBezTo>
                  <a:pt x="614" y="684"/>
                  <a:pt x="613" y="684"/>
                  <a:pt x="612" y="684"/>
                </a:cubicBezTo>
                <a:cubicBezTo>
                  <a:pt x="613" y="683"/>
                  <a:pt x="613" y="682"/>
                  <a:pt x="613" y="681"/>
                </a:cubicBezTo>
                <a:cubicBezTo>
                  <a:pt x="613" y="681"/>
                  <a:pt x="614" y="681"/>
                  <a:pt x="614" y="681"/>
                </a:cubicBezTo>
                <a:cubicBezTo>
                  <a:pt x="614" y="680"/>
                  <a:pt x="614" y="679"/>
                  <a:pt x="614" y="678"/>
                </a:cubicBezTo>
                <a:cubicBezTo>
                  <a:pt x="618" y="678"/>
                  <a:pt x="618" y="677"/>
                  <a:pt x="621" y="678"/>
                </a:cubicBezTo>
                <a:cubicBezTo>
                  <a:pt x="621" y="680"/>
                  <a:pt x="621" y="681"/>
                  <a:pt x="621" y="683"/>
                </a:cubicBezTo>
                <a:cubicBezTo>
                  <a:pt x="622" y="682"/>
                  <a:pt x="623" y="682"/>
                  <a:pt x="623" y="682"/>
                </a:cubicBezTo>
                <a:cubicBezTo>
                  <a:pt x="623" y="682"/>
                  <a:pt x="623" y="682"/>
                  <a:pt x="622" y="682"/>
                </a:cubicBezTo>
                <a:cubicBezTo>
                  <a:pt x="622" y="680"/>
                  <a:pt x="622" y="678"/>
                  <a:pt x="623" y="676"/>
                </a:cubicBezTo>
                <a:cubicBezTo>
                  <a:pt x="624" y="676"/>
                  <a:pt x="625" y="676"/>
                  <a:pt x="626" y="676"/>
                </a:cubicBezTo>
                <a:close/>
                <a:moveTo>
                  <a:pt x="575" y="927"/>
                </a:moveTo>
                <a:cubicBezTo>
                  <a:pt x="576" y="928"/>
                  <a:pt x="577" y="929"/>
                  <a:pt x="578" y="930"/>
                </a:cubicBezTo>
                <a:cubicBezTo>
                  <a:pt x="578" y="930"/>
                  <a:pt x="578" y="930"/>
                  <a:pt x="579" y="931"/>
                </a:cubicBezTo>
                <a:cubicBezTo>
                  <a:pt x="579" y="931"/>
                  <a:pt x="579" y="931"/>
                  <a:pt x="579" y="931"/>
                </a:cubicBezTo>
                <a:cubicBezTo>
                  <a:pt x="581" y="934"/>
                  <a:pt x="584" y="937"/>
                  <a:pt x="586" y="939"/>
                </a:cubicBezTo>
                <a:cubicBezTo>
                  <a:pt x="591" y="944"/>
                  <a:pt x="596" y="949"/>
                  <a:pt x="601" y="953"/>
                </a:cubicBezTo>
                <a:cubicBezTo>
                  <a:pt x="601" y="953"/>
                  <a:pt x="601" y="953"/>
                  <a:pt x="601" y="953"/>
                </a:cubicBezTo>
                <a:cubicBezTo>
                  <a:pt x="600" y="952"/>
                  <a:pt x="600" y="952"/>
                  <a:pt x="599" y="952"/>
                </a:cubicBezTo>
                <a:cubicBezTo>
                  <a:pt x="606" y="951"/>
                  <a:pt x="606" y="951"/>
                  <a:pt x="606" y="951"/>
                </a:cubicBezTo>
                <a:cubicBezTo>
                  <a:pt x="606" y="952"/>
                  <a:pt x="606" y="952"/>
                  <a:pt x="606" y="952"/>
                </a:cubicBezTo>
                <a:cubicBezTo>
                  <a:pt x="606" y="952"/>
                  <a:pt x="606" y="952"/>
                  <a:pt x="607" y="952"/>
                </a:cubicBezTo>
                <a:cubicBezTo>
                  <a:pt x="608" y="952"/>
                  <a:pt x="609" y="952"/>
                  <a:pt x="610" y="952"/>
                </a:cubicBezTo>
                <a:cubicBezTo>
                  <a:pt x="599" y="943"/>
                  <a:pt x="588" y="932"/>
                  <a:pt x="579" y="921"/>
                </a:cubicBezTo>
                <a:cubicBezTo>
                  <a:pt x="578" y="923"/>
                  <a:pt x="577" y="926"/>
                  <a:pt x="575" y="927"/>
                </a:cubicBezTo>
                <a:close/>
                <a:moveTo>
                  <a:pt x="601" y="990"/>
                </a:moveTo>
                <a:cubicBezTo>
                  <a:pt x="601" y="991"/>
                  <a:pt x="600" y="992"/>
                  <a:pt x="600" y="994"/>
                </a:cubicBezTo>
                <a:cubicBezTo>
                  <a:pt x="601" y="995"/>
                  <a:pt x="603" y="996"/>
                  <a:pt x="605" y="998"/>
                </a:cubicBezTo>
                <a:cubicBezTo>
                  <a:pt x="606" y="997"/>
                  <a:pt x="607" y="996"/>
                  <a:pt x="608" y="994"/>
                </a:cubicBezTo>
                <a:cubicBezTo>
                  <a:pt x="606" y="994"/>
                  <a:pt x="605" y="993"/>
                  <a:pt x="605" y="993"/>
                </a:cubicBezTo>
                <a:cubicBezTo>
                  <a:pt x="604" y="993"/>
                  <a:pt x="603" y="993"/>
                  <a:pt x="602" y="992"/>
                </a:cubicBezTo>
                <a:cubicBezTo>
                  <a:pt x="602" y="991"/>
                  <a:pt x="602" y="990"/>
                  <a:pt x="601" y="990"/>
                </a:cubicBezTo>
                <a:close/>
                <a:moveTo>
                  <a:pt x="516" y="996"/>
                </a:moveTo>
                <a:cubicBezTo>
                  <a:pt x="518" y="994"/>
                  <a:pt x="519" y="992"/>
                  <a:pt x="521" y="991"/>
                </a:cubicBezTo>
                <a:cubicBezTo>
                  <a:pt x="516" y="984"/>
                  <a:pt x="512" y="978"/>
                  <a:pt x="508" y="971"/>
                </a:cubicBezTo>
                <a:cubicBezTo>
                  <a:pt x="505" y="971"/>
                  <a:pt x="505" y="971"/>
                  <a:pt x="505" y="971"/>
                </a:cubicBezTo>
                <a:cubicBezTo>
                  <a:pt x="505" y="970"/>
                  <a:pt x="506" y="969"/>
                  <a:pt x="507" y="969"/>
                </a:cubicBezTo>
                <a:cubicBezTo>
                  <a:pt x="505" y="966"/>
                  <a:pt x="504" y="963"/>
                  <a:pt x="502" y="961"/>
                </a:cubicBezTo>
                <a:cubicBezTo>
                  <a:pt x="499" y="961"/>
                  <a:pt x="500" y="961"/>
                  <a:pt x="496" y="961"/>
                </a:cubicBezTo>
                <a:cubicBezTo>
                  <a:pt x="495" y="959"/>
                  <a:pt x="496" y="958"/>
                  <a:pt x="496" y="958"/>
                </a:cubicBezTo>
                <a:cubicBezTo>
                  <a:pt x="496" y="958"/>
                  <a:pt x="496" y="958"/>
                  <a:pt x="496" y="958"/>
                </a:cubicBezTo>
                <a:cubicBezTo>
                  <a:pt x="496" y="956"/>
                  <a:pt x="497" y="953"/>
                  <a:pt x="498" y="953"/>
                </a:cubicBezTo>
                <a:cubicBezTo>
                  <a:pt x="494" y="944"/>
                  <a:pt x="490" y="935"/>
                  <a:pt x="486" y="926"/>
                </a:cubicBezTo>
                <a:cubicBezTo>
                  <a:pt x="486" y="926"/>
                  <a:pt x="486" y="925"/>
                  <a:pt x="486" y="925"/>
                </a:cubicBezTo>
                <a:cubicBezTo>
                  <a:pt x="486" y="925"/>
                  <a:pt x="486" y="925"/>
                  <a:pt x="486" y="925"/>
                </a:cubicBezTo>
                <a:cubicBezTo>
                  <a:pt x="485" y="924"/>
                  <a:pt x="485" y="924"/>
                  <a:pt x="485" y="923"/>
                </a:cubicBezTo>
                <a:cubicBezTo>
                  <a:pt x="482" y="915"/>
                  <a:pt x="480" y="908"/>
                  <a:pt x="477" y="900"/>
                </a:cubicBezTo>
                <a:cubicBezTo>
                  <a:pt x="476" y="900"/>
                  <a:pt x="476" y="900"/>
                  <a:pt x="476" y="900"/>
                </a:cubicBezTo>
                <a:cubicBezTo>
                  <a:pt x="475" y="899"/>
                  <a:pt x="475" y="898"/>
                  <a:pt x="475" y="898"/>
                </a:cubicBezTo>
                <a:cubicBezTo>
                  <a:pt x="475" y="898"/>
                  <a:pt x="476" y="897"/>
                  <a:pt x="476" y="897"/>
                </a:cubicBezTo>
                <a:cubicBezTo>
                  <a:pt x="475" y="893"/>
                  <a:pt x="474" y="889"/>
                  <a:pt x="473" y="885"/>
                </a:cubicBezTo>
                <a:cubicBezTo>
                  <a:pt x="473" y="885"/>
                  <a:pt x="473" y="885"/>
                  <a:pt x="473" y="885"/>
                </a:cubicBezTo>
                <a:cubicBezTo>
                  <a:pt x="473" y="884"/>
                  <a:pt x="473" y="884"/>
                  <a:pt x="473" y="884"/>
                </a:cubicBezTo>
                <a:cubicBezTo>
                  <a:pt x="471" y="877"/>
                  <a:pt x="470" y="871"/>
                  <a:pt x="468" y="864"/>
                </a:cubicBezTo>
                <a:cubicBezTo>
                  <a:pt x="462" y="864"/>
                  <a:pt x="462" y="864"/>
                  <a:pt x="462" y="864"/>
                </a:cubicBezTo>
                <a:cubicBezTo>
                  <a:pt x="462" y="863"/>
                  <a:pt x="463" y="861"/>
                  <a:pt x="463" y="860"/>
                </a:cubicBezTo>
                <a:cubicBezTo>
                  <a:pt x="463" y="858"/>
                  <a:pt x="462" y="857"/>
                  <a:pt x="461" y="856"/>
                </a:cubicBezTo>
                <a:cubicBezTo>
                  <a:pt x="462" y="870"/>
                  <a:pt x="465" y="883"/>
                  <a:pt x="469" y="897"/>
                </a:cubicBezTo>
                <a:cubicBezTo>
                  <a:pt x="470" y="897"/>
                  <a:pt x="471" y="898"/>
                  <a:pt x="470" y="899"/>
                </a:cubicBezTo>
                <a:cubicBezTo>
                  <a:pt x="470" y="899"/>
                  <a:pt x="470" y="899"/>
                  <a:pt x="470" y="899"/>
                </a:cubicBezTo>
                <a:cubicBezTo>
                  <a:pt x="472" y="907"/>
                  <a:pt x="474" y="914"/>
                  <a:pt x="477" y="921"/>
                </a:cubicBezTo>
                <a:cubicBezTo>
                  <a:pt x="477" y="921"/>
                  <a:pt x="477" y="921"/>
                  <a:pt x="477" y="921"/>
                </a:cubicBezTo>
                <a:cubicBezTo>
                  <a:pt x="486" y="944"/>
                  <a:pt x="496" y="966"/>
                  <a:pt x="509" y="985"/>
                </a:cubicBezTo>
                <a:cubicBezTo>
                  <a:pt x="511" y="989"/>
                  <a:pt x="514" y="992"/>
                  <a:pt x="516" y="996"/>
                </a:cubicBezTo>
                <a:close/>
                <a:moveTo>
                  <a:pt x="466" y="853"/>
                </a:moveTo>
                <a:cubicBezTo>
                  <a:pt x="466" y="853"/>
                  <a:pt x="465" y="853"/>
                  <a:pt x="465" y="853"/>
                </a:cubicBezTo>
                <a:cubicBezTo>
                  <a:pt x="466" y="854"/>
                  <a:pt x="466" y="855"/>
                  <a:pt x="467" y="856"/>
                </a:cubicBezTo>
                <a:cubicBezTo>
                  <a:pt x="467" y="855"/>
                  <a:pt x="467" y="854"/>
                  <a:pt x="467" y="853"/>
                </a:cubicBezTo>
                <a:cubicBezTo>
                  <a:pt x="467" y="853"/>
                  <a:pt x="467" y="853"/>
                  <a:pt x="466" y="853"/>
                </a:cubicBezTo>
                <a:close/>
                <a:moveTo>
                  <a:pt x="861" y="529"/>
                </a:moveTo>
                <a:cubicBezTo>
                  <a:pt x="862" y="529"/>
                  <a:pt x="862" y="529"/>
                  <a:pt x="862" y="529"/>
                </a:cubicBezTo>
                <a:cubicBezTo>
                  <a:pt x="862" y="529"/>
                  <a:pt x="862" y="529"/>
                  <a:pt x="861" y="529"/>
                </a:cubicBezTo>
                <a:cubicBezTo>
                  <a:pt x="861" y="529"/>
                  <a:pt x="861" y="529"/>
                  <a:pt x="861" y="529"/>
                </a:cubicBezTo>
                <a:close/>
                <a:moveTo>
                  <a:pt x="543" y="780"/>
                </a:moveTo>
                <a:cubicBezTo>
                  <a:pt x="542" y="782"/>
                  <a:pt x="542" y="783"/>
                  <a:pt x="542" y="785"/>
                </a:cubicBezTo>
                <a:cubicBezTo>
                  <a:pt x="544" y="785"/>
                  <a:pt x="546" y="785"/>
                  <a:pt x="548" y="787"/>
                </a:cubicBezTo>
                <a:cubicBezTo>
                  <a:pt x="548" y="785"/>
                  <a:pt x="548" y="783"/>
                  <a:pt x="549" y="781"/>
                </a:cubicBezTo>
                <a:cubicBezTo>
                  <a:pt x="548" y="780"/>
                  <a:pt x="548" y="780"/>
                  <a:pt x="548" y="779"/>
                </a:cubicBezTo>
                <a:cubicBezTo>
                  <a:pt x="546" y="780"/>
                  <a:pt x="544" y="780"/>
                  <a:pt x="543" y="780"/>
                </a:cubicBezTo>
                <a:close/>
                <a:moveTo>
                  <a:pt x="429" y="502"/>
                </a:moveTo>
                <a:cubicBezTo>
                  <a:pt x="433" y="501"/>
                  <a:pt x="436" y="499"/>
                  <a:pt x="440" y="498"/>
                </a:cubicBezTo>
                <a:cubicBezTo>
                  <a:pt x="438" y="497"/>
                  <a:pt x="439" y="493"/>
                  <a:pt x="439" y="491"/>
                </a:cubicBezTo>
                <a:cubicBezTo>
                  <a:pt x="438" y="491"/>
                  <a:pt x="436" y="492"/>
                  <a:pt x="435" y="492"/>
                </a:cubicBezTo>
                <a:cubicBezTo>
                  <a:pt x="435" y="493"/>
                  <a:pt x="436" y="494"/>
                  <a:pt x="436" y="495"/>
                </a:cubicBezTo>
                <a:cubicBezTo>
                  <a:pt x="434" y="496"/>
                  <a:pt x="431" y="495"/>
                  <a:pt x="429" y="495"/>
                </a:cubicBezTo>
                <a:cubicBezTo>
                  <a:pt x="429" y="495"/>
                  <a:pt x="428" y="495"/>
                  <a:pt x="428" y="495"/>
                </a:cubicBezTo>
                <a:cubicBezTo>
                  <a:pt x="428" y="496"/>
                  <a:pt x="429" y="497"/>
                  <a:pt x="429" y="498"/>
                </a:cubicBezTo>
                <a:cubicBezTo>
                  <a:pt x="429" y="498"/>
                  <a:pt x="429" y="498"/>
                  <a:pt x="429" y="498"/>
                </a:cubicBezTo>
                <a:cubicBezTo>
                  <a:pt x="430" y="499"/>
                  <a:pt x="429" y="500"/>
                  <a:pt x="429" y="501"/>
                </a:cubicBezTo>
                <a:cubicBezTo>
                  <a:pt x="429" y="501"/>
                  <a:pt x="429" y="502"/>
                  <a:pt x="429" y="502"/>
                </a:cubicBezTo>
                <a:close/>
                <a:moveTo>
                  <a:pt x="232" y="491"/>
                </a:moveTo>
                <a:cubicBezTo>
                  <a:pt x="238" y="485"/>
                  <a:pt x="245" y="479"/>
                  <a:pt x="251" y="474"/>
                </a:cubicBezTo>
                <a:cubicBezTo>
                  <a:pt x="241" y="474"/>
                  <a:pt x="241" y="474"/>
                  <a:pt x="241" y="474"/>
                </a:cubicBezTo>
                <a:cubicBezTo>
                  <a:pt x="234" y="479"/>
                  <a:pt x="228" y="485"/>
                  <a:pt x="222" y="491"/>
                </a:cubicBezTo>
                <a:lnTo>
                  <a:pt x="232" y="491"/>
                </a:lnTo>
                <a:close/>
                <a:moveTo>
                  <a:pt x="984" y="742"/>
                </a:moveTo>
                <a:cubicBezTo>
                  <a:pt x="980" y="741"/>
                  <a:pt x="981" y="744"/>
                  <a:pt x="980" y="747"/>
                </a:cubicBezTo>
                <a:cubicBezTo>
                  <a:pt x="981" y="747"/>
                  <a:pt x="982" y="747"/>
                  <a:pt x="982" y="747"/>
                </a:cubicBezTo>
                <a:cubicBezTo>
                  <a:pt x="983" y="745"/>
                  <a:pt x="985" y="743"/>
                  <a:pt x="984" y="742"/>
                </a:cubicBezTo>
                <a:close/>
                <a:moveTo>
                  <a:pt x="494" y="572"/>
                </a:moveTo>
                <a:cubicBezTo>
                  <a:pt x="494" y="572"/>
                  <a:pt x="494" y="572"/>
                  <a:pt x="494" y="572"/>
                </a:cubicBezTo>
                <a:cubicBezTo>
                  <a:pt x="494" y="572"/>
                  <a:pt x="494" y="572"/>
                  <a:pt x="494" y="572"/>
                </a:cubicBezTo>
                <a:cubicBezTo>
                  <a:pt x="494" y="572"/>
                  <a:pt x="494" y="572"/>
                  <a:pt x="494" y="572"/>
                </a:cubicBezTo>
                <a:close/>
                <a:moveTo>
                  <a:pt x="502" y="576"/>
                </a:moveTo>
                <a:cubicBezTo>
                  <a:pt x="503" y="574"/>
                  <a:pt x="504" y="573"/>
                  <a:pt x="506" y="572"/>
                </a:cubicBezTo>
                <a:cubicBezTo>
                  <a:pt x="504" y="572"/>
                  <a:pt x="503" y="571"/>
                  <a:pt x="502" y="570"/>
                </a:cubicBezTo>
                <a:cubicBezTo>
                  <a:pt x="501" y="570"/>
                  <a:pt x="500" y="570"/>
                  <a:pt x="499" y="570"/>
                </a:cubicBezTo>
                <a:cubicBezTo>
                  <a:pt x="501" y="571"/>
                  <a:pt x="501" y="572"/>
                  <a:pt x="501" y="574"/>
                </a:cubicBezTo>
                <a:cubicBezTo>
                  <a:pt x="499" y="575"/>
                  <a:pt x="497" y="575"/>
                  <a:pt x="496" y="574"/>
                </a:cubicBezTo>
                <a:cubicBezTo>
                  <a:pt x="496" y="575"/>
                  <a:pt x="497" y="575"/>
                  <a:pt x="497" y="575"/>
                </a:cubicBezTo>
                <a:cubicBezTo>
                  <a:pt x="497" y="576"/>
                  <a:pt x="496" y="577"/>
                  <a:pt x="496" y="578"/>
                </a:cubicBezTo>
                <a:cubicBezTo>
                  <a:pt x="498" y="578"/>
                  <a:pt x="500" y="577"/>
                  <a:pt x="502" y="576"/>
                </a:cubicBezTo>
                <a:close/>
                <a:moveTo>
                  <a:pt x="516" y="570"/>
                </a:moveTo>
                <a:cubicBezTo>
                  <a:pt x="515" y="571"/>
                  <a:pt x="515" y="571"/>
                  <a:pt x="514" y="572"/>
                </a:cubicBezTo>
                <a:cubicBezTo>
                  <a:pt x="515" y="573"/>
                  <a:pt x="515" y="573"/>
                  <a:pt x="515" y="573"/>
                </a:cubicBezTo>
                <a:cubicBezTo>
                  <a:pt x="522" y="572"/>
                  <a:pt x="528" y="570"/>
                  <a:pt x="535" y="570"/>
                </a:cubicBezTo>
                <a:cubicBezTo>
                  <a:pt x="535" y="568"/>
                  <a:pt x="535" y="567"/>
                  <a:pt x="536" y="566"/>
                </a:cubicBezTo>
                <a:cubicBezTo>
                  <a:pt x="537" y="566"/>
                  <a:pt x="538" y="567"/>
                  <a:pt x="540" y="567"/>
                </a:cubicBezTo>
                <a:cubicBezTo>
                  <a:pt x="540" y="567"/>
                  <a:pt x="541" y="568"/>
                  <a:pt x="541" y="569"/>
                </a:cubicBezTo>
                <a:cubicBezTo>
                  <a:pt x="546" y="568"/>
                  <a:pt x="551" y="568"/>
                  <a:pt x="556" y="568"/>
                </a:cubicBezTo>
                <a:cubicBezTo>
                  <a:pt x="555" y="565"/>
                  <a:pt x="554" y="563"/>
                  <a:pt x="556" y="561"/>
                </a:cubicBezTo>
                <a:cubicBezTo>
                  <a:pt x="548" y="561"/>
                  <a:pt x="541" y="562"/>
                  <a:pt x="533" y="563"/>
                </a:cubicBezTo>
                <a:cubicBezTo>
                  <a:pt x="533" y="566"/>
                  <a:pt x="530" y="568"/>
                  <a:pt x="524" y="566"/>
                </a:cubicBezTo>
                <a:cubicBezTo>
                  <a:pt x="524" y="566"/>
                  <a:pt x="524" y="565"/>
                  <a:pt x="523" y="565"/>
                </a:cubicBezTo>
                <a:cubicBezTo>
                  <a:pt x="520" y="565"/>
                  <a:pt x="517" y="566"/>
                  <a:pt x="515" y="566"/>
                </a:cubicBezTo>
                <a:cubicBezTo>
                  <a:pt x="516" y="567"/>
                  <a:pt x="517" y="568"/>
                  <a:pt x="519" y="568"/>
                </a:cubicBezTo>
                <a:cubicBezTo>
                  <a:pt x="519" y="570"/>
                  <a:pt x="518" y="570"/>
                  <a:pt x="516" y="570"/>
                </a:cubicBezTo>
                <a:close/>
                <a:moveTo>
                  <a:pt x="509" y="571"/>
                </a:moveTo>
                <a:cubicBezTo>
                  <a:pt x="511" y="572"/>
                  <a:pt x="512" y="570"/>
                  <a:pt x="513" y="569"/>
                </a:cubicBezTo>
                <a:cubicBezTo>
                  <a:pt x="513" y="568"/>
                  <a:pt x="513" y="568"/>
                  <a:pt x="513" y="567"/>
                </a:cubicBezTo>
                <a:cubicBezTo>
                  <a:pt x="512" y="567"/>
                  <a:pt x="510" y="567"/>
                  <a:pt x="509" y="568"/>
                </a:cubicBezTo>
                <a:cubicBezTo>
                  <a:pt x="509" y="569"/>
                  <a:pt x="509" y="570"/>
                  <a:pt x="509" y="571"/>
                </a:cubicBezTo>
                <a:close/>
                <a:moveTo>
                  <a:pt x="657" y="560"/>
                </a:moveTo>
                <a:cubicBezTo>
                  <a:pt x="652" y="558"/>
                  <a:pt x="647" y="557"/>
                  <a:pt x="641" y="556"/>
                </a:cubicBezTo>
                <a:cubicBezTo>
                  <a:pt x="637" y="555"/>
                  <a:pt x="636" y="561"/>
                  <a:pt x="640" y="562"/>
                </a:cubicBezTo>
                <a:cubicBezTo>
                  <a:pt x="643" y="563"/>
                  <a:pt x="645" y="564"/>
                  <a:pt x="648" y="565"/>
                </a:cubicBezTo>
                <a:cubicBezTo>
                  <a:pt x="648" y="564"/>
                  <a:pt x="648" y="564"/>
                  <a:pt x="648" y="564"/>
                </a:cubicBezTo>
                <a:cubicBezTo>
                  <a:pt x="651" y="564"/>
                  <a:pt x="653" y="564"/>
                  <a:pt x="655" y="565"/>
                </a:cubicBezTo>
                <a:cubicBezTo>
                  <a:pt x="655" y="566"/>
                  <a:pt x="655" y="566"/>
                  <a:pt x="655" y="566"/>
                </a:cubicBezTo>
                <a:cubicBezTo>
                  <a:pt x="656" y="567"/>
                  <a:pt x="658" y="567"/>
                  <a:pt x="660" y="568"/>
                </a:cubicBezTo>
                <a:cubicBezTo>
                  <a:pt x="662" y="566"/>
                  <a:pt x="663" y="565"/>
                  <a:pt x="665" y="564"/>
                </a:cubicBezTo>
                <a:cubicBezTo>
                  <a:pt x="665" y="564"/>
                  <a:pt x="665" y="563"/>
                  <a:pt x="665" y="562"/>
                </a:cubicBezTo>
                <a:cubicBezTo>
                  <a:pt x="664" y="562"/>
                  <a:pt x="664" y="562"/>
                  <a:pt x="663" y="562"/>
                </a:cubicBezTo>
                <a:cubicBezTo>
                  <a:pt x="663" y="563"/>
                  <a:pt x="662" y="565"/>
                  <a:pt x="660" y="564"/>
                </a:cubicBezTo>
                <a:cubicBezTo>
                  <a:pt x="661" y="562"/>
                  <a:pt x="658" y="561"/>
                  <a:pt x="657" y="560"/>
                </a:cubicBezTo>
                <a:close/>
                <a:moveTo>
                  <a:pt x="652" y="562"/>
                </a:moveTo>
                <a:cubicBezTo>
                  <a:pt x="648" y="561"/>
                  <a:pt x="646" y="560"/>
                  <a:pt x="642" y="559"/>
                </a:cubicBezTo>
                <a:cubicBezTo>
                  <a:pt x="642" y="559"/>
                  <a:pt x="642" y="559"/>
                  <a:pt x="642" y="559"/>
                </a:cubicBezTo>
                <a:cubicBezTo>
                  <a:pt x="650" y="559"/>
                  <a:pt x="650" y="559"/>
                  <a:pt x="650" y="559"/>
                </a:cubicBezTo>
                <a:cubicBezTo>
                  <a:pt x="650" y="560"/>
                  <a:pt x="651" y="561"/>
                  <a:pt x="652" y="562"/>
                </a:cubicBezTo>
                <a:close/>
                <a:moveTo>
                  <a:pt x="495" y="563"/>
                </a:moveTo>
                <a:cubicBezTo>
                  <a:pt x="495" y="563"/>
                  <a:pt x="495" y="563"/>
                  <a:pt x="495" y="562"/>
                </a:cubicBezTo>
                <a:cubicBezTo>
                  <a:pt x="495" y="562"/>
                  <a:pt x="495" y="562"/>
                  <a:pt x="494" y="562"/>
                </a:cubicBezTo>
                <a:cubicBezTo>
                  <a:pt x="494" y="562"/>
                  <a:pt x="494" y="563"/>
                  <a:pt x="495" y="563"/>
                </a:cubicBezTo>
                <a:close/>
                <a:moveTo>
                  <a:pt x="506" y="1061"/>
                </a:moveTo>
                <a:cubicBezTo>
                  <a:pt x="508" y="1061"/>
                  <a:pt x="509" y="1061"/>
                  <a:pt x="510" y="1061"/>
                </a:cubicBezTo>
                <a:cubicBezTo>
                  <a:pt x="510" y="1061"/>
                  <a:pt x="510" y="1060"/>
                  <a:pt x="510" y="1060"/>
                </a:cubicBezTo>
                <a:cubicBezTo>
                  <a:pt x="511" y="1060"/>
                  <a:pt x="512" y="1060"/>
                  <a:pt x="513" y="1060"/>
                </a:cubicBezTo>
                <a:cubicBezTo>
                  <a:pt x="513" y="1060"/>
                  <a:pt x="513" y="1060"/>
                  <a:pt x="513" y="1059"/>
                </a:cubicBezTo>
                <a:cubicBezTo>
                  <a:pt x="514" y="1059"/>
                  <a:pt x="514" y="1059"/>
                  <a:pt x="514" y="1059"/>
                </a:cubicBezTo>
                <a:cubicBezTo>
                  <a:pt x="505" y="1051"/>
                  <a:pt x="495" y="1042"/>
                  <a:pt x="487" y="1033"/>
                </a:cubicBezTo>
                <a:cubicBezTo>
                  <a:pt x="486" y="1033"/>
                  <a:pt x="486" y="1033"/>
                  <a:pt x="486" y="1033"/>
                </a:cubicBezTo>
                <a:cubicBezTo>
                  <a:pt x="484" y="1033"/>
                  <a:pt x="483" y="1033"/>
                  <a:pt x="482" y="1032"/>
                </a:cubicBezTo>
                <a:cubicBezTo>
                  <a:pt x="482" y="1032"/>
                  <a:pt x="482" y="1032"/>
                  <a:pt x="482" y="1032"/>
                </a:cubicBezTo>
                <a:cubicBezTo>
                  <a:pt x="482" y="1032"/>
                  <a:pt x="482" y="1033"/>
                  <a:pt x="482" y="1034"/>
                </a:cubicBezTo>
                <a:cubicBezTo>
                  <a:pt x="481" y="1034"/>
                  <a:pt x="480" y="1034"/>
                  <a:pt x="479" y="1035"/>
                </a:cubicBezTo>
                <a:cubicBezTo>
                  <a:pt x="487" y="1044"/>
                  <a:pt x="496" y="1053"/>
                  <a:pt x="506" y="1061"/>
                </a:cubicBezTo>
                <a:cubicBezTo>
                  <a:pt x="506" y="1061"/>
                  <a:pt x="506" y="1061"/>
                  <a:pt x="506" y="1061"/>
                </a:cubicBezTo>
                <a:close/>
                <a:moveTo>
                  <a:pt x="233" y="396"/>
                </a:moveTo>
                <a:cubicBezTo>
                  <a:pt x="234" y="395"/>
                  <a:pt x="235" y="395"/>
                  <a:pt x="236" y="394"/>
                </a:cubicBezTo>
                <a:cubicBezTo>
                  <a:pt x="234" y="393"/>
                  <a:pt x="233" y="391"/>
                  <a:pt x="231" y="392"/>
                </a:cubicBezTo>
                <a:cubicBezTo>
                  <a:pt x="229" y="395"/>
                  <a:pt x="233" y="394"/>
                  <a:pt x="233" y="396"/>
                </a:cubicBezTo>
                <a:cubicBezTo>
                  <a:pt x="233" y="396"/>
                  <a:pt x="233" y="396"/>
                  <a:pt x="233" y="396"/>
                </a:cubicBezTo>
                <a:close/>
                <a:moveTo>
                  <a:pt x="252" y="464"/>
                </a:moveTo>
                <a:cubicBezTo>
                  <a:pt x="253" y="466"/>
                  <a:pt x="254" y="468"/>
                  <a:pt x="257" y="467"/>
                </a:cubicBezTo>
                <a:cubicBezTo>
                  <a:pt x="259" y="464"/>
                  <a:pt x="254" y="463"/>
                  <a:pt x="252" y="464"/>
                </a:cubicBezTo>
                <a:close/>
                <a:moveTo>
                  <a:pt x="523" y="1070"/>
                </a:moveTo>
                <a:cubicBezTo>
                  <a:pt x="523" y="1070"/>
                  <a:pt x="523" y="1070"/>
                  <a:pt x="523" y="1070"/>
                </a:cubicBezTo>
                <a:cubicBezTo>
                  <a:pt x="524" y="1070"/>
                  <a:pt x="525" y="1069"/>
                  <a:pt x="526" y="1068"/>
                </a:cubicBezTo>
                <a:cubicBezTo>
                  <a:pt x="525" y="1067"/>
                  <a:pt x="523" y="1066"/>
                  <a:pt x="521" y="1064"/>
                </a:cubicBezTo>
                <a:cubicBezTo>
                  <a:pt x="521" y="1066"/>
                  <a:pt x="522" y="1068"/>
                  <a:pt x="523" y="1070"/>
                </a:cubicBezTo>
                <a:close/>
                <a:moveTo>
                  <a:pt x="270" y="508"/>
                </a:moveTo>
                <a:cubicBezTo>
                  <a:pt x="271" y="507"/>
                  <a:pt x="272" y="507"/>
                  <a:pt x="273" y="508"/>
                </a:cubicBezTo>
                <a:cubicBezTo>
                  <a:pt x="274" y="507"/>
                  <a:pt x="275" y="506"/>
                  <a:pt x="276" y="505"/>
                </a:cubicBezTo>
                <a:cubicBezTo>
                  <a:pt x="274" y="505"/>
                  <a:pt x="272" y="506"/>
                  <a:pt x="270" y="508"/>
                </a:cubicBezTo>
                <a:close/>
                <a:moveTo>
                  <a:pt x="387" y="739"/>
                </a:moveTo>
                <a:cubicBezTo>
                  <a:pt x="391" y="739"/>
                  <a:pt x="391" y="739"/>
                  <a:pt x="391" y="739"/>
                </a:cubicBezTo>
                <a:cubicBezTo>
                  <a:pt x="393" y="734"/>
                  <a:pt x="396" y="728"/>
                  <a:pt x="398" y="722"/>
                </a:cubicBezTo>
                <a:cubicBezTo>
                  <a:pt x="391" y="722"/>
                  <a:pt x="391" y="722"/>
                  <a:pt x="391" y="722"/>
                </a:cubicBezTo>
                <a:cubicBezTo>
                  <a:pt x="388" y="729"/>
                  <a:pt x="385" y="735"/>
                  <a:pt x="383" y="742"/>
                </a:cubicBezTo>
                <a:cubicBezTo>
                  <a:pt x="384" y="742"/>
                  <a:pt x="384" y="742"/>
                  <a:pt x="385" y="742"/>
                </a:cubicBezTo>
                <a:cubicBezTo>
                  <a:pt x="385" y="740"/>
                  <a:pt x="386" y="740"/>
                  <a:pt x="387" y="739"/>
                </a:cubicBezTo>
                <a:close/>
                <a:moveTo>
                  <a:pt x="474" y="596"/>
                </a:moveTo>
                <a:cubicBezTo>
                  <a:pt x="485" y="596"/>
                  <a:pt x="485" y="596"/>
                  <a:pt x="485" y="596"/>
                </a:cubicBezTo>
                <a:cubicBezTo>
                  <a:pt x="485" y="596"/>
                  <a:pt x="485" y="596"/>
                  <a:pt x="484" y="597"/>
                </a:cubicBezTo>
                <a:cubicBezTo>
                  <a:pt x="484" y="597"/>
                  <a:pt x="483" y="597"/>
                  <a:pt x="483" y="597"/>
                </a:cubicBezTo>
                <a:cubicBezTo>
                  <a:pt x="482" y="598"/>
                  <a:pt x="481" y="599"/>
                  <a:pt x="481" y="600"/>
                </a:cubicBezTo>
                <a:cubicBezTo>
                  <a:pt x="481" y="599"/>
                  <a:pt x="482" y="599"/>
                  <a:pt x="483" y="600"/>
                </a:cubicBezTo>
                <a:cubicBezTo>
                  <a:pt x="499" y="591"/>
                  <a:pt x="516" y="584"/>
                  <a:pt x="534" y="579"/>
                </a:cubicBezTo>
                <a:cubicBezTo>
                  <a:pt x="536" y="579"/>
                  <a:pt x="538" y="579"/>
                  <a:pt x="539" y="578"/>
                </a:cubicBezTo>
                <a:cubicBezTo>
                  <a:pt x="538" y="578"/>
                  <a:pt x="538" y="578"/>
                  <a:pt x="538" y="578"/>
                </a:cubicBezTo>
                <a:cubicBezTo>
                  <a:pt x="538" y="578"/>
                  <a:pt x="537" y="578"/>
                  <a:pt x="537" y="578"/>
                </a:cubicBezTo>
                <a:cubicBezTo>
                  <a:pt x="538" y="575"/>
                  <a:pt x="542" y="574"/>
                  <a:pt x="543" y="577"/>
                </a:cubicBezTo>
                <a:cubicBezTo>
                  <a:pt x="543" y="577"/>
                  <a:pt x="543" y="577"/>
                  <a:pt x="543" y="577"/>
                </a:cubicBezTo>
                <a:cubicBezTo>
                  <a:pt x="548" y="576"/>
                  <a:pt x="553" y="575"/>
                  <a:pt x="558" y="575"/>
                </a:cubicBezTo>
                <a:cubicBezTo>
                  <a:pt x="557" y="574"/>
                  <a:pt x="558" y="572"/>
                  <a:pt x="558" y="571"/>
                </a:cubicBezTo>
                <a:cubicBezTo>
                  <a:pt x="557" y="570"/>
                  <a:pt x="557" y="569"/>
                  <a:pt x="556" y="568"/>
                </a:cubicBezTo>
                <a:cubicBezTo>
                  <a:pt x="551" y="569"/>
                  <a:pt x="546" y="570"/>
                  <a:pt x="541" y="571"/>
                </a:cubicBezTo>
                <a:cubicBezTo>
                  <a:pt x="541" y="572"/>
                  <a:pt x="540" y="573"/>
                  <a:pt x="540" y="574"/>
                </a:cubicBezTo>
                <a:cubicBezTo>
                  <a:pt x="539" y="574"/>
                  <a:pt x="538" y="574"/>
                  <a:pt x="536" y="574"/>
                </a:cubicBezTo>
                <a:cubicBezTo>
                  <a:pt x="536" y="573"/>
                  <a:pt x="536" y="573"/>
                  <a:pt x="536" y="572"/>
                </a:cubicBezTo>
                <a:cubicBezTo>
                  <a:pt x="530" y="573"/>
                  <a:pt x="524" y="575"/>
                  <a:pt x="518" y="577"/>
                </a:cubicBezTo>
                <a:cubicBezTo>
                  <a:pt x="525" y="579"/>
                  <a:pt x="530" y="572"/>
                  <a:pt x="531" y="576"/>
                </a:cubicBezTo>
                <a:cubicBezTo>
                  <a:pt x="533" y="576"/>
                  <a:pt x="535" y="576"/>
                  <a:pt x="536" y="577"/>
                </a:cubicBezTo>
                <a:cubicBezTo>
                  <a:pt x="536" y="577"/>
                  <a:pt x="536" y="578"/>
                  <a:pt x="535" y="578"/>
                </a:cubicBezTo>
                <a:cubicBezTo>
                  <a:pt x="528" y="578"/>
                  <a:pt x="528" y="578"/>
                  <a:pt x="528" y="578"/>
                </a:cubicBezTo>
                <a:cubicBezTo>
                  <a:pt x="527" y="578"/>
                  <a:pt x="526" y="577"/>
                  <a:pt x="526" y="578"/>
                </a:cubicBezTo>
                <a:cubicBezTo>
                  <a:pt x="526" y="578"/>
                  <a:pt x="526" y="578"/>
                  <a:pt x="527" y="578"/>
                </a:cubicBezTo>
                <a:cubicBezTo>
                  <a:pt x="518" y="578"/>
                  <a:pt x="518" y="578"/>
                  <a:pt x="518" y="578"/>
                </a:cubicBezTo>
                <a:cubicBezTo>
                  <a:pt x="517" y="578"/>
                  <a:pt x="517" y="578"/>
                  <a:pt x="517" y="578"/>
                </a:cubicBezTo>
                <a:cubicBezTo>
                  <a:pt x="517" y="578"/>
                  <a:pt x="517" y="578"/>
                  <a:pt x="516" y="578"/>
                </a:cubicBezTo>
                <a:cubicBezTo>
                  <a:pt x="514" y="578"/>
                  <a:pt x="514" y="578"/>
                  <a:pt x="514" y="578"/>
                </a:cubicBezTo>
                <a:cubicBezTo>
                  <a:pt x="507" y="581"/>
                  <a:pt x="501" y="583"/>
                  <a:pt x="494" y="586"/>
                </a:cubicBezTo>
                <a:cubicBezTo>
                  <a:pt x="487" y="589"/>
                  <a:pt x="481" y="592"/>
                  <a:pt x="474" y="596"/>
                </a:cubicBezTo>
                <a:close/>
                <a:moveTo>
                  <a:pt x="82" y="536"/>
                </a:moveTo>
                <a:cubicBezTo>
                  <a:pt x="82" y="538"/>
                  <a:pt x="80" y="538"/>
                  <a:pt x="80" y="540"/>
                </a:cubicBezTo>
                <a:cubicBezTo>
                  <a:pt x="79" y="540"/>
                  <a:pt x="78" y="540"/>
                  <a:pt x="76" y="540"/>
                </a:cubicBezTo>
                <a:cubicBezTo>
                  <a:pt x="71" y="547"/>
                  <a:pt x="66" y="554"/>
                  <a:pt x="61" y="561"/>
                </a:cubicBezTo>
                <a:cubicBezTo>
                  <a:pt x="60" y="562"/>
                  <a:pt x="60" y="563"/>
                  <a:pt x="59" y="564"/>
                </a:cubicBezTo>
                <a:cubicBezTo>
                  <a:pt x="66" y="564"/>
                  <a:pt x="66" y="564"/>
                  <a:pt x="66" y="564"/>
                </a:cubicBezTo>
                <a:cubicBezTo>
                  <a:pt x="66" y="565"/>
                  <a:pt x="66" y="565"/>
                  <a:pt x="66" y="566"/>
                </a:cubicBezTo>
                <a:cubicBezTo>
                  <a:pt x="70" y="559"/>
                  <a:pt x="75" y="553"/>
                  <a:pt x="80" y="546"/>
                </a:cubicBezTo>
                <a:cubicBezTo>
                  <a:pt x="81" y="545"/>
                  <a:pt x="81" y="544"/>
                  <a:pt x="82" y="543"/>
                </a:cubicBezTo>
                <a:cubicBezTo>
                  <a:pt x="82" y="542"/>
                  <a:pt x="81" y="541"/>
                  <a:pt x="82" y="540"/>
                </a:cubicBezTo>
                <a:cubicBezTo>
                  <a:pt x="83" y="540"/>
                  <a:pt x="83" y="541"/>
                  <a:pt x="84" y="541"/>
                </a:cubicBezTo>
                <a:cubicBezTo>
                  <a:pt x="83" y="540"/>
                  <a:pt x="83" y="539"/>
                  <a:pt x="83" y="537"/>
                </a:cubicBezTo>
                <a:cubicBezTo>
                  <a:pt x="83" y="537"/>
                  <a:pt x="82" y="536"/>
                  <a:pt x="82" y="536"/>
                </a:cubicBezTo>
                <a:close/>
                <a:moveTo>
                  <a:pt x="363" y="532"/>
                </a:moveTo>
                <a:cubicBezTo>
                  <a:pt x="366" y="533"/>
                  <a:pt x="367" y="535"/>
                  <a:pt x="367" y="538"/>
                </a:cubicBezTo>
                <a:cubicBezTo>
                  <a:pt x="369" y="536"/>
                  <a:pt x="371" y="535"/>
                  <a:pt x="374" y="533"/>
                </a:cubicBezTo>
                <a:cubicBezTo>
                  <a:pt x="373" y="533"/>
                  <a:pt x="373" y="533"/>
                  <a:pt x="372" y="533"/>
                </a:cubicBezTo>
                <a:cubicBezTo>
                  <a:pt x="372" y="531"/>
                  <a:pt x="373" y="530"/>
                  <a:pt x="376" y="530"/>
                </a:cubicBezTo>
                <a:cubicBezTo>
                  <a:pt x="374" y="529"/>
                  <a:pt x="373" y="528"/>
                  <a:pt x="371" y="527"/>
                </a:cubicBezTo>
                <a:cubicBezTo>
                  <a:pt x="368" y="529"/>
                  <a:pt x="366" y="531"/>
                  <a:pt x="363" y="532"/>
                </a:cubicBezTo>
                <a:close/>
                <a:moveTo>
                  <a:pt x="716" y="648"/>
                </a:moveTo>
                <a:cubicBezTo>
                  <a:pt x="713" y="648"/>
                  <a:pt x="713" y="648"/>
                  <a:pt x="713" y="648"/>
                </a:cubicBezTo>
                <a:cubicBezTo>
                  <a:pt x="713" y="648"/>
                  <a:pt x="713" y="648"/>
                  <a:pt x="714" y="647"/>
                </a:cubicBezTo>
                <a:cubicBezTo>
                  <a:pt x="713" y="647"/>
                  <a:pt x="712" y="647"/>
                  <a:pt x="710" y="647"/>
                </a:cubicBezTo>
                <a:cubicBezTo>
                  <a:pt x="710" y="647"/>
                  <a:pt x="710" y="648"/>
                  <a:pt x="710" y="648"/>
                </a:cubicBezTo>
                <a:cubicBezTo>
                  <a:pt x="698" y="648"/>
                  <a:pt x="698" y="648"/>
                  <a:pt x="698" y="648"/>
                </a:cubicBezTo>
                <a:cubicBezTo>
                  <a:pt x="698" y="648"/>
                  <a:pt x="698" y="648"/>
                  <a:pt x="699" y="648"/>
                </a:cubicBezTo>
                <a:cubicBezTo>
                  <a:pt x="698" y="648"/>
                  <a:pt x="698" y="647"/>
                  <a:pt x="698" y="647"/>
                </a:cubicBezTo>
                <a:cubicBezTo>
                  <a:pt x="698" y="647"/>
                  <a:pt x="697" y="648"/>
                  <a:pt x="697" y="648"/>
                </a:cubicBezTo>
                <a:cubicBezTo>
                  <a:pt x="689" y="648"/>
                  <a:pt x="689" y="648"/>
                  <a:pt x="689" y="648"/>
                </a:cubicBezTo>
                <a:cubicBezTo>
                  <a:pt x="689" y="648"/>
                  <a:pt x="689" y="648"/>
                  <a:pt x="689" y="648"/>
                </a:cubicBezTo>
                <a:cubicBezTo>
                  <a:pt x="690" y="648"/>
                  <a:pt x="690" y="648"/>
                  <a:pt x="690" y="648"/>
                </a:cubicBezTo>
                <a:cubicBezTo>
                  <a:pt x="688" y="646"/>
                  <a:pt x="687" y="644"/>
                  <a:pt x="692" y="643"/>
                </a:cubicBezTo>
                <a:cubicBezTo>
                  <a:pt x="692" y="646"/>
                  <a:pt x="691" y="648"/>
                  <a:pt x="694" y="648"/>
                </a:cubicBezTo>
                <a:cubicBezTo>
                  <a:pt x="694" y="646"/>
                  <a:pt x="697" y="646"/>
                  <a:pt x="697" y="644"/>
                </a:cubicBezTo>
                <a:cubicBezTo>
                  <a:pt x="693" y="643"/>
                  <a:pt x="689" y="642"/>
                  <a:pt x="685" y="642"/>
                </a:cubicBezTo>
                <a:cubicBezTo>
                  <a:pt x="683" y="643"/>
                  <a:pt x="683" y="645"/>
                  <a:pt x="683" y="647"/>
                </a:cubicBezTo>
                <a:cubicBezTo>
                  <a:pt x="683" y="647"/>
                  <a:pt x="684" y="648"/>
                  <a:pt x="684" y="648"/>
                </a:cubicBezTo>
                <a:cubicBezTo>
                  <a:pt x="684" y="648"/>
                  <a:pt x="684" y="648"/>
                  <a:pt x="684" y="648"/>
                </a:cubicBezTo>
                <a:cubicBezTo>
                  <a:pt x="708" y="652"/>
                  <a:pt x="732" y="658"/>
                  <a:pt x="754" y="667"/>
                </a:cubicBezTo>
                <a:cubicBezTo>
                  <a:pt x="754" y="667"/>
                  <a:pt x="754" y="666"/>
                  <a:pt x="754" y="666"/>
                </a:cubicBezTo>
                <a:cubicBezTo>
                  <a:pt x="754" y="666"/>
                  <a:pt x="754" y="665"/>
                  <a:pt x="754" y="665"/>
                </a:cubicBezTo>
                <a:cubicBezTo>
                  <a:pt x="766" y="665"/>
                  <a:pt x="766" y="665"/>
                  <a:pt x="766" y="665"/>
                </a:cubicBezTo>
                <a:cubicBezTo>
                  <a:pt x="750" y="658"/>
                  <a:pt x="733" y="652"/>
                  <a:pt x="716" y="648"/>
                </a:cubicBezTo>
                <a:close/>
                <a:moveTo>
                  <a:pt x="868" y="708"/>
                </a:moveTo>
                <a:cubicBezTo>
                  <a:pt x="860" y="705"/>
                  <a:pt x="853" y="703"/>
                  <a:pt x="845" y="700"/>
                </a:cubicBezTo>
                <a:cubicBezTo>
                  <a:pt x="845" y="701"/>
                  <a:pt x="845" y="702"/>
                  <a:pt x="845" y="702"/>
                </a:cubicBezTo>
                <a:cubicBezTo>
                  <a:pt x="844" y="702"/>
                  <a:pt x="843" y="702"/>
                  <a:pt x="843" y="702"/>
                </a:cubicBezTo>
                <a:cubicBezTo>
                  <a:pt x="841" y="703"/>
                  <a:pt x="840" y="704"/>
                  <a:pt x="838" y="705"/>
                </a:cubicBezTo>
                <a:cubicBezTo>
                  <a:pt x="840" y="705"/>
                  <a:pt x="841" y="706"/>
                  <a:pt x="842" y="706"/>
                </a:cubicBezTo>
                <a:cubicBezTo>
                  <a:pt x="842" y="706"/>
                  <a:pt x="842" y="705"/>
                  <a:pt x="842" y="704"/>
                </a:cubicBezTo>
                <a:cubicBezTo>
                  <a:pt x="846" y="704"/>
                  <a:pt x="846" y="706"/>
                  <a:pt x="847" y="708"/>
                </a:cubicBezTo>
                <a:cubicBezTo>
                  <a:pt x="852" y="710"/>
                  <a:pt x="858" y="711"/>
                  <a:pt x="863" y="713"/>
                </a:cubicBezTo>
                <a:cubicBezTo>
                  <a:pt x="863" y="713"/>
                  <a:pt x="863" y="713"/>
                  <a:pt x="863" y="713"/>
                </a:cubicBezTo>
                <a:cubicBezTo>
                  <a:pt x="862" y="712"/>
                  <a:pt x="861" y="712"/>
                  <a:pt x="861" y="709"/>
                </a:cubicBezTo>
                <a:cubicBezTo>
                  <a:pt x="862" y="707"/>
                  <a:pt x="865" y="707"/>
                  <a:pt x="868" y="708"/>
                </a:cubicBezTo>
                <a:close/>
                <a:moveTo>
                  <a:pt x="875" y="710"/>
                </a:moveTo>
                <a:cubicBezTo>
                  <a:pt x="874" y="710"/>
                  <a:pt x="872" y="709"/>
                  <a:pt x="870" y="709"/>
                </a:cubicBezTo>
                <a:cubicBezTo>
                  <a:pt x="871" y="710"/>
                  <a:pt x="871" y="711"/>
                  <a:pt x="871" y="713"/>
                </a:cubicBezTo>
                <a:cubicBezTo>
                  <a:pt x="872" y="712"/>
                  <a:pt x="873" y="711"/>
                  <a:pt x="875" y="710"/>
                </a:cubicBezTo>
                <a:close/>
                <a:moveTo>
                  <a:pt x="1047" y="1002"/>
                </a:moveTo>
                <a:cubicBezTo>
                  <a:pt x="1039" y="1002"/>
                  <a:pt x="1039" y="1002"/>
                  <a:pt x="1039" y="1002"/>
                </a:cubicBezTo>
                <a:cubicBezTo>
                  <a:pt x="1039" y="1001"/>
                  <a:pt x="1039" y="1000"/>
                  <a:pt x="1039" y="1000"/>
                </a:cubicBezTo>
                <a:cubicBezTo>
                  <a:pt x="1033" y="1004"/>
                  <a:pt x="1026" y="1008"/>
                  <a:pt x="1020" y="1012"/>
                </a:cubicBezTo>
                <a:cubicBezTo>
                  <a:pt x="1016" y="1014"/>
                  <a:pt x="1013" y="1017"/>
                  <a:pt x="1009" y="1019"/>
                </a:cubicBezTo>
                <a:cubicBezTo>
                  <a:pt x="1022" y="1019"/>
                  <a:pt x="1022" y="1019"/>
                  <a:pt x="1022" y="1019"/>
                </a:cubicBezTo>
                <a:cubicBezTo>
                  <a:pt x="1031" y="1013"/>
                  <a:pt x="1041" y="1007"/>
                  <a:pt x="1051" y="1000"/>
                </a:cubicBezTo>
                <a:cubicBezTo>
                  <a:pt x="1051" y="998"/>
                  <a:pt x="1050" y="995"/>
                  <a:pt x="1049" y="993"/>
                </a:cubicBezTo>
                <a:cubicBezTo>
                  <a:pt x="1047" y="994"/>
                  <a:pt x="1045" y="996"/>
                  <a:pt x="1042" y="997"/>
                </a:cubicBezTo>
                <a:cubicBezTo>
                  <a:pt x="1046" y="997"/>
                  <a:pt x="1047" y="999"/>
                  <a:pt x="1047" y="1002"/>
                </a:cubicBezTo>
                <a:close/>
                <a:moveTo>
                  <a:pt x="286" y="574"/>
                </a:moveTo>
                <a:cubicBezTo>
                  <a:pt x="284" y="573"/>
                  <a:pt x="283" y="572"/>
                  <a:pt x="282" y="571"/>
                </a:cubicBezTo>
                <a:cubicBezTo>
                  <a:pt x="281" y="570"/>
                  <a:pt x="281" y="570"/>
                  <a:pt x="281" y="570"/>
                </a:cubicBezTo>
                <a:cubicBezTo>
                  <a:pt x="279" y="572"/>
                  <a:pt x="278" y="574"/>
                  <a:pt x="276" y="575"/>
                </a:cubicBezTo>
                <a:cubicBezTo>
                  <a:pt x="276" y="576"/>
                  <a:pt x="276" y="577"/>
                  <a:pt x="275" y="578"/>
                </a:cubicBezTo>
                <a:cubicBezTo>
                  <a:pt x="275" y="578"/>
                  <a:pt x="275" y="578"/>
                  <a:pt x="274" y="578"/>
                </a:cubicBezTo>
                <a:cubicBezTo>
                  <a:pt x="269" y="584"/>
                  <a:pt x="263" y="591"/>
                  <a:pt x="258" y="598"/>
                </a:cubicBezTo>
                <a:cubicBezTo>
                  <a:pt x="264" y="598"/>
                  <a:pt x="264" y="598"/>
                  <a:pt x="264" y="598"/>
                </a:cubicBezTo>
                <a:cubicBezTo>
                  <a:pt x="264" y="599"/>
                  <a:pt x="264" y="600"/>
                  <a:pt x="264" y="601"/>
                </a:cubicBezTo>
                <a:cubicBezTo>
                  <a:pt x="271" y="592"/>
                  <a:pt x="278" y="583"/>
                  <a:pt x="286" y="574"/>
                </a:cubicBezTo>
                <a:close/>
                <a:moveTo>
                  <a:pt x="819" y="709"/>
                </a:moveTo>
                <a:cubicBezTo>
                  <a:pt x="817" y="709"/>
                  <a:pt x="814" y="711"/>
                  <a:pt x="812" y="713"/>
                </a:cubicBezTo>
                <a:cubicBezTo>
                  <a:pt x="814" y="714"/>
                  <a:pt x="816" y="714"/>
                  <a:pt x="819" y="715"/>
                </a:cubicBezTo>
                <a:cubicBezTo>
                  <a:pt x="818" y="715"/>
                  <a:pt x="817" y="714"/>
                  <a:pt x="816" y="713"/>
                </a:cubicBezTo>
                <a:cubicBezTo>
                  <a:pt x="818" y="712"/>
                  <a:pt x="819" y="712"/>
                  <a:pt x="819" y="709"/>
                </a:cubicBezTo>
                <a:close/>
                <a:moveTo>
                  <a:pt x="160" y="528"/>
                </a:moveTo>
                <a:cubicBezTo>
                  <a:pt x="160" y="528"/>
                  <a:pt x="160" y="528"/>
                  <a:pt x="160" y="529"/>
                </a:cubicBezTo>
                <a:cubicBezTo>
                  <a:pt x="160" y="528"/>
                  <a:pt x="160" y="528"/>
                  <a:pt x="160" y="528"/>
                </a:cubicBezTo>
                <a:cubicBezTo>
                  <a:pt x="164" y="527"/>
                  <a:pt x="164" y="527"/>
                  <a:pt x="164" y="527"/>
                </a:cubicBezTo>
                <a:cubicBezTo>
                  <a:pt x="169" y="521"/>
                  <a:pt x="175" y="514"/>
                  <a:pt x="180" y="508"/>
                </a:cubicBezTo>
                <a:cubicBezTo>
                  <a:pt x="178" y="508"/>
                  <a:pt x="178" y="507"/>
                  <a:pt x="176" y="507"/>
                </a:cubicBezTo>
                <a:cubicBezTo>
                  <a:pt x="177" y="505"/>
                  <a:pt x="175" y="501"/>
                  <a:pt x="177" y="501"/>
                </a:cubicBezTo>
                <a:cubicBezTo>
                  <a:pt x="178" y="503"/>
                  <a:pt x="182" y="505"/>
                  <a:pt x="181" y="507"/>
                </a:cubicBezTo>
                <a:cubicBezTo>
                  <a:pt x="183" y="505"/>
                  <a:pt x="185" y="503"/>
                  <a:pt x="187" y="501"/>
                </a:cubicBezTo>
                <a:cubicBezTo>
                  <a:pt x="186" y="500"/>
                  <a:pt x="186" y="500"/>
                  <a:pt x="186" y="498"/>
                </a:cubicBezTo>
                <a:cubicBezTo>
                  <a:pt x="184" y="499"/>
                  <a:pt x="181" y="500"/>
                  <a:pt x="179" y="499"/>
                </a:cubicBezTo>
                <a:cubicBezTo>
                  <a:pt x="177" y="501"/>
                  <a:pt x="174" y="504"/>
                  <a:pt x="172" y="506"/>
                </a:cubicBezTo>
                <a:cubicBezTo>
                  <a:pt x="173" y="507"/>
                  <a:pt x="174" y="509"/>
                  <a:pt x="175" y="510"/>
                </a:cubicBezTo>
                <a:cubicBezTo>
                  <a:pt x="169" y="510"/>
                  <a:pt x="169" y="510"/>
                  <a:pt x="169" y="510"/>
                </a:cubicBezTo>
                <a:cubicBezTo>
                  <a:pt x="164" y="516"/>
                  <a:pt x="160" y="522"/>
                  <a:pt x="155" y="528"/>
                </a:cubicBezTo>
                <a:lnTo>
                  <a:pt x="160" y="528"/>
                </a:lnTo>
                <a:close/>
                <a:moveTo>
                  <a:pt x="744" y="536"/>
                </a:moveTo>
                <a:cubicBezTo>
                  <a:pt x="744" y="537"/>
                  <a:pt x="743" y="539"/>
                  <a:pt x="741" y="541"/>
                </a:cubicBezTo>
                <a:cubicBezTo>
                  <a:pt x="737" y="541"/>
                  <a:pt x="737" y="541"/>
                  <a:pt x="737" y="541"/>
                </a:cubicBezTo>
                <a:cubicBezTo>
                  <a:pt x="757" y="547"/>
                  <a:pt x="776" y="553"/>
                  <a:pt x="795" y="561"/>
                </a:cubicBezTo>
                <a:cubicBezTo>
                  <a:pt x="797" y="561"/>
                  <a:pt x="799" y="562"/>
                  <a:pt x="800" y="563"/>
                </a:cubicBezTo>
                <a:cubicBezTo>
                  <a:pt x="801" y="560"/>
                  <a:pt x="806" y="561"/>
                  <a:pt x="806" y="564"/>
                </a:cubicBezTo>
                <a:cubicBezTo>
                  <a:pt x="806" y="564"/>
                  <a:pt x="805" y="564"/>
                  <a:pt x="805" y="565"/>
                </a:cubicBezTo>
                <a:cubicBezTo>
                  <a:pt x="811" y="567"/>
                  <a:pt x="817" y="570"/>
                  <a:pt x="823" y="572"/>
                </a:cubicBezTo>
                <a:cubicBezTo>
                  <a:pt x="824" y="572"/>
                  <a:pt x="825" y="572"/>
                  <a:pt x="825" y="572"/>
                </a:cubicBezTo>
                <a:cubicBezTo>
                  <a:pt x="825" y="571"/>
                  <a:pt x="822" y="572"/>
                  <a:pt x="821" y="571"/>
                </a:cubicBezTo>
                <a:cubicBezTo>
                  <a:pt x="822" y="568"/>
                  <a:pt x="820" y="567"/>
                  <a:pt x="821" y="566"/>
                </a:cubicBezTo>
                <a:cubicBezTo>
                  <a:pt x="825" y="567"/>
                  <a:pt x="830" y="569"/>
                  <a:pt x="832" y="572"/>
                </a:cubicBezTo>
                <a:cubicBezTo>
                  <a:pt x="832" y="571"/>
                  <a:pt x="833" y="570"/>
                  <a:pt x="833" y="570"/>
                </a:cubicBezTo>
                <a:cubicBezTo>
                  <a:pt x="829" y="568"/>
                  <a:pt x="825" y="566"/>
                  <a:pt x="821" y="564"/>
                </a:cubicBezTo>
                <a:cubicBezTo>
                  <a:pt x="818" y="566"/>
                  <a:pt x="816" y="568"/>
                  <a:pt x="814" y="568"/>
                </a:cubicBezTo>
                <a:cubicBezTo>
                  <a:pt x="814" y="565"/>
                  <a:pt x="816" y="564"/>
                  <a:pt x="817" y="563"/>
                </a:cubicBezTo>
                <a:cubicBezTo>
                  <a:pt x="811" y="560"/>
                  <a:pt x="805" y="557"/>
                  <a:pt x="798" y="555"/>
                </a:cubicBezTo>
                <a:cubicBezTo>
                  <a:pt x="782" y="548"/>
                  <a:pt x="766" y="543"/>
                  <a:pt x="750" y="538"/>
                </a:cubicBezTo>
                <a:cubicBezTo>
                  <a:pt x="750" y="538"/>
                  <a:pt x="750" y="538"/>
                  <a:pt x="750" y="538"/>
                </a:cubicBezTo>
                <a:cubicBezTo>
                  <a:pt x="748" y="538"/>
                  <a:pt x="747" y="538"/>
                  <a:pt x="745" y="538"/>
                </a:cubicBezTo>
                <a:cubicBezTo>
                  <a:pt x="745" y="537"/>
                  <a:pt x="745" y="537"/>
                  <a:pt x="745" y="536"/>
                </a:cubicBezTo>
                <a:cubicBezTo>
                  <a:pt x="745" y="536"/>
                  <a:pt x="744" y="536"/>
                  <a:pt x="744" y="536"/>
                </a:cubicBezTo>
                <a:close/>
                <a:moveTo>
                  <a:pt x="676" y="566"/>
                </a:moveTo>
                <a:cubicBezTo>
                  <a:pt x="675" y="565"/>
                  <a:pt x="674" y="565"/>
                  <a:pt x="673" y="565"/>
                </a:cubicBezTo>
                <a:cubicBezTo>
                  <a:pt x="672" y="565"/>
                  <a:pt x="672" y="566"/>
                  <a:pt x="672" y="566"/>
                </a:cubicBezTo>
                <a:cubicBezTo>
                  <a:pt x="669" y="567"/>
                  <a:pt x="669" y="565"/>
                  <a:pt x="666" y="565"/>
                </a:cubicBezTo>
                <a:cubicBezTo>
                  <a:pt x="667" y="566"/>
                  <a:pt x="667" y="568"/>
                  <a:pt x="666" y="569"/>
                </a:cubicBezTo>
                <a:cubicBezTo>
                  <a:pt x="669" y="569"/>
                  <a:pt x="670" y="570"/>
                  <a:pt x="671" y="571"/>
                </a:cubicBezTo>
                <a:cubicBezTo>
                  <a:pt x="672" y="572"/>
                  <a:pt x="674" y="572"/>
                  <a:pt x="676" y="573"/>
                </a:cubicBezTo>
                <a:cubicBezTo>
                  <a:pt x="675" y="572"/>
                  <a:pt x="675" y="572"/>
                  <a:pt x="676" y="570"/>
                </a:cubicBezTo>
                <a:cubicBezTo>
                  <a:pt x="675" y="569"/>
                  <a:pt x="674" y="567"/>
                  <a:pt x="676" y="566"/>
                </a:cubicBezTo>
                <a:close/>
                <a:moveTo>
                  <a:pt x="1008" y="743"/>
                </a:moveTo>
                <a:cubicBezTo>
                  <a:pt x="1005" y="743"/>
                  <a:pt x="1002" y="743"/>
                  <a:pt x="1000" y="742"/>
                </a:cubicBezTo>
                <a:cubicBezTo>
                  <a:pt x="1001" y="745"/>
                  <a:pt x="1003" y="747"/>
                  <a:pt x="1004" y="750"/>
                </a:cubicBezTo>
                <a:cubicBezTo>
                  <a:pt x="1008" y="750"/>
                  <a:pt x="1012" y="750"/>
                  <a:pt x="1016" y="750"/>
                </a:cubicBezTo>
                <a:cubicBezTo>
                  <a:pt x="1016" y="750"/>
                  <a:pt x="1016" y="749"/>
                  <a:pt x="1016" y="748"/>
                </a:cubicBezTo>
                <a:cubicBezTo>
                  <a:pt x="1018" y="747"/>
                  <a:pt x="1024" y="744"/>
                  <a:pt x="1027" y="745"/>
                </a:cubicBezTo>
                <a:cubicBezTo>
                  <a:pt x="1029" y="744"/>
                  <a:pt x="1028" y="748"/>
                  <a:pt x="1029" y="748"/>
                </a:cubicBezTo>
                <a:cubicBezTo>
                  <a:pt x="1030" y="748"/>
                  <a:pt x="1031" y="747"/>
                  <a:pt x="1032" y="747"/>
                </a:cubicBezTo>
                <a:cubicBezTo>
                  <a:pt x="1035" y="746"/>
                  <a:pt x="1029" y="745"/>
                  <a:pt x="1032" y="743"/>
                </a:cubicBezTo>
                <a:cubicBezTo>
                  <a:pt x="1032" y="743"/>
                  <a:pt x="1032" y="743"/>
                  <a:pt x="1032" y="743"/>
                </a:cubicBezTo>
                <a:cubicBezTo>
                  <a:pt x="1025" y="743"/>
                  <a:pt x="1019" y="743"/>
                  <a:pt x="1012" y="743"/>
                </a:cubicBezTo>
                <a:cubicBezTo>
                  <a:pt x="1013" y="745"/>
                  <a:pt x="1014" y="746"/>
                  <a:pt x="1014" y="748"/>
                </a:cubicBezTo>
                <a:cubicBezTo>
                  <a:pt x="1013" y="750"/>
                  <a:pt x="1008" y="750"/>
                  <a:pt x="1006" y="749"/>
                </a:cubicBezTo>
                <a:cubicBezTo>
                  <a:pt x="1006" y="746"/>
                  <a:pt x="1007" y="744"/>
                  <a:pt x="1008" y="743"/>
                </a:cubicBezTo>
                <a:close/>
                <a:moveTo>
                  <a:pt x="373" y="526"/>
                </a:moveTo>
                <a:cubicBezTo>
                  <a:pt x="379" y="526"/>
                  <a:pt x="379" y="526"/>
                  <a:pt x="379" y="526"/>
                </a:cubicBezTo>
                <a:cubicBezTo>
                  <a:pt x="380" y="526"/>
                  <a:pt x="381" y="527"/>
                  <a:pt x="382" y="528"/>
                </a:cubicBezTo>
                <a:cubicBezTo>
                  <a:pt x="393" y="520"/>
                  <a:pt x="405" y="514"/>
                  <a:pt x="417" y="508"/>
                </a:cubicBezTo>
                <a:cubicBezTo>
                  <a:pt x="413" y="508"/>
                  <a:pt x="413" y="508"/>
                  <a:pt x="413" y="508"/>
                </a:cubicBezTo>
                <a:cubicBezTo>
                  <a:pt x="412" y="506"/>
                  <a:pt x="412" y="504"/>
                  <a:pt x="414" y="502"/>
                </a:cubicBezTo>
                <a:cubicBezTo>
                  <a:pt x="410" y="503"/>
                  <a:pt x="407" y="505"/>
                  <a:pt x="404" y="507"/>
                </a:cubicBezTo>
                <a:cubicBezTo>
                  <a:pt x="405" y="507"/>
                  <a:pt x="405" y="508"/>
                  <a:pt x="405" y="508"/>
                </a:cubicBezTo>
                <a:cubicBezTo>
                  <a:pt x="402" y="508"/>
                  <a:pt x="402" y="508"/>
                  <a:pt x="402" y="508"/>
                </a:cubicBezTo>
                <a:cubicBezTo>
                  <a:pt x="392" y="513"/>
                  <a:pt x="382" y="519"/>
                  <a:pt x="373" y="526"/>
                </a:cubicBezTo>
                <a:close/>
                <a:moveTo>
                  <a:pt x="839" y="1025"/>
                </a:moveTo>
                <a:cubicBezTo>
                  <a:pt x="840" y="1025"/>
                  <a:pt x="841" y="1026"/>
                  <a:pt x="843" y="1026"/>
                </a:cubicBezTo>
                <a:cubicBezTo>
                  <a:pt x="844" y="1028"/>
                  <a:pt x="843" y="1030"/>
                  <a:pt x="842" y="1031"/>
                </a:cubicBezTo>
                <a:cubicBezTo>
                  <a:pt x="844" y="1031"/>
                  <a:pt x="845" y="1030"/>
                  <a:pt x="847" y="1030"/>
                </a:cubicBezTo>
                <a:cubicBezTo>
                  <a:pt x="846" y="1028"/>
                  <a:pt x="847" y="1023"/>
                  <a:pt x="851" y="1023"/>
                </a:cubicBezTo>
                <a:cubicBezTo>
                  <a:pt x="854" y="1024"/>
                  <a:pt x="855" y="1026"/>
                  <a:pt x="855" y="1029"/>
                </a:cubicBezTo>
                <a:cubicBezTo>
                  <a:pt x="855" y="1029"/>
                  <a:pt x="856" y="1029"/>
                  <a:pt x="856" y="1028"/>
                </a:cubicBezTo>
                <a:cubicBezTo>
                  <a:pt x="856" y="1028"/>
                  <a:pt x="856" y="1028"/>
                  <a:pt x="856" y="1028"/>
                </a:cubicBezTo>
                <a:cubicBezTo>
                  <a:pt x="856" y="1024"/>
                  <a:pt x="856" y="1024"/>
                  <a:pt x="856" y="1024"/>
                </a:cubicBezTo>
                <a:cubicBezTo>
                  <a:pt x="857" y="1022"/>
                  <a:pt x="861" y="1022"/>
                  <a:pt x="862" y="1021"/>
                </a:cubicBezTo>
                <a:cubicBezTo>
                  <a:pt x="862" y="1021"/>
                  <a:pt x="862" y="1021"/>
                  <a:pt x="862" y="1021"/>
                </a:cubicBezTo>
                <a:cubicBezTo>
                  <a:pt x="854" y="1022"/>
                  <a:pt x="847" y="1024"/>
                  <a:pt x="839" y="1025"/>
                </a:cubicBezTo>
                <a:close/>
                <a:moveTo>
                  <a:pt x="121" y="528"/>
                </a:moveTo>
                <a:cubicBezTo>
                  <a:pt x="121" y="528"/>
                  <a:pt x="121" y="529"/>
                  <a:pt x="122" y="529"/>
                </a:cubicBezTo>
                <a:cubicBezTo>
                  <a:pt x="127" y="523"/>
                  <a:pt x="131" y="516"/>
                  <a:pt x="136" y="510"/>
                </a:cubicBezTo>
                <a:cubicBezTo>
                  <a:pt x="132" y="510"/>
                  <a:pt x="132" y="510"/>
                  <a:pt x="132" y="510"/>
                </a:cubicBezTo>
                <a:cubicBezTo>
                  <a:pt x="133" y="509"/>
                  <a:pt x="136" y="509"/>
                  <a:pt x="136" y="506"/>
                </a:cubicBezTo>
                <a:cubicBezTo>
                  <a:pt x="131" y="504"/>
                  <a:pt x="134" y="509"/>
                  <a:pt x="130" y="509"/>
                </a:cubicBezTo>
                <a:cubicBezTo>
                  <a:pt x="130" y="509"/>
                  <a:pt x="130" y="509"/>
                  <a:pt x="130" y="509"/>
                </a:cubicBezTo>
                <a:cubicBezTo>
                  <a:pt x="125" y="515"/>
                  <a:pt x="120" y="522"/>
                  <a:pt x="115" y="528"/>
                </a:cubicBezTo>
                <a:lnTo>
                  <a:pt x="121" y="528"/>
                </a:lnTo>
                <a:close/>
                <a:moveTo>
                  <a:pt x="123" y="577"/>
                </a:moveTo>
                <a:cubicBezTo>
                  <a:pt x="122" y="579"/>
                  <a:pt x="121" y="581"/>
                  <a:pt x="119" y="582"/>
                </a:cubicBezTo>
                <a:cubicBezTo>
                  <a:pt x="117" y="582"/>
                  <a:pt x="117" y="582"/>
                  <a:pt x="117" y="582"/>
                </a:cubicBezTo>
                <a:cubicBezTo>
                  <a:pt x="113" y="588"/>
                  <a:pt x="110" y="593"/>
                  <a:pt x="106" y="599"/>
                </a:cubicBezTo>
                <a:cubicBezTo>
                  <a:pt x="112" y="599"/>
                  <a:pt x="112" y="599"/>
                  <a:pt x="112" y="599"/>
                </a:cubicBezTo>
                <a:cubicBezTo>
                  <a:pt x="112" y="600"/>
                  <a:pt x="112" y="600"/>
                  <a:pt x="112" y="600"/>
                </a:cubicBezTo>
                <a:cubicBezTo>
                  <a:pt x="113" y="600"/>
                  <a:pt x="113" y="600"/>
                  <a:pt x="114" y="600"/>
                </a:cubicBezTo>
                <a:cubicBezTo>
                  <a:pt x="118" y="594"/>
                  <a:pt x="121" y="588"/>
                  <a:pt x="125" y="582"/>
                </a:cubicBezTo>
                <a:cubicBezTo>
                  <a:pt x="125" y="582"/>
                  <a:pt x="125" y="582"/>
                  <a:pt x="125" y="582"/>
                </a:cubicBezTo>
                <a:cubicBezTo>
                  <a:pt x="125" y="580"/>
                  <a:pt x="126" y="578"/>
                  <a:pt x="123" y="577"/>
                </a:cubicBezTo>
                <a:close/>
                <a:moveTo>
                  <a:pt x="789" y="929"/>
                </a:moveTo>
                <a:cubicBezTo>
                  <a:pt x="788" y="928"/>
                  <a:pt x="787" y="928"/>
                  <a:pt x="786" y="927"/>
                </a:cubicBezTo>
                <a:cubicBezTo>
                  <a:pt x="785" y="930"/>
                  <a:pt x="784" y="931"/>
                  <a:pt x="785" y="933"/>
                </a:cubicBezTo>
                <a:cubicBezTo>
                  <a:pt x="778" y="933"/>
                  <a:pt x="778" y="933"/>
                  <a:pt x="778" y="933"/>
                </a:cubicBezTo>
                <a:cubicBezTo>
                  <a:pt x="778" y="932"/>
                  <a:pt x="777" y="931"/>
                  <a:pt x="777" y="930"/>
                </a:cubicBezTo>
                <a:cubicBezTo>
                  <a:pt x="775" y="930"/>
                  <a:pt x="774" y="930"/>
                  <a:pt x="773" y="929"/>
                </a:cubicBezTo>
                <a:cubicBezTo>
                  <a:pt x="774" y="930"/>
                  <a:pt x="775" y="931"/>
                  <a:pt x="775" y="932"/>
                </a:cubicBezTo>
                <a:cubicBezTo>
                  <a:pt x="775" y="932"/>
                  <a:pt x="775" y="933"/>
                  <a:pt x="776" y="933"/>
                </a:cubicBezTo>
                <a:cubicBezTo>
                  <a:pt x="796" y="935"/>
                  <a:pt x="817" y="935"/>
                  <a:pt x="838" y="932"/>
                </a:cubicBezTo>
                <a:cubicBezTo>
                  <a:pt x="837" y="932"/>
                  <a:pt x="837" y="932"/>
                  <a:pt x="837" y="932"/>
                </a:cubicBezTo>
                <a:cubicBezTo>
                  <a:pt x="836" y="932"/>
                  <a:pt x="835" y="932"/>
                  <a:pt x="835" y="931"/>
                </a:cubicBezTo>
                <a:cubicBezTo>
                  <a:pt x="835" y="932"/>
                  <a:pt x="835" y="932"/>
                  <a:pt x="835" y="932"/>
                </a:cubicBezTo>
                <a:cubicBezTo>
                  <a:pt x="828" y="932"/>
                  <a:pt x="828" y="932"/>
                  <a:pt x="828" y="932"/>
                </a:cubicBezTo>
                <a:cubicBezTo>
                  <a:pt x="828" y="932"/>
                  <a:pt x="828" y="932"/>
                  <a:pt x="828" y="932"/>
                </a:cubicBezTo>
                <a:cubicBezTo>
                  <a:pt x="827" y="932"/>
                  <a:pt x="827" y="932"/>
                  <a:pt x="827" y="932"/>
                </a:cubicBezTo>
                <a:cubicBezTo>
                  <a:pt x="812" y="932"/>
                  <a:pt x="812" y="932"/>
                  <a:pt x="812" y="932"/>
                </a:cubicBezTo>
                <a:cubicBezTo>
                  <a:pt x="812" y="932"/>
                  <a:pt x="812" y="932"/>
                  <a:pt x="812" y="932"/>
                </a:cubicBezTo>
                <a:cubicBezTo>
                  <a:pt x="811" y="931"/>
                  <a:pt x="810" y="931"/>
                  <a:pt x="809" y="930"/>
                </a:cubicBezTo>
                <a:cubicBezTo>
                  <a:pt x="809" y="931"/>
                  <a:pt x="808" y="931"/>
                  <a:pt x="807" y="932"/>
                </a:cubicBezTo>
                <a:cubicBezTo>
                  <a:pt x="802" y="932"/>
                  <a:pt x="802" y="932"/>
                  <a:pt x="802" y="932"/>
                </a:cubicBezTo>
                <a:cubicBezTo>
                  <a:pt x="802" y="932"/>
                  <a:pt x="802" y="932"/>
                  <a:pt x="802" y="932"/>
                </a:cubicBezTo>
                <a:cubicBezTo>
                  <a:pt x="802" y="932"/>
                  <a:pt x="802" y="932"/>
                  <a:pt x="802" y="932"/>
                </a:cubicBezTo>
                <a:cubicBezTo>
                  <a:pt x="790" y="933"/>
                  <a:pt x="790" y="933"/>
                  <a:pt x="790" y="933"/>
                </a:cubicBezTo>
                <a:cubicBezTo>
                  <a:pt x="790" y="931"/>
                  <a:pt x="789" y="930"/>
                  <a:pt x="789" y="929"/>
                </a:cubicBezTo>
                <a:close/>
                <a:moveTo>
                  <a:pt x="669" y="920"/>
                </a:moveTo>
                <a:cubicBezTo>
                  <a:pt x="669" y="920"/>
                  <a:pt x="669" y="920"/>
                  <a:pt x="669" y="920"/>
                </a:cubicBezTo>
                <a:cubicBezTo>
                  <a:pt x="669" y="920"/>
                  <a:pt x="669" y="920"/>
                  <a:pt x="669" y="920"/>
                </a:cubicBezTo>
                <a:cubicBezTo>
                  <a:pt x="669" y="920"/>
                  <a:pt x="669" y="920"/>
                  <a:pt x="669" y="920"/>
                </a:cubicBezTo>
                <a:close/>
                <a:moveTo>
                  <a:pt x="738" y="892"/>
                </a:moveTo>
                <a:cubicBezTo>
                  <a:pt x="738" y="892"/>
                  <a:pt x="739" y="893"/>
                  <a:pt x="740" y="893"/>
                </a:cubicBezTo>
                <a:cubicBezTo>
                  <a:pt x="739" y="892"/>
                  <a:pt x="739" y="892"/>
                  <a:pt x="738" y="892"/>
                </a:cubicBezTo>
                <a:cubicBezTo>
                  <a:pt x="738" y="892"/>
                  <a:pt x="738" y="892"/>
                  <a:pt x="738" y="892"/>
                </a:cubicBezTo>
                <a:close/>
                <a:moveTo>
                  <a:pt x="813" y="928"/>
                </a:moveTo>
                <a:cubicBezTo>
                  <a:pt x="814" y="928"/>
                  <a:pt x="815" y="927"/>
                  <a:pt x="815" y="927"/>
                </a:cubicBezTo>
                <a:cubicBezTo>
                  <a:pt x="814" y="927"/>
                  <a:pt x="812" y="927"/>
                  <a:pt x="811" y="927"/>
                </a:cubicBezTo>
                <a:cubicBezTo>
                  <a:pt x="811" y="928"/>
                  <a:pt x="811" y="928"/>
                  <a:pt x="811" y="928"/>
                </a:cubicBezTo>
                <a:cubicBezTo>
                  <a:pt x="811" y="928"/>
                  <a:pt x="812" y="928"/>
                  <a:pt x="813" y="929"/>
                </a:cubicBezTo>
                <a:cubicBezTo>
                  <a:pt x="813" y="928"/>
                  <a:pt x="813" y="928"/>
                  <a:pt x="813" y="928"/>
                </a:cubicBezTo>
                <a:close/>
                <a:moveTo>
                  <a:pt x="683" y="919"/>
                </a:moveTo>
                <a:cubicBezTo>
                  <a:pt x="683" y="919"/>
                  <a:pt x="683" y="919"/>
                  <a:pt x="683" y="919"/>
                </a:cubicBezTo>
                <a:cubicBezTo>
                  <a:pt x="682" y="919"/>
                  <a:pt x="681" y="919"/>
                  <a:pt x="680" y="918"/>
                </a:cubicBezTo>
                <a:cubicBezTo>
                  <a:pt x="679" y="918"/>
                  <a:pt x="679" y="918"/>
                  <a:pt x="678" y="918"/>
                </a:cubicBezTo>
                <a:cubicBezTo>
                  <a:pt x="679" y="919"/>
                  <a:pt x="680" y="921"/>
                  <a:pt x="680" y="922"/>
                </a:cubicBezTo>
                <a:cubicBezTo>
                  <a:pt x="683" y="923"/>
                  <a:pt x="685" y="925"/>
                  <a:pt x="687" y="927"/>
                </a:cubicBezTo>
                <a:cubicBezTo>
                  <a:pt x="687" y="925"/>
                  <a:pt x="689" y="924"/>
                  <a:pt x="690" y="923"/>
                </a:cubicBezTo>
                <a:cubicBezTo>
                  <a:pt x="689" y="923"/>
                  <a:pt x="689" y="923"/>
                  <a:pt x="688" y="922"/>
                </a:cubicBezTo>
                <a:cubicBezTo>
                  <a:pt x="687" y="923"/>
                  <a:pt x="686" y="923"/>
                  <a:pt x="684" y="923"/>
                </a:cubicBezTo>
                <a:cubicBezTo>
                  <a:pt x="684" y="922"/>
                  <a:pt x="684" y="921"/>
                  <a:pt x="684" y="920"/>
                </a:cubicBezTo>
                <a:cubicBezTo>
                  <a:pt x="683" y="920"/>
                  <a:pt x="683" y="920"/>
                  <a:pt x="683" y="919"/>
                </a:cubicBezTo>
                <a:close/>
                <a:moveTo>
                  <a:pt x="819" y="927"/>
                </a:moveTo>
                <a:cubicBezTo>
                  <a:pt x="819" y="927"/>
                  <a:pt x="819" y="927"/>
                  <a:pt x="819" y="927"/>
                </a:cubicBezTo>
                <a:cubicBezTo>
                  <a:pt x="819" y="927"/>
                  <a:pt x="819" y="927"/>
                  <a:pt x="819" y="927"/>
                </a:cubicBezTo>
                <a:cubicBezTo>
                  <a:pt x="819" y="927"/>
                  <a:pt x="819" y="927"/>
                  <a:pt x="819" y="927"/>
                </a:cubicBezTo>
                <a:close/>
                <a:moveTo>
                  <a:pt x="882" y="369"/>
                </a:moveTo>
                <a:cubicBezTo>
                  <a:pt x="886" y="370"/>
                  <a:pt x="887" y="363"/>
                  <a:pt x="883" y="362"/>
                </a:cubicBezTo>
                <a:cubicBezTo>
                  <a:pt x="881" y="362"/>
                  <a:pt x="880" y="362"/>
                  <a:pt x="878" y="361"/>
                </a:cubicBezTo>
                <a:cubicBezTo>
                  <a:pt x="845" y="362"/>
                  <a:pt x="845" y="362"/>
                  <a:pt x="845" y="362"/>
                </a:cubicBezTo>
                <a:cubicBezTo>
                  <a:pt x="857" y="364"/>
                  <a:pt x="869" y="366"/>
                  <a:pt x="882" y="369"/>
                </a:cubicBezTo>
                <a:close/>
                <a:moveTo>
                  <a:pt x="1081" y="733"/>
                </a:moveTo>
                <a:cubicBezTo>
                  <a:pt x="1088" y="733"/>
                  <a:pt x="1088" y="733"/>
                  <a:pt x="1088" y="733"/>
                </a:cubicBezTo>
                <a:cubicBezTo>
                  <a:pt x="1089" y="734"/>
                  <a:pt x="1090" y="735"/>
                  <a:pt x="1091" y="735"/>
                </a:cubicBezTo>
                <a:cubicBezTo>
                  <a:pt x="1092" y="733"/>
                  <a:pt x="1090" y="730"/>
                  <a:pt x="1087" y="731"/>
                </a:cubicBezTo>
                <a:cubicBezTo>
                  <a:pt x="1085" y="732"/>
                  <a:pt x="1083" y="733"/>
                  <a:pt x="1081" y="733"/>
                </a:cubicBezTo>
                <a:close/>
                <a:moveTo>
                  <a:pt x="792" y="398"/>
                </a:moveTo>
                <a:cubicBezTo>
                  <a:pt x="792" y="398"/>
                  <a:pt x="792" y="397"/>
                  <a:pt x="792" y="397"/>
                </a:cubicBezTo>
                <a:cubicBezTo>
                  <a:pt x="789" y="397"/>
                  <a:pt x="786" y="396"/>
                  <a:pt x="783" y="395"/>
                </a:cubicBezTo>
                <a:cubicBezTo>
                  <a:pt x="783" y="395"/>
                  <a:pt x="783" y="395"/>
                  <a:pt x="783" y="395"/>
                </a:cubicBezTo>
                <a:cubicBezTo>
                  <a:pt x="785" y="395"/>
                  <a:pt x="786" y="396"/>
                  <a:pt x="786" y="398"/>
                </a:cubicBezTo>
                <a:cubicBezTo>
                  <a:pt x="767" y="398"/>
                  <a:pt x="767" y="398"/>
                  <a:pt x="767" y="398"/>
                </a:cubicBezTo>
                <a:cubicBezTo>
                  <a:pt x="787" y="403"/>
                  <a:pt x="808" y="409"/>
                  <a:pt x="828" y="415"/>
                </a:cubicBezTo>
                <a:cubicBezTo>
                  <a:pt x="850" y="415"/>
                  <a:pt x="850" y="415"/>
                  <a:pt x="850" y="415"/>
                </a:cubicBezTo>
                <a:cubicBezTo>
                  <a:pt x="831" y="409"/>
                  <a:pt x="813" y="403"/>
                  <a:pt x="793" y="398"/>
                </a:cubicBezTo>
                <a:lnTo>
                  <a:pt x="792" y="398"/>
                </a:lnTo>
                <a:close/>
                <a:moveTo>
                  <a:pt x="338" y="387"/>
                </a:moveTo>
                <a:cubicBezTo>
                  <a:pt x="338" y="387"/>
                  <a:pt x="338" y="387"/>
                  <a:pt x="338" y="386"/>
                </a:cubicBezTo>
                <a:cubicBezTo>
                  <a:pt x="338" y="387"/>
                  <a:pt x="338" y="387"/>
                  <a:pt x="337" y="387"/>
                </a:cubicBezTo>
                <a:cubicBezTo>
                  <a:pt x="338" y="387"/>
                  <a:pt x="338" y="387"/>
                  <a:pt x="338" y="387"/>
                </a:cubicBezTo>
                <a:close/>
                <a:moveTo>
                  <a:pt x="107" y="681"/>
                </a:moveTo>
                <a:cubicBezTo>
                  <a:pt x="112" y="672"/>
                  <a:pt x="116" y="662"/>
                  <a:pt x="121" y="653"/>
                </a:cubicBezTo>
                <a:cubicBezTo>
                  <a:pt x="113" y="653"/>
                  <a:pt x="113" y="653"/>
                  <a:pt x="113" y="653"/>
                </a:cubicBezTo>
                <a:cubicBezTo>
                  <a:pt x="109" y="661"/>
                  <a:pt x="106" y="669"/>
                  <a:pt x="102" y="677"/>
                </a:cubicBezTo>
                <a:cubicBezTo>
                  <a:pt x="104" y="678"/>
                  <a:pt x="106" y="680"/>
                  <a:pt x="107" y="681"/>
                </a:cubicBezTo>
                <a:close/>
                <a:moveTo>
                  <a:pt x="870" y="397"/>
                </a:moveTo>
                <a:cubicBezTo>
                  <a:pt x="872" y="397"/>
                  <a:pt x="871" y="395"/>
                  <a:pt x="874" y="395"/>
                </a:cubicBezTo>
                <a:cubicBezTo>
                  <a:pt x="872" y="393"/>
                  <a:pt x="868" y="392"/>
                  <a:pt x="866" y="390"/>
                </a:cubicBezTo>
                <a:cubicBezTo>
                  <a:pt x="866" y="389"/>
                  <a:pt x="865" y="389"/>
                  <a:pt x="864" y="389"/>
                </a:cubicBezTo>
                <a:cubicBezTo>
                  <a:pt x="864" y="391"/>
                  <a:pt x="865" y="394"/>
                  <a:pt x="864" y="396"/>
                </a:cubicBezTo>
                <a:cubicBezTo>
                  <a:pt x="866" y="395"/>
                  <a:pt x="870" y="393"/>
                  <a:pt x="870" y="397"/>
                </a:cubicBezTo>
                <a:cubicBezTo>
                  <a:pt x="868" y="397"/>
                  <a:pt x="868" y="397"/>
                  <a:pt x="868" y="397"/>
                </a:cubicBezTo>
                <a:cubicBezTo>
                  <a:pt x="879" y="400"/>
                  <a:pt x="889" y="403"/>
                  <a:pt x="900" y="406"/>
                </a:cubicBezTo>
                <a:cubicBezTo>
                  <a:pt x="904" y="407"/>
                  <a:pt x="905" y="400"/>
                  <a:pt x="901" y="399"/>
                </a:cubicBezTo>
                <a:cubicBezTo>
                  <a:pt x="898" y="398"/>
                  <a:pt x="895" y="398"/>
                  <a:pt x="892" y="397"/>
                </a:cubicBezTo>
                <a:lnTo>
                  <a:pt x="870" y="397"/>
                </a:lnTo>
                <a:close/>
                <a:moveTo>
                  <a:pt x="877" y="718"/>
                </a:moveTo>
                <a:cubicBezTo>
                  <a:pt x="876" y="718"/>
                  <a:pt x="876" y="718"/>
                  <a:pt x="876" y="718"/>
                </a:cubicBezTo>
                <a:cubicBezTo>
                  <a:pt x="893" y="724"/>
                  <a:pt x="911" y="730"/>
                  <a:pt x="928" y="735"/>
                </a:cubicBezTo>
                <a:cubicBezTo>
                  <a:pt x="941" y="735"/>
                  <a:pt x="941" y="735"/>
                  <a:pt x="941" y="735"/>
                </a:cubicBezTo>
                <a:cubicBezTo>
                  <a:pt x="943" y="736"/>
                  <a:pt x="944" y="738"/>
                  <a:pt x="945" y="739"/>
                </a:cubicBezTo>
                <a:cubicBezTo>
                  <a:pt x="955" y="742"/>
                  <a:pt x="965" y="744"/>
                  <a:pt x="975" y="746"/>
                </a:cubicBezTo>
                <a:cubicBezTo>
                  <a:pt x="974" y="744"/>
                  <a:pt x="976" y="742"/>
                  <a:pt x="977" y="740"/>
                </a:cubicBezTo>
                <a:cubicBezTo>
                  <a:pt x="974" y="739"/>
                  <a:pt x="971" y="739"/>
                  <a:pt x="968" y="738"/>
                </a:cubicBezTo>
                <a:cubicBezTo>
                  <a:pt x="968" y="739"/>
                  <a:pt x="968" y="740"/>
                  <a:pt x="968" y="741"/>
                </a:cubicBezTo>
                <a:cubicBezTo>
                  <a:pt x="964" y="743"/>
                  <a:pt x="959" y="741"/>
                  <a:pt x="959" y="737"/>
                </a:cubicBezTo>
                <a:cubicBezTo>
                  <a:pt x="958" y="737"/>
                  <a:pt x="956" y="736"/>
                  <a:pt x="955" y="735"/>
                </a:cubicBezTo>
                <a:cubicBezTo>
                  <a:pt x="955" y="735"/>
                  <a:pt x="955" y="735"/>
                  <a:pt x="955" y="735"/>
                </a:cubicBezTo>
                <a:cubicBezTo>
                  <a:pt x="944" y="733"/>
                  <a:pt x="933" y="730"/>
                  <a:pt x="923" y="726"/>
                </a:cubicBezTo>
                <a:cubicBezTo>
                  <a:pt x="908" y="721"/>
                  <a:pt x="893" y="716"/>
                  <a:pt x="878" y="711"/>
                </a:cubicBezTo>
                <a:cubicBezTo>
                  <a:pt x="879" y="714"/>
                  <a:pt x="879" y="716"/>
                  <a:pt x="877" y="718"/>
                </a:cubicBezTo>
                <a:close/>
                <a:moveTo>
                  <a:pt x="840" y="390"/>
                </a:moveTo>
                <a:cubicBezTo>
                  <a:pt x="839" y="388"/>
                  <a:pt x="836" y="388"/>
                  <a:pt x="833" y="388"/>
                </a:cubicBezTo>
                <a:cubicBezTo>
                  <a:pt x="835" y="389"/>
                  <a:pt x="838" y="389"/>
                  <a:pt x="840" y="390"/>
                </a:cubicBezTo>
                <a:close/>
                <a:moveTo>
                  <a:pt x="83" y="531"/>
                </a:moveTo>
                <a:cubicBezTo>
                  <a:pt x="83" y="531"/>
                  <a:pt x="83" y="531"/>
                  <a:pt x="83" y="531"/>
                </a:cubicBezTo>
                <a:cubicBezTo>
                  <a:pt x="83" y="531"/>
                  <a:pt x="83" y="531"/>
                  <a:pt x="83" y="531"/>
                </a:cubicBezTo>
                <a:cubicBezTo>
                  <a:pt x="83" y="531"/>
                  <a:pt x="83" y="531"/>
                  <a:pt x="83" y="531"/>
                </a:cubicBezTo>
                <a:close/>
                <a:moveTo>
                  <a:pt x="1141" y="964"/>
                </a:moveTo>
                <a:cubicBezTo>
                  <a:pt x="1141" y="963"/>
                  <a:pt x="1142" y="963"/>
                  <a:pt x="1142" y="962"/>
                </a:cubicBezTo>
                <a:cubicBezTo>
                  <a:pt x="1142" y="962"/>
                  <a:pt x="1141" y="962"/>
                  <a:pt x="1141" y="962"/>
                </a:cubicBezTo>
                <a:cubicBezTo>
                  <a:pt x="1141" y="963"/>
                  <a:pt x="1141" y="963"/>
                  <a:pt x="1141" y="964"/>
                </a:cubicBezTo>
                <a:close/>
                <a:moveTo>
                  <a:pt x="1015" y="959"/>
                </a:moveTo>
                <a:cubicBezTo>
                  <a:pt x="1015" y="959"/>
                  <a:pt x="1015" y="959"/>
                  <a:pt x="1015" y="959"/>
                </a:cubicBezTo>
                <a:cubicBezTo>
                  <a:pt x="1013" y="960"/>
                  <a:pt x="1011" y="961"/>
                  <a:pt x="1009" y="962"/>
                </a:cubicBezTo>
                <a:cubicBezTo>
                  <a:pt x="1008" y="963"/>
                  <a:pt x="1008" y="965"/>
                  <a:pt x="1007" y="966"/>
                </a:cubicBezTo>
                <a:cubicBezTo>
                  <a:pt x="1007" y="966"/>
                  <a:pt x="1007" y="966"/>
                  <a:pt x="1007" y="966"/>
                </a:cubicBezTo>
                <a:cubicBezTo>
                  <a:pt x="1000" y="966"/>
                  <a:pt x="1000" y="966"/>
                  <a:pt x="1000" y="966"/>
                </a:cubicBezTo>
                <a:cubicBezTo>
                  <a:pt x="989" y="972"/>
                  <a:pt x="977" y="978"/>
                  <a:pt x="965" y="984"/>
                </a:cubicBezTo>
                <a:cubicBezTo>
                  <a:pt x="981" y="984"/>
                  <a:pt x="981" y="984"/>
                  <a:pt x="981" y="984"/>
                </a:cubicBezTo>
                <a:cubicBezTo>
                  <a:pt x="994" y="978"/>
                  <a:pt x="1006" y="971"/>
                  <a:pt x="1019" y="965"/>
                </a:cubicBezTo>
                <a:cubicBezTo>
                  <a:pt x="1018" y="962"/>
                  <a:pt x="1018" y="960"/>
                  <a:pt x="1018" y="957"/>
                </a:cubicBezTo>
                <a:cubicBezTo>
                  <a:pt x="1017" y="958"/>
                  <a:pt x="1016" y="958"/>
                  <a:pt x="1015" y="959"/>
                </a:cubicBezTo>
                <a:cubicBezTo>
                  <a:pt x="1015" y="959"/>
                  <a:pt x="1015" y="959"/>
                  <a:pt x="1015" y="959"/>
                </a:cubicBezTo>
                <a:close/>
                <a:moveTo>
                  <a:pt x="1080" y="998"/>
                </a:moveTo>
                <a:cubicBezTo>
                  <a:pt x="1080" y="999"/>
                  <a:pt x="1079" y="999"/>
                  <a:pt x="1078" y="1000"/>
                </a:cubicBezTo>
                <a:cubicBezTo>
                  <a:pt x="1079" y="1000"/>
                  <a:pt x="1079" y="1000"/>
                  <a:pt x="1080" y="1000"/>
                </a:cubicBezTo>
                <a:cubicBezTo>
                  <a:pt x="1080" y="1000"/>
                  <a:pt x="1080" y="999"/>
                  <a:pt x="1080" y="998"/>
                </a:cubicBezTo>
                <a:close/>
                <a:moveTo>
                  <a:pt x="230" y="541"/>
                </a:moveTo>
                <a:cubicBezTo>
                  <a:pt x="231" y="541"/>
                  <a:pt x="231" y="541"/>
                  <a:pt x="231" y="542"/>
                </a:cubicBezTo>
                <a:cubicBezTo>
                  <a:pt x="231" y="543"/>
                  <a:pt x="230" y="543"/>
                  <a:pt x="228" y="543"/>
                </a:cubicBezTo>
                <a:cubicBezTo>
                  <a:pt x="228" y="544"/>
                  <a:pt x="228" y="544"/>
                  <a:pt x="227" y="544"/>
                </a:cubicBezTo>
                <a:cubicBezTo>
                  <a:pt x="230" y="544"/>
                  <a:pt x="232" y="544"/>
                  <a:pt x="234" y="544"/>
                </a:cubicBezTo>
                <a:cubicBezTo>
                  <a:pt x="233" y="541"/>
                  <a:pt x="235" y="539"/>
                  <a:pt x="238" y="538"/>
                </a:cubicBezTo>
                <a:cubicBezTo>
                  <a:pt x="237" y="537"/>
                  <a:pt x="236" y="536"/>
                  <a:pt x="235" y="535"/>
                </a:cubicBezTo>
                <a:cubicBezTo>
                  <a:pt x="234" y="537"/>
                  <a:pt x="232" y="539"/>
                  <a:pt x="230" y="541"/>
                </a:cubicBezTo>
                <a:close/>
                <a:moveTo>
                  <a:pt x="642" y="928"/>
                </a:moveTo>
                <a:cubicBezTo>
                  <a:pt x="654" y="937"/>
                  <a:pt x="667" y="945"/>
                  <a:pt x="681" y="951"/>
                </a:cubicBezTo>
                <a:cubicBezTo>
                  <a:pt x="683" y="951"/>
                  <a:pt x="683" y="951"/>
                  <a:pt x="683" y="951"/>
                </a:cubicBezTo>
                <a:cubicBezTo>
                  <a:pt x="683" y="951"/>
                  <a:pt x="684" y="952"/>
                  <a:pt x="684" y="952"/>
                </a:cubicBezTo>
                <a:cubicBezTo>
                  <a:pt x="686" y="953"/>
                  <a:pt x="687" y="953"/>
                  <a:pt x="689" y="954"/>
                </a:cubicBezTo>
                <a:cubicBezTo>
                  <a:pt x="689" y="954"/>
                  <a:pt x="690" y="954"/>
                  <a:pt x="691" y="954"/>
                </a:cubicBezTo>
                <a:cubicBezTo>
                  <a:pt x="691" y="954"/>
                  <a:pt x="691" y="955"/>
                  <a:pt x="691" y="955"/>
                </a:cubicBezTo>
                <a:cubicBezTo>
                  <a:pt x="695" y="957"/>
                  <a:pt x="699" y="958"/>
                  <a:pt x="703" y="959"/>
                </a:cubicBezTo>
                <a:cubicBezTo>
                  <a:pt x="703" y="958"/>
                  <a:pt x="704" y="956"/>
                  <a:pt x="704" y="954"/>
                </a:cubicBezTo>
                <a:cubicBezTo>
                  <a:pt x="703" y="954"/>
                  <a:pt x="702" y="953"/>
                  <a:pt x="701" y="953"/>
                </a:cubicBezTo>
                <a:cubicBezTo>
                  <a:pt x="701" y="952"/>
                  <a:pt x="701" y="952"/>
                  <a:pt x="701" y="951"/>
                </a:cubicBezTo>
                <a:cubicBezTo>
                  <a:pt x="681" y="944"/>
                  <a:pt x="662" y="934"/>
                  <a:pt x="645" y="921"/>
                </a:cubicBezTo>
                <a:cubicBezTo>
                  <a:pt x="646" y="923"/>
                  <a:pt x="644" y="926"/>
                  <a:pt x="642" y="928"/>
                </a:cubicBezTo>
                <a:close/>
                <a:moveTo>
                  <a:pt x="1138" y="923"/>
                </a:moveTo>
                <a:cubicBezTo>
                  <a:pt x="1127" y="933"/>
                  <a:pt x="1115" y="943"/>
                  <a:pt x="1103" y="953"/>
                </a:cubicBezTo>
                <a:cubicBezTo>
                  <a:pt x="1104" y="954"/>
                  <a:pt x="1103" y="956"/>
                  <a:pt x="1101" y="956"/>
                </a:cubicBezTo>
                <a:cubicBezTo>
                  <a:pt x="1102" y="957"/>
                  <a:pt x="1102" y="959"/>
                  <a:pt x="1101" y="960"/>
                </a:cubicBezTo>
                <a:cubicBezTo>
                  <a:pt x="1100" y="960"/>
                  <a:pt x="1099" y="960"/>
                  <a:pt x="1098" y="959"/>
                </a:cubicBezTo>
                <a:cubicBezTo>
                  <a:pt x="1098" y="960"/>
                  <a:pt x="1098" y="962"/>
                  <a:pt x="1097" y="964"/>
                </a:cubicBezTo>
                <a:cubicBezTo>
                  <a:pt x="1095" y="964"/>
                  <a:pt x="1093" y="965"/>
                  <a:pt x="1090" y="964"/>
                </a:cubicBezTo>
                <a:cubicBezTo>
                  <a:pt x="1090" y="964"/>
                  <a:pt x="1090" y="963"/>
                  <a:pt x="1090" y="963"/>
                </a:cubicBezTo>
                <a:cubicBezTo>
                  <a:pt x="1078" y="972"/>
                  <a:pt x="1066" y="981"/>
                  <a:pt x="1054" y="989"/>
                </a:cubicBezTo>
                <a:cubicBezTo>
                  <a:pt x="1055" y="990"/>
                  <a:pt x="1056" y="991"/>
                  <a:pt x="1057" y="992"/>
                </a:cubicBezTo>
                <a:cubicBezTo>
                  <a:pt x="1058" y="990"/>
                  <a:pt x="1058" y="988"/>
                  <a:pt x="1060" y="987"/>
                </a:cubicBezTo>
                <a:cubicBezTo>
                  <a:pt x="1062" y="988"/>
                  <a:pt x="1064" y="989"/>
                  <a:pt x="1065" y="990"/>
                </a:cubicBezTo>
                <a:cubicBezTo>
                  <a:pt x="1067" y="989"/>
                  <a:pt x="1070" y="987"/>
                  <a:pt x="1072" y="986"/>
                </a:cubicBezTo>
                <a:cubicBezTo>
                  <a:pt x="1070" y="985"/>
                  <a:pt x="1068" y="985"/>
                  <a:pt x="1066" y="983"/>
                </a:cubicBezTo>
                <a:cubicBezTo>
                  <a:pt x="1075" y="983"/>
                  <a:pt x="1075" y="983"/>
                  <a:pt x="1075" y="983"/>
                </a:cubicBezTo>
                <a:cubicBezTo>
                  <a:pt x="1089" y="973"/>
                  <a:pt x="1103" y="962"/>
                  <a:pt x="1117" y="950"/>
                </a:cubicBezTo>
                <a:cubicBezTo>
                  <a:pt x="1114" y="951"/>
                  <a:pt x="1110" y="950"/>
                  <a:pt x="1111" y="947"/>
                </a:cubicBezTo>
                <a:cubicBezTo>
                  <a:pt x="1111" y="947"/>
                  <a:pt x="1111" y="947"/>
                  <a:pt x="1111" y="947"/>
                </a:cubicBezTo>
                <a:cubicBezTo>
                  <a:pt x="1120" y="947"/>
                  <a:pt x="1120" y="947"/>
                  <a:pt x="1120" y="947"/>
                </a:cubicBezTo>
                <a:cubicBezTo>
                  <a:pt x="1120" y="947"/>
                  <a:pt x="1120" y="947"/>
                  <a:pt x="1120" y="948"/>
                </a:cubicBezTo>
                <a:cubicBezTo>
                  <a:pt x="1127" y="941"/>
                  <a:pt x="1135" y="935"/>
                  <a:pt x="1142" y="929"/>
                </a:cubicBezTo>
                <a:cubicBezTo>
                  <a:pt x="1145" y="926"/>
                  <a:pt x="1141" y="920"/>
                  <a:pt x="1138" y="923"/>
                </a:cubicBezTo>
                <a:close/>
                <a:moveTo>
                  <a:pt x="1110" y="955"/>
                </a:moveTo>
                <a:cubicBezTo>
                  <a:pt x="1107" y="955"/>
                  <a:pt x="1108" y="957"/>
                  <a:pt x="1105" y="956"/>
                </a:cubicBezTo>
                <a:cubicBezTo>
                  <a:pt x="1103" y="952"/>
                  <a:pt x="1110" y="953"/>
                  <a:pt x="1110" y="955"/>
                </a:cubicBezTo>
                <a:close/>
                <a:moveTo>
                  <a:pt x="1050" y="748"/>
                </a:moveTo>
                <a:cubicBezTo>
                  <a:pt x="1050" y="747"/>
                  <a:pt x="1050" y="745"/>
                  <a:pt x="1050" y="744"/>
                </a:cubicBezTo>
                <a:cubicBezTo>
                  <a:pt x="1050" y="744"/>
                  <a:pt x="1051" y="744"/>
                  <a:pt x="1051" y="744"/>
                </a:cubicBezTo>
                <a:cubicBezTo>
                  <a:pt x="1051" y="743"/>
                  <a:pt x="1050" y="742"/>
                  <a:pt x="1050" y="741"/>
                </a:cubicBezTo>
                <a:cubicBezTo>
                  <a:pt x="1045" y="742"/>
                  <a:pt x="1041" y="742"/>
                  <a:pt x="1036" y="743"/>
                </a:cubicBezTo>
                <a:cubicBezTo>
                  <a:pt x="1036" y="743"/>
                  <a:pt x="1036" y="743"/>
                  <a:pt x="1037" y="743"/>
                </a:cubicBezTo>
                <a:cubicBezTo>
                  <a:pt x="1036" y="746"/>
                  <a:pt x="1034" y="748"/>
                  <a:pt x="1033" y="750"/>
                </a:cubicBezTo>
                <a:cubicBezTo>
                  <a:pt x="1039" y="750"/>
                  <a:pt x="1045" y="749"/>
                  <a:pt x="1050" y="748"/>
                </a:cubicBezTo>
                <a:close/>
                <a:moveTo>
                  <a:pt x="984" y="960"/>
                </a:moveTo>
                <a:cubicBezTo>
                  <a:pt x="985" y="957"/>
                  <a:pt x="985" y="955"/>
                  <a:pt x="986" y="952"/>
                </a:cubicBezTo>
                <a:cubicBezTo>
                  <a:pt x="985" y="953"/>
                  <a:pt x="984" y="953"/>
                  <a:pt x="983" y="953"/>
                </a:cubicBezTo>
                <a:cubicBezTo>
                  <a:pt x="984" y="955"/>
                  <a:pt x="985" y="957"/>
                  <a:pt x="984" y="960"/>
                </a:cubicBezTo>
                <a:close/>
                <a:moveTo>
                  <a:pt x="173" y="563"/>
                </a:moveTo>
                <a:cubicBezTo>
                  <a:pt x="177" y="557"/>
                  <a:pt x="181" y="551"/>
                  <a:pt x="185" y="546"/>
                </a:cubicBezTo>
                <a:cubicBezTo>
                  <a:pt x="181" y="546"/>
                  <a:pt x="181" y="546"/>
                  <a:pt x="181" y="546"/>
                </a:cubicBezTo>
                <a:cubicBezTo>
                  <a:pt x="181" y="544"/>
                  <a:pt x="181" y="543"/>
                  <a:pt x="180" y="542"/>
                </a:cubicBezTo>
                <a:cubicBezTo>
                  <a:pt x="175" y="549"/>
                  <a:pt x="170" y="556"/>
                  <a:pt x="165" y="563"/>
                </a:cubicBezTo>
                <a:lnTo>
                  <a:pt x="173" y="563"/>
                </a:lnTo>
                <a:close/>
                <a:moveTo>
                  <a:pt x="707" y="953"/>
                </a:moveTo>
                <a:cubicBezTo>
                  <a:pt x="707" y="953"/>
                  <a:pt x="707" y="953"/>
                  <a:pt x="707" y="953"/>
                </a:cubicBezTo>
                <a:cubicBezTo>
                  <a:pt x="707" y="953"/>
                  <a:pt x="707" y="953"/>
                  <a:pt x="707" y="953"/>
                </a:cubicBezTo>
                <a:cubicBezTo>
                  <a:pt x="707" y="953"/>
                  <a:pt x="707" y="953"/>
                  <a:pt x="707" y="953"/>
                </a:cubicBezTo>
                <a:close/>
                <a:moveTo>
                  <a:pt x="715" y="963"/>
                </a:moveTo>
                <a:cubicBezTo>
                  <a:pt x="716" y="963"/>
                  <a:pt x="718" y="963"/>
                  <a:pt x="719" y="963"/>
                </a:cubicBezTo>
                <a:cubicBezTo>
                  <a:pt x="720" y="963"/>
                  <a:pt x="721" y="963"/>
                  <a:pt x="722" y="963"/>
                </a:cubicBezTo>
                <a:cubicBezTo>
                  <a:pt x="722" y="964"/>
                  <a:pt x="723" y="964"/>
                  <a:pt x="723" y="965"/>
                </a:cubicBezTo>
                <a:cubicBezTo>
                  <a:pt x="729" y="966"/>
                  <a:pt x="735" y="967"/>
                  <a:pt x="741" y="968"/>
                </a:cubicBezTo>
                <a:cubicBezTo>
                  <a:pt x="739" y="967"/>
                  <a:pt x="738" y="966"/>
                  <a:pt x="738" y="964"/>
                </a:cubicBezTo>
                <a:cubicBezTo>
                  <a:pt x="736" y="965"/>
                  <a:pt x="734" y="964"/>
                  <a:pt x="732" y="965"/>
                </a:cubicBezTo>
                <a:cubicBezTo>
                  <a:pt x="731" y="964"/>
                  <a:pt x="731" y="962"/>
                  <a:pt x="732" y="959"/>
                </a:cubicBezTo>
                <a:cubicBezTo>
                  <a:pt x="725" y="958"/>
                  <a:pt x="719" y="956"/>
                  <a:pt x="712" y="954"/>
                </a:cubicBezTo>
                <a:cubicBezTo>
                  <a:pt x="712" y="955"/>
                  <a:pt x="712" y="955"/>
                  <a:pt x="712" y="955"/>
                </a:cubicBezTo>
                <a:cubicBezTo>
                  <a:pt x="712" y="957"/>
                  <a:pt x="711" y="958"/>
                  <a:pt x="711" y="960"/>
                </a:cubicBezTo>
                <a:cubicBezTo>
                  <a:pt x="709" y="960"/>
                  <a:pt x="708" y="960"/>
                  <a:pt x="707" y="960"/>
                </a:cubicBezTo>
                <a:cubicBezTo>
                  <a:pt x="709" y="961"/>
                  <a:pt x="712" y="962"/>
                  <a:pt x="715" y="963"/>
                </a:cubicBezTo>
                <a:close/>
                <a:moveTo>
                  <a:pt x="737" y="960"/>
                </a:moveTo>
                <a:cubicBezTo>
                  <a:pt x="737" y="961"/>
                  <a:pt x="738" y="962"/>
                  <a:pt x="738" y="962"/>
                </a:cubicBezTo>
                <a:cubicBezTo>
                  <a:pt x="738" y="962"/>
                  <a:pt x="738" y="961"/>
                  <a:pt x="738" y="961"/>
                </a:cubicBezTo>
                <a:cubicBezTo>
                  <a:pt x="738" y="961"/>
                  <a:pt x="738" y="960"/>
                  <a:pt x="737" y="960"/>
                </a:cubicBezTo>
                <a:close/>
                <a:moveTo>
                  <a:pt x="913" y="956"/>
                </a:moveTo>
                <a:cubicBezTo>
                  <a:pt x="913" y="956"/>
                  <a:pt x="913" y="956"/>
                  <a:pt x="914" y="956"/>
                </a:cubicBezTo>
                <a:cubicBezTo>
                  <a:pt x="913" y="956"/>
                  <a:pt x="913" y="956"/>
                  <a:pt x="913" y="956"/>
                </a:cubicBezTo>
                <a:cubicBezTo>
                  <a:pt x="913" y="956"/>
                  <a:pt x="913" y="956"/>
                  <a:pt x="913" y="956"/>
                </a:cubicBezTo>
                <a:close/>
                <a:moveTo>
                  <a:pt x="881" y="958"/>
                </a:moveTo>
                <a:cubicBezTo>
                  <a:pt x="880" y="959"/>
                  <a:pt x="880" y="959"/>
                  <a:pt x="879" y="960"/>
                </a:cubicBezTo>
                <a:cubicBezTo>
                  <a:pt x="878" y="960"/>
                  <a:pt x="877" y="959"/>
                  <a:pt x="877" y="958"/>
                </a:cubicBezTo>
                <a:cubicBezTo>
                  <a:pt x="876" y="958"/>
                  <a:pt x="875" y="959"/>
                  <a:pt x="874" y="959"/>
                </a:cubicBezTo>
                <a:cubicBezTo>
                  <a:pt x="872" y="962"/>
                  <a:pt x="867" y="961"/>
                  <a:pt x="867" y="966"/>
                </a:cubicBezTo>
                <a:cubicBezTo>
                  <a:pt x="869" y="966"/>
                  <a:pt x="871" y="965"/>
                  <a:pt x="874" y="965"/>
                </a:cubicBezTo>
                <a:cubicBezTo>
                  <a:pt x="875" y="961"/>
                  <a:pt x="879" y="961"/>
                  <a:pt x="882" y="963"/>
                </a:cubicBezTo>
                <a:cubicBezTo>
                  <a:pt x="884" y="963"/>
                  <a:pt x="887" y="962"/>
                  <a:pt x="889" y="962"/>
                </a:cubicBezTo>
                <a:cubicBezTo>
                  <a:pt x="888" y="960"/>
                  <a:pt x="886" y="959"/>
                  <a:pt x="886" y="956"/>
                </a:cubicBezTo>
                <a:cubicBezTo>
                  <a:pt x="885" y="957"/>
                  <a:pt x="883" y="957"/>
                  <a:pt x="881" y="958"/>
                </a:cubicBezTo>
                <a:close/>
                <a:moveTo>
                  <a:pt x="316" y="543"/>
                </a:moveTo>
                <a:cubicBezTo>
                  <a:pt x="315" y="543"/>
                  <a:pt x="315" y="544"/>
                  <a:pt x="315" y="544"/>
                </a:cubicBezTo>
                <a:cubicBezTo>
                  <a:pt x="312" y="545"/>
                  <a:pt x="312" y="545"/>
                  <a:pt x="312" y="545"/>
                </a:cubicBezTo>
                <a:cubicBezTo>
                  <a:pt x="311" y="544"/>
                  <a:pt x="309" y="543"/>
                  <a:pt x="308" y="542"/>
                </a:cubicBezTo>
                <a:cubicBezTo>
                  <a:pt x="301" y="549"/>
                  <a:pt x="294" y="555"/>
                  <a:pt x="288" y="562"/>
                </a:cubicBezTo>
                <a:cubicBezTo>
                  <a:pt x="290" y="562"/>
                  <a:pt x="290" y="562"/>
                  <a:pt x="290" y="562"/>
                </a:cubicBezTo>
                <a:cubicBezTo>
                  <a:pt x="291" y="564"/>
                  <a:pt x="292" y="565"/>
                  <a:pt x="293" y="567"/>
                </a:cubicBezTo>
                <a:cubicBezTo>
                  <a:pt x="301" y="558"/>
                  <a:pt x="309" y="551"/>
                  <a:pt x="317" y="543"/>
                </a:cubicBezTo>
                <a:cubicBezTo>
                  <a:pt x="317" y="543"/>
                  <a:pt x="316" y="543"/>
                  <a:pt x="316" y="543"/>
                </a:cubicBezTo>
                <a:close/>
                <a:moveTo>
                  <a:pt x="713" y="711"/>
                </a:moveTo>
                <a:cubicBezTo>
                  <a:pt x="714" y="712"/>
                  <a:pt x="714" y="712"/>
                  <a:pt x="714" y="712"/>
                </a:cubicBezTo>
                <a:cubicBezTo>
                  <a:pt x="714" y="711"/>
                  <a:pt x="714" y="711"/>
                  <a:pt x="714" y="711"/>
                </a:cubicBezTo>
                <a:cubicBezTo>
                  <a:pt x="714" y="711"/>
                  <a:pt x="714" y="711"/>
                  <a:pt x="713" y="711"/>
                </a:cubicBezTo>
                <a:cubicBezTo>
                  <a:pt x="713" y="711"/>
                  <a:pt x="713" y="711"/>
                  <a:pt x="713" y="711"/>
                </a:cubicBezTo>
                <a:close/>
                <a:moveTo>
                  <a:pt x="631" y="744"/>
                </a:moveTo>
                <a:cubicBezTo>
                  <a:pt x="631" y="744"/>
                  <a:pt x="631" y="744"/>
                  <a:pt x="631" y="744"/>
                </a:cubicBezTo>
                <a:cubicBezTo>
                  <a:pt x="631" y="744"/>
                  <a:pt x="631" y="744"/>
                  <a:pt x="631" y="744"/>
                </a:cubicBezTo>
                <a:cubicBezTo>
                  <a:pt x="631" y="744"/>
                  <a:pt x="631" y="744"/>
                  <a:pt x="631" y="744"/>
                </a:cubicBezTo>
                <a:close/>
                <a:moveTo>
                  <a:pt x="649" y="741"/>
                </a:moveTo>
                <a:cubicBezTo>
                  <a:pt x="649" y="740"/>
                  <a:pt x="648" y="740"/>
                  <a:pt x="647" y="740"/>
                </a:cubicBezTo>
                <a:cubicBezTo>
                  <a:pt x="647" y="741"/>
                  <a:pt x="648" y="741"/>
                  <a:pt x="648" y="741"/>
                </a:cubicBezTo>
                <a:cubicBezTo>
                  <a:pt x="648" y="741"/>
                  <a:pt x="649" y="741"/>
                  <a:pt x="649" y="741"/>
                </a:cubicBezTo>
                <a:close/>
                <a:moveTo>
                  <a:pt x="711" y="987"/>
                </a:moveTo>
                <a:cubicBezTo>
                  <a:pt x="693" y="980"/>
                  <a:pt x="675" y="971"/>
                  <a:pt x="658" y="961"/>
                </a:cubicBezTo>
                <a:cubicBezTo>
                  <a:pt x="658" y="962"/>
                  <a:pt x="657" y="964"/>
                  <a:pt x="656" y="965"/>
                </a:cubicBezTo>
                <a:cubicBezTo>
                  <a:pt x="656" y="966"/>
                  <a:pt x="656" y="967"/>
                  <a:pt x="656" y="967"/>
                </a:cubicBezTo>
                <a:cubicBezTo>
                  <a:pt x="668" y="975"/>
                  <a:pt x="680" y="981"/>
                  <a:pt x="692" y="986"/>
                </a:cubicBezTo>
                <a:cubicBezTo>
                  <a:pt x="702" y="986"/>
                  <a:pt x="702" y="986"/>
                  <a:pt x="702" y="986"/>
                </a:cubicBezTo>
                <a:cubicBezTo>
                  <a:pt x="703" y="988"/>
                  <a:pt x="704" y="990"/>
                  <a:pt x="705" y="992"/>
                </a:cubicBezTo>
                <a:cubicBezTo>
                  <a:pt x="708" y="993"/>
                  <a:pt x="711" y="994"/>
                  <a:pt x="714" y="995"/>
                </a:cubicBezTo>
                <a:cubicBezTo>
                  <a:pt x="714" y="995"/>
                  <a:pt x="714" y="994"/>
                  <a:pt x="714" y="994"/>
                </a:cubicBezTo>
                <a:cubicBezTo>
                  <a:pt x="714" y="994"/>
                  <a:pt x="715" y="994"/>
                  <a:pt x="715" y="994"/>
                </a:cubicBezTo>
                <a:cubicBezTo>
                  <a:pt x="715" y="993"/>
                  <a:pt x="715" y="992"/>
                  <a:pt x="715" y="992"/>
                </a:cubicBezTo>
                <a:cubicBezTo>
                  <a:pt x="716" y="992"/>
                  <a:pt x="718" y="992"/>
                  <a:pt x="719" y="992"/>
                </a:cubicBezTo>
                <a:cubicBezTo>
                  <a:pt x="719" y="992"/>
                  <a:pt x="719" y="992"/>
                  <a:pt x="719" y="992"/>
                </a:cubicBezTo>
                <a:cubicBezTo>
                  <a:pt x="718" y="991"/>
                  <a:pt x="716" y="990"/>
                  <a:pt x="715" y="989"/>
                </a:cubicBezTo>
                <a:cubicBezTo>
                  <a:pt x="715" y="989"/>
                  <a:pt x="714" y="989"/>
                  <a:pt x="714" y="988"/>
                </a:cubicBezTo>
                <a:cubicBezTo>
                  <a:pt x="713" y="989"/>
                  <a:pt x="713" y="992"/>
                  <a:pt x="711" y="992"/>
                </a:cubicBezTo>
                <a:cubicBezTo>
                  <a:pt x="709" y="992"/>
                  <a:pt x="707" y="992"/>
                  <a:pt x="707" y="990"/>
                </a:cubicBezTo>
                <a:cubicBezTo>
                  <a:pt x="707" y="988"/>
                  <a:pt x="709" y="987"/>
                  <a:pt x="711" y="987"/>
                </a:cubicBezTo>
                <a:close/>
                <a:moveTo>
                  <a:pt x="791" y="744"/>
                </a:moveTo>
                <a:cubicBezTo>
                  <a:pt x="794" y="747"/>
                  <a:pt x="796" y="744"/>
                  <a:pt x="798" y="743"/>
                </a:cubicBezTo>
                <a:cubicBezTo>
                  <a:pt x="796" y="742"/>
                  <a:pt x="794" y="742"/>
                  <a:pt x="793" y="741"/>
                </a:cubicBezTo>
                <a:cubicBezTo>
                  <a:pt x="792" y="742"/>
                  <a:pt x="792" y="743"/>
                  <a:pt x="791" y="744"/>
                </a:cubicBezTo>
                <a:close/>
                <a:moveTo>
                  <a:pt x="620" y="932"/>
                </a:moveTo>
                <a:cubicBezTo>
                  <a:pt x="617" y="929"/>
                  <a:pt x="615" y="927"/>
                  <a:pt x="612" y="925"/>
                </a:cubicBezTo>
                <a:cubicBezTo>
                  <a:pt x="611" y="926"/>
                  <a:pt x="609" y="928"/>
                  <a:pt x="607" y="929"/>
                </a:cubicBezTo>
                <a:cubicBezTo>
                  <a:pt x="613" y="934"/>
                  <a:pt x="618" y="939"/>
                  <a:pt x="624" y="944"/>
                </a:cubicBezTo>
                <a:cubicBezTo>
                  <a:pt x="627" y="947"/>
                  <a:pt x="630" y="949"/>
                  <a:pt x="633" y="951"/>
                </a:cubicBezTo>
                <a:cubicBezTo>
                  <a:pt x="634" y="951"/>
                  <a:pt x="634" y="951"/>
                  <a:pt x="634" y="951"/>
                </a:cubicBezTo>
                <a:cubicBezTo>
                  <a:pt x="634" y="952"/>
                  <a:pt x="634" y="952"/>
                  <a:pt x="635" y="952"/>
                </a:cubicBezTo>
                <a:cubicBezTo>
                  <a:pt x="635" y="952"/>
                  <a:pt x="635" y="952"/>
                  <a:pt x="635" y="951"/>
                </a:cubicBezTo>
                <a:cubicBezTo>
                  <a:pt x="640" y="951"/>
                  <a:pt x="640" y="951"/>
                  <a:pt x="640" y="951"/>
                </a:cubicBezTo>
                <a:cubicBezTo>
                  <a:pt x="641" y="952"/>
                  <a:pt x="641" y="953"/>
                  <a:pt x="641" y="955"/>
                </a:cubicBezTo>
                <a:cubicBezTo>
                  <a:pt x="638" y="955"/>
                  <a:pt x="639" y="952"/>
                  <a:pt x="636" y="953"/>
                </a:cubicBezTo>
                <a:cubicBezTo>
                  <a:pt x="636" y="953"/>
                  <a:pt x="636" y="953"/>
                  <a:pt x="636" y="954"/>
                </a:cubicBezTo>
                <a:cubicBezTo>
                  <a:pt x="640" y="956"/>
                  <a:pt x="644" y="959"/>
                  <a:pt x="647" y="962"/>
                </a:cubicBezTo>
                <a:cubicBezTo>
                  <a:pt x="649" y="960"/>
                  <a:pt x="651" y="958"/>
                  <a:pt x="653" y="958"/>
                </a:cubicBezTo>
                <a:cubicBezTo>
                  <a:pt x="652" y="957"/>
                  <a:pt x="651" y="956"/>
                  <a:pt x="651" y="956"/>
                </a:cubicBezTo>
                <a:cubicBezTo>
                  <a:pt x="650" y="958"/>
                  <a:pt x="649" y="959"/>
                  <a:pt x="647" y="959"/>
                </a:cubicBezTo>
                <a:cubicBezTo>
                  <a:pt x="646" y="957"/>
                  <a:pt x="646" y="955"/>
                  <a:pt x="647" y="953"/>
                </a:cubicBezTo>
                <a:cubicBezTo>
                  <a:pt x="638" y="947"/>
                  <a:pt x="630" y="941"/>
                  <a:pt x="622" y="934"/>
                </a:cubicBezTo>
                <a:cubicBezTo>
                  <a:pt x="619" y="934"/>
                  <a:pt x="619" y="934"/>
                  <a:pt x="619" y="934"/>
                </a:cubicBezTo>
                <a:cubicBezTo>
                  <a:pt x="619" y="933"/>
                  <a:pt x="619" y="933"/>
                  <a:pt x="620" y="932"/>
                </a:cubicBezTo>
                <a:close/>
                <a:moveTo>
                  <a:pt x="928" y="1037"/>
                </a:moveTo>
                <a:cubicBezTo>
                  <a:pt x="928" y="1037"/>
                  <a:pt x="929" y="1036"/>
                  <a:pt x="930" y="1036"/>
                </a:cubicBezTo>
                <a:cubicBezTo>
                  <a:pt x="928" y="1035"/>
                  <a:pt x="927" y="1033"/>
                  <a:pt x="925" y="1032"/>
                </a:cubicBezTo>
                <a:cubicBezTo>
                  <a:pt x="923" y="1032"/>
                  <a:pt x="922" y="1033"/>
                  <a:pt x="921" y="1033"/>
                </a:cubicBezTo>
                <a:cubicBezTo>
                  <a:pt x="921" y="1034"/>
                  <a:pt x="921" y="1034"/>
                  <a:pt x="921" y="1035"/>
                </a:cubicBezTo>
                <a:cubicBezTo>
                  <a:pt x="923" y="1035"/>
                  <a:pt x="925" y="1037"/>
                  <a:pt x="928" y="1037"/>
                </a:cubicBezTo>
                <a:close/>
                <a:moveTo>
                  <a:pt x="581" y="827"/>
                </a:moveTo>
                <a:cubicBezTo>
                  <a:pt x="574" y="827"/>
                  <a:pt x="574" y="827"/>
                  <a:pt x="574" y="827"/>
                </a:cubicBezTo>
                <a:cubicBezTo>
                  <a:pt x="574" y="829"/>
                  <a:pt x="575" y="831"/>
                  <a:pt x="575" y="833"/>
                </a:cubicBezTo>
                <a:cubicBezTo>
                  <a:pt x="577" y="840"/>
                  <a:pt x="580" y="847"/>
                  <a:pt x="583" y="854"/>
                </a:cubicBezTo>
                <a:cubicBezTo>
                  <a:pt x="583" y="854"/>
                  <a:pt x="583" y="854"/>
                  <a:pt x="584" y="854"/>
                </a:cubicBezTo>
                <a:cubicBezTo>
                  <a:pt x="585" y="852"/>
                  <a:pt x="586" y="850"/>
                  <a:pt x="587" y="848"/>
                </a:cubicBezTo>
                <a:cubicBezTo>
                  <a:pt x="586" y="850"/>
                  <a:pt x="585" y="852"/>
                  <a:pt x="585" y="854"/>
                </a:cubicBezTo>
                <a:cubicBezTo>
                  <a:pt x="586" y="855"/>
                  <a:pt x="586" y="855"/>
                  <a:pt x="587" y="855"/>
                </a:cubicBezTo>
                <a:cubicBezTo>
                  <a:pt x="587" y="857"/>
                  <a:pt x="588" y="860"/>
                  <a:pt x="587" y="862"/>
                </a:cubicBezTo>
                <a:cubicBezTo>
                  <a:pt x="591" y="868"/>
                  <a:pt x="594" y="874"/>
                  <a:pt x="598" y="880"/>
                </a:cubicBezTo>
                <a:cubicBezTo>
                  <a:pt x="602" y="880"/>
                  <a:pt x="602" y="880"/>
                  <a:pt x="602" y="880"/>
                </a:cubicBezTo>
                <a:cubicBezTo>
                  <a:pt x="602" y="880"/>
                  <a:pt x="603" y="881"/>
                  <a:pt x="604" y="881"/>
                </a:cubicBezTo>
                <a:cubicBezTo>
                  <a:pt x="604" y="884"/>
                  <a:pt x="603" y="884"/>
                  <a:pt x="601" y="884"/>
                </a:cubicBezTo>
                <a:cubicBezTo>
                  <a:pt x="607" y="893"/>
                  <a:pt x="614" y="902"/>
                  <a:pt x="622" y="910"/>
                </a:cubicBezTo>
                <a:cubicBezTo>
                  <a:pt x="624" y="912"/>
                  <a:pt x="626" y="914"/>
                  <a:pt x="628" y="916"/>
                </a:cubicBezTo>
                <a:cubicBezTo>
                  <a:pt x="631" y="916"/>
                  <a:pt x="631" y="916"/>
                  <a:pt x="631" y="916"/>
                </a:cubicBezTo>
                <a:cubicBezTo>
                  <a:pt x="632" y="917"/>
                  <a:pt x="632" y="918"/>
                  <a:pt x="633" y="920"/>
                </a:cubicBezTo>
                <a:cubicBezTo>
                  <a:pt x="635" y="922"/>
                  <a:pt x="637" y="923"/>
                  <a:pt x="639" y="925"/>
                </a:cubicBezTo>
                <a:cubicBezTo>
                  <a:pt x="639" y="925"/>
                  <a:pt x="639" y="924"/>
                  <a:pt x="639" y="924"/>
                </a:cubicBezTo>
                <a:cubicBezTo>
                  <a:pt x="642" y="924"/>
                  <a:pt x="642" y="921"/>
                  <a:pt x="644" y="920"/>
                </a:cubicBezTo>
                <a:cubicBezTo>
                  <a:pt x="642" y="919"/>
                  <a:pt x="641" y="917"/>
                  <a:pt x="639" y="916"/>
                </a:cubicBezTo>
                <a:cubicBezTo>
                  <a:pt x="639" y="917"/>
                  <a:pt x="638" y="919"/>
                  <a:pt x="637" y="920"/>
                </a:cubicBezTo>
                <a:cubicBezTo>
                  <a:pt x="636" y="920"/>
                  <a:pt x="635" y="920"/>
                  <a:pt x="633" y="920"/>
                </a:cubicBezTo>
                <a:cubicBezTo>
                  <a:pt x="633" y="919"/>
                  <a:pt x="634" y="917"/>
                  <a:pt x="635" y="916"/>
                </a:cubicBezTo>
                <a:cubicBezTo>
                  <a:pt x="639" y="916"/>
                  <a:pt x="639" y="916"/>
                  <a:pt x="639" y="916"/>
                </a:cubicBezTo>
                <a:cubicBezTo>
                  <a:pt x="630" y="908"/>
                  <a:pt x="622" y="900"/>
                  <a:pt x="614" y="891"/>
                </a:cubicBezTo>
                <a:cubicBezTo>
                  <a:pt x="613" y="889"/>
                  <a:pt x="611" y="887"/>
                  <a:pt x="610" y="885"/>
                </a:cubicBezTo>
                <a:cubicBezTo>
                  <a:pt x="610" y="885"/>
                  <a:pt x="610" y="885"/>
                  <a:pt x="610" y="886"/>
                </a:cubicBezTo>
                <a:cubicBezTo>
                  <a:pt x="610" y="885"/>
                  <a:pt x="610" y="885"/>
                  <a:pt x="610" y="885"/>
                </a:cubicBezTo>
                <a:cubicBezTo>
                  <a:pt x="601" y="873"/>
                  <a:pt x="593" y="859"/>
                  <a:pt x="587" y="845"/>
                </a:cubicBezTo>
                <a:cubicBezTo>
                  <a:pt x="587" y="845"/>
                  <a:pt x="587" y="845"/>
                  <a:pt x="586" y="845"/>
                </a:cubicBezTo>
                <a:cubicBezTo>
                  <a:pt x="586" y="845"/>
                  <a:pt x="586" y="845"/>
                  <a:pt x="586" y="845"/>
                </a:cubicBezTo>
                <a:cubicBezTo>
                  <a:pt x="587" y="845"/>
                  <a:pt x="587" y="845"/>
                  <a:pt x="587" y="845"/>
                </a:cubicBezTo>
                <a:cubicBezTo>
                  <a:pt x="584" y="839"/>
                  <a:pt x="582" y="833"/>
                  <a:pt x="581" y="827"/>
                </a:cubicBezTo>
                <a:close/>
                <a:moveTo>
                  <a:pt x="762" y="741"/>
                </a:moveTo>
                <a:cubicBezTo>
                  <a:pt x="763" y="741"/>
                  <a:pt x="763" y="742"/>
                  <a:pt x="764" y="742"/>
                </a:cubicBezTo>
                <a:cubicBezTo>
                  <a:pt x="764" y="741"/>
                  <a:pt x="763" y="740"/>
                  <a:pt x="763" y="740"/>
                </a:cubicBezTo>
                <a:cubicBezTo>
                  <a:pt x="762" y="740"/>
                  <a:pt x="762" y="741"/>
                  <a:pt x="762" y="741"/>
                </a:cubicBezTo>
                <a:close/>
                <a:moveTo>
                  <a:pt x="819" y="747"/>
                </a:moveTo>
                <a:cubicBezTo>
                  <a:pt x="817" y="747"/>
                  <a:pt x="815" y="746"/>
                  <a:pt x="813" y="746"/>
                </a:cubicBezTo>
                <a:cubicBezTo>
                  <a:pt x="813" y="747"/>
                  <a:pt x="813" y="748"/>
                  <a:pt x="813" y="749"/>
                </a:cubicBezTo>
                <a:cubicBezTo>
                  <a:pt x="816" y="749"/>
                  <a:pt x="817" y="748"/>
                  <a:pt x="819" y="747"/>
                </a:cubicBezTo>
                <a:close/>
                <a:moveTo>
                  <a:pt x="832" y="738"/>
                </a:moveTo>
                <a:cubicBezTo>
                  <a:pt x="832" y="737"/>
                  <a:pt x="832" y="736"/>
                  <a:pt x="832" y="736"/>
                </a:cubicBezTo>
                <a:cubicBezTo>
                  <a:pt x="833" y="736"/>
                  <a:pt x="833" y="736"/>
                  <a:pt x="833" y="736"/>
                </a:cubicBezTo>
                <a:cubicBezTo>
                  <a:pt x="813" y="730"/>
                  <a:pt x="793" y="724"/>
                  <a:pt x="773" y="719"/>
                </a:cubicBezTo>
                <a:cubicBezTo>
                  <a:pt x="753" y="719"/>
                  <a:pt x="753" y="719"/>
                  <a:pt x="753" y="719"/>
                </a:cubicBezTo>
                <a:cubicBezTo>
                  <a:pt x="779" y="726"/>
                  <a:pt x="805" y="735"/>
                  <a:pt x="831" y="742"/>
                </a:cubicBezTo>
                <a:cubicBezTo>
                  <a:pt x="831" y="740"/>
                  <a:pt x="831" y="739"/>
                  <a:pt x="832" y="738"/>
                </a:cubicBezTo>
                <a:close/>
                <a:moveTo>
                  <a:pt x="752" y="738"/>
                </a:moveTo>
                <a:cubicBezTo>
                  <a:pt x="752" y="738"/>
                  <a:pt x="752" y="738"/>
                  <a:pt x="752" y="739"/>
                </a:cubicBezTo>
                <a:cubicBezTo>
                  <a:pt x="753" y="739"/>
                  <a:pt x="754" y="739"/>
                  <a:pt x="755" y="739"/>
                </a:cubicBezTo>
                <a:cubicBezTo>
                  <a:pt x="755" y="739"/>
                  <a:pt x="755" y="739"/>
                  <a:pt x="755" y="739"/>
                </a:cubicBezTo>
                <a:cubicBezTo>
                  <a:pt x="755" y="739"/>
                  <a:pt x="754" y="738"/>
                  <a:pt x="754" y="738"/>
                </a:cubicBezTo>
                <a:cubicBezTo>
                  <a:pt x="754" y="738"/>
                  <a:pt x="754" y="738"/>
                  <a:pt x="754" y="738"/>
                </a:cubicBezTo>
                <a:cubicBezTo>
                  <a:pt x="753" y="738"/>
                  <a:pt x="752" y="738"/>
                  <a:pt x="752" y="738"/>
                </a:cubicBezTo>
                <a:close/>
                <a:moveTo>
                  <a:pt x="209" y="688"/>
                </a:moveTo>
                <a:cubicBezTo>
                  <a:pt x="206" y="694"/>
                  <a:pt x="204" y="700"/>
                  <a:pt x="202" y="705"/>
                </a:cubicBezTo>
                <a:cubicBezTo>
                  <a:pt x="209" y="705"/>
                  <a:pt x="209" y="705"/>
                  <a:pt x="209" y="705"/>
                </a:cubicBezTo>
                <a:cubicBezTo>
                  <a:pt x="212" y="698"/>
                  <a:pt x="215" y="691"/>
                  <a:pt x="218" y="684"/>
                </a:cubicBezTo>
                <a:cubicBezTo>
                  <a:pt x="217" y="684"/>
                  <a:pt x="216" y="684"/>
                  <a:pt x="216" y="684"/>
                </a:cubicBezTo>
                <a:cubicBezTo>
                  <a:pt x="212" y="681"/>
                  <a:pt x="218" y="679"/>
                  <a:pt x="219" y="676"/>
                </a:cubicBezTo>
                <a:cubicBezTo>
                  <a:pt x="218" y="676"/>
                  <a:pt x="216" y="676"/>
                  <a:pt x="215" y="676"/>
                </a:cubicBezTo>
                <a:cubicBezTo>
                  <a:pt x="215" y="675"/>
                  <a:pt x="215" y="674"/>
                  <a:pt x="215" y="673"/>
                </a:cubicBezTo>
                <a:cubicBezTo>
                  <a:pt x="213" y="677"/>
                  <a:pt x="212" y="681"/>
                  <a:pt x="210" y="684"/>
                </a:cubicBezTo>
                <a:cubicBezTo>
                  <a:pt x="211" y="685"/>
                  <a:pt x="212" y="685"/>
                  <a:pt x="212" y="685"/>
                </a:cubicBezTo>
                <a:cubicBezTo>
                  <a:pt x="212" y="686"/>
                  <a:pt x="212" y="687"/>
                  <a:pt x="212" y="688"/>
                </a:cubicBezTo>
                <a:lnTo>
                  <a:pt x="209" y="688"/>
                </a:lnTo>
                <a:close/>
                <a:moveTo>
                  <a:pt x="755" y="748"/>
                </a:moveTo>
                <a:cubicBezTo>
                  <a:pt x="755" y="748"/>
                  <a:pt x="755" y="748"/>
                  <a:pt x="755" y="748"/>
                </a:cubicBezTo>
                <a:cubicBezTo>
                  <a:pt x="755" y="748"/>
                  <a:pt x="755" y="748"/>
                  <a:pt x="755" y="748"/>
                </a:cubicBezTo>
                <a:cubicBezTo>
                  <a:pt x="755" y="748"/>
                  <a:pt x="755" y="748"/>
                  <a:pt x="755" y="748"/>
                </a:cubicBezTo>
                <a:close/>
                <a:moveTo>
                  <a:pt x="216" y="570"/>
                </a:moveTo>
                <a:cubicBezTo>
                  <a:pt x="216" y="569"/>
                  <a:pt x="216" y="569"/>
                  <a:pt x="216" y="569"/>
                </a:cubicBezTo>
                <a:cubicBezTo>
                  <a:pt x="216" y="568"/>
                  <a:pt x="216" y="568"/>
                  <a:pt x="216" y="568"/>
                </a:cubicBezTo>
                <a:cubicBezTo>
                  <a:pt x="216" y="568"/>
                  <a:pt x="215" y="569"/>
                  <a:pt x="215" y="569"/>
                </a:cubicBezTo>
                <a:cubicBezTo>
                  <a:pt x="215" y="569"/>
                  <a:pt x="215" y="570"/>
                  <a:pt x="216" y="570"/>
                </a:cubicBezTo>
                <a:close/>
                <a:moveTo>
                  <a:pt x="432" y="686"/>
                </a:moveTo>
                <a:cubicBezTo>
                  <a:pt x="432" y="686"/>
                  <a:pt x="432" y="686"/>
                  <a:pt x="432" y="685"/>
                </a:cubicBezTo>
                <a:cubicBezTo>
                  <a:pt x="432" y="685"/>
                  <a:pt x="432" y="685"/>
                  <a:pt x="433" y="685"/>
                </a:cubicBezTo>
                <a:cubicBezTo>
                  <a:pt x="432" y="684"/>
                  <a:pt x="432" y="683"/>
                  <a:pt x="432" y="682"/>
                </a:cubicBezTo>
                <a:cubicBezTo>
                  <a:pt x="426" y="689"/>
                  <a:pt x="421" y="696"/>
                  <a:pt x="416" y="704"/>
                </a:cubicBezTo>
                <a:cubicBezTo>
                  <a:pt x="422" y="704"/>
                  <a:pt x="422" y="704"/>
                  <a:pt x="422" y="704"/>
                </a:cubicBezTo>
                <a:cubicBezTo>
                  <a:pt x="422" y="704"/>
                  <a:pt x="422" y="704"/>
                  <a:pt x="421" y="704"/>
                </a:cubicBezTo>
                <a:cubicBezTo>
                  <a:pt x="422" y="704"/>
                  <a:pt x="423" y="705"/>
                  <a:pt x="423" y="705"/>
                </a:cubicBezTo>
                <a:cubicBezTo>
                  <a:pt x="427" y="699"/>
                  <a:pt x="432" y="692"/>
                  <a:pt x="437" y="686"/>
                </a:cubicBezTo>
                <a:lnTo>
                  <a:pt x="432" y="686"/>
                </a:lnTo>
                <a:close/>
                <a:moveTo>
                  <a:pt x="403" y="709"/>
                </a:moveTo>
                <a:cubicBezTo>
                  <a:pt x="403" y="711"/>
                  <a:pt x="402" y="711"/>
                  <a:pt x="402" y="714"/>
                </a:cubicBezTo>
                <a:cubicBezTo>
                  <a:pt x="403" y="712"/>
                  <a:pt x="404" y="711"/>
                  <a:pt x="404" y="709"/>
                </a:cubicBezTo>
                <a:cubicBezTo>
                  <a:pt x="404" y="709"/>
                  <a:pt x="403" y="709"/>
                  <a:pt x="403" y="709"/>
                </a:cubicBezTo>
                <a:close/>
                <a:moveTo>
                  <a:pt x="473" y="1028"/>
                </a:moveTo>
                <a:cubicBezTo>
                  <a:pt x="473" y="1028"/>
                  <a:pt x="474" y="1029"/>
                  <a:pt x="474" y="1029"/>
                </a:cubicBezTo>
                <a:cubicBezTo>
                  <a:pt x="474" y="1029"/>
                  <a:pt x="474" y="1028"/>
                  <a:pt x="474" y="1027"/>
                </a:cubicBezTo>
                <a:cubicBezTo>
                  <a:pt x="474" y="1027"/>
                  <a:pt x="473" y="1027"/>
                  <a:pt x="473" y="1028"/>
                </a:cubicBezTo>
                <a:close/>
                <a:moveTo>
                  <a:pt x="437" y="968"/>
                </a:moveTo>
                <a:cubicBezTo>
                  <a:pt x="438" y="967"/>
                  <a:pt x="438" y="965"/>
                  <a:pt x="439" y="963"/>
                </a:cubicBezTo>
                <a:cubicBezTo>
                  <a:pt x="432" y="949"/>
                  <a:pt x="427" y="934"/>
                  <a:pt x="422" y="918"/>
                </a:cubicBezTo>
                <a:cubicBezTo>
                  <a:pt x="422" y="918"/>
                  <a:pt x="422" y="918"/>
                  <a:pt x="422" y="917"/>
                </a:cubicBezTo>
                <a:cubicBezTo>
                  <a:pt x="422" y="917"/>
                  <a:pt x="422" y="917"/>
                  <a:pt x="422" y="917"/>
                </a:cubicBezTo>
                <a:cubicBezTo>
                  <a:pt x="417" y="899"/>
                  <a:pt x="414" y="881"/>
                  <a:pt x="412" y="862"/>
                </a:cubicBezTo>
                <a:cubicBezTo>
                  <a:pt x="410" y="861"/>
                  <a:pt x="408" y="861"/>
                  <a:pt x="405" y="861"/>
                </a:cubicBezTo>
                <a:cubicBezTo>
                  <a:pt x="406" y="868"/>
                  <a:pt x="407" y="875"/>
                  <a:pt x="408" y="882"/>
                </a:cubicBezTo>
                <a:cubicBezTo>
                  <a:pt x="413" y="882"/>
                  <a:pt x="413" y="882"/>
                  <a:pt x="413" y="882"/>
                </a:cubicBezTo>
                <a:cubicBezTo>
                  <a:pt x="414" y="884"/>
                  <a:pt x="413" y="887"/>
                  <a:pt x="410" y="888"/>
                </a:cubicBezTo>
                <a:cubicBezTo>
                  <a:pt x="410" y="887"/>
                  <a:pt x="409" y="887"/>
                  <a:pt x="409" y="886"/>
                </a:cubicBezTo>
                <a:cubicBezTo>
                  <a:pt x="409" y="886"/>
                  <a:pt x="409" y="886"/>
                  <a:pt x="409" y="886"/>
                </a:cubicBezTo>
                <a:cubicBezTo>
                  <a:pt x="409" y="887"/>
                  <a:pt x="409" y="887"/>
                  <a:pt x="409" y="888"/>
                </a:cubicBezTo>
                <a:cubicBezTo>
                  <a:pt x="410" y="888"/>
                  <a:pt x="410" y="889"/>
                  <a:pt x="410" y="889"/>
                </a:cubicBezTo>
                <a:cubicBezTo>
                  <a:pt x="412" y="890"/>
                  <a:pt x="413" y="892"/>
                  <a:pt x="413" y="894"/>
                </a:cubicBezTo>
                <a:cubicBezTo>
                  <a:pt x="414" y="896"/>
                  <a:pt x="415" y="898"/>
                  <a:pt x="416" y="900"/>
                </a:cubicBezTo>
                <a:cubicBezTo>
                  <a:pt x="412" y="900"/>
                  <a:pt x="412" y="900"/>
                  <a:pt x="412" y="900"/>
                </a:cubicBezTo>
                <a:cubicBezTo>
                  <a:pt x="411" y="900"/>
                  <a:pt x="411" y="900"/>
                  <a:pt x="411" y="900"/>
                </a:cubicBezTo>
                <a:cubicBezTo>
                  <a:pt x="416" y="923"/>
                  <a:pt x="424" y="946"/>
                  <a:pt x="435" y="968"/>
                </a:cubicBezTo>
                <a:cubicBezTo>
                  <a:pt x="436" y="968"/>
                  <a:pt x="437" y="968"/>
                  <a:pt x="437" y="968"/>
                </a:cubicBezTo>
                <a:close/>
                <a:moveTo>
                  <a:pt x="398" y="739"/>
                </a:moveTo>
                <a:cubicBezTo>
                  <a:pt x="406" y="739"/>
                  <a:pt x="406" y="739"/>
                  <a:pt x="406" y="739"/>
                </a:cubicBezTo>
                <a:cubicBezTo>
                  <a:pt x="410" y="730"/>
                  <a:pt x="414" y="720"/>
                  <a:pt x="420" y="711"/>
                </a:cubicBezTo>
                <a:cubicBezTo>
                  <a:pt x="418" y="710"/>
                  <a:pt x="417" y="710"/>
                  <a:pt x="415" y="709"/>
                </a:cubicBezTo>
                <a:cubicBezTo>
                  <a:pt x="415" y="708"/>
                  <a:pt x="415" y="707"/>
                  <a:pt x="415" y="706"/>
                </a:cubicBezTo>
                <a:cubicBezTo>
                  <a:pt x="415" y="707"/>
                  <a:pt x="414" y="707"/>
                  <a:pt x="414" y="707"/>
                </a:cubicBezTo>
                <a:cubicBezTo>
                  <a:pt x="412" y="711"/>
                  <a:pt x="409" y="715"/>
                  <a:pt x="407" y="720"/>
                </a:cubicBezTo>
                <a:cubicBezTo>
                  <a:pt x="407" y="720"/>
                  <a:pt x="408" y="720"/>
                  <a:pt x="408" y="720"/>
                </a:cubicBezTo>
                <a:cubicBezTo>
                  <a:pt x="408" y="721"/>
                  <a:pt x="408" y="721"/>
                  <a:pt x="407" y="721"/>
                </a:cubicBezTo>
                <a:cubicBezTo>
                  <a:pt x="408" y="721"/>
                  <a:pt x="410" y="722"/>
                  <a:pt x="410" y="722"/>
                </a:cubicBezTo>
                <a:cubicBezTo>
                  <a:pt x="410" y="722"/>
                  <a:pt x="410" y="722"/>
                  <a:pt x="410" y="722"/>
                </a:cubicBezTo>
                <a:cubicBezTo>
                  <a:pt x="406" y="722"/>
                  <a:pt x="406" y="722"/>
                  <a:pt x="406" y="722"/>
                </a:cubicBezTo>
                <a:cubicBezTo>
                  <a:pt x="403" y="728"/>
                  <a:pt x="401" y="733"/>
                  <a:pt x="398" y="739"/>
                </a:cubicBezTo>
                <a:close/>
                <a:moveTo>
                  <a:pt x="788" y="644"/>
                </a:moveTo>
                <a:cubicBezTo>
                  <a:pt x="789" y="643"/>
                  <a:pt x="790" y="642"/>
                  <a:pt x="791" y="642"/>
                </a:cubicBezTo>
                <a:cubicBezTo>
                  <a:pt x="790" y="642"/>
                  <a:pt x="789" y="641"/>
                  <a:pt x="787" y="640"/>
                </a:cubicBezTo>
                <a:cubicBezTo>
                  <a:pt x="787" y="641"/>
                  <a:pt x="788" y="642"/>
                  <a:pt x="788" y="644"/>
                </a:cubicBezTo>
                <a:cubicBezTo>
                  <a:pt x="788" y="644"/>
                  <a:pt x="788" y="644"/>
                  <a:pt x="788" y="644"/>
                </a:cubicBezTo>
                <a:close/>
                <a:moveTo>
                  <a:pt x="844" y="743"/>
                </a:moveTo>
                <a:cubicBezTo>
                  <a:pt x="847" y="744"/>
                  <a:pt x="845" y="740"/>
                  <a:pt x="846" y="739"/>
                </a:cubicBezTo>
                <a:cubicBezTo>
                  <a:pt x="844" y="739"/>
                  <a:pt x="844" y="741"/>
                  <a:pt x="844" y="743"/>
                </a:cubicBezTo>
                <a:close/>
                <a:moveTo>
                  <a:pt x="483" y="636"/>
                </a:moveTo>
                <a:cubicBezTo>
                  <a:pt x="484" y="636"/>
                  <a:pt x="484" y="636"/>
                  <a:pt x="484" y="636"/>
                </a:cubicBezTo>
                <a:cubicBezTo>
                  <a:pt x="486" y="637"/>
                  <a:pt x="487" y="638"/>
                  <a:pt x="488" y="639"/>
                </a:cubicBezTo>
                <a:cubicBezTo>
                  <a:pt x="490" y="638"/>
                  <a:pt x="493" y="636"/>
                  <a:pt x="495" y="635"/>
                </a:cubicBezTo>
                <a:cubicBezTo>
                  <a:pt x="494" y="634"/>
                  <a:pt x="493" y="633"/>
                  <a:pt x="492" y="633"/>
                </a:cubicBezTo>
                <a:cubicBezTo>
                  <a:pt x="492" y="633"/>
                  <a:pt x="492" y="632"/>
                  <a:pt x="492" y="632"/>
                </a:cubicBezTo>
                <a:cubicBezTo>
                  <a:pt x="500" y="632"/>
                  <a:pt x="500" y="632"/>
                  <a:pt x="500" y="632"/>
                </a:cubicBezTo>
                <a:cubicBezTo>
                  <a:pt x="512" y="625"/>
                  <a:pt x="525" y="619"/>
                  <a:pt x="537" y="614"/>
                </a:cubicBezTo>
                <a:cubicBezTo>
                  <a:pt x="537" y="613"/>
                  <a:pt x="537" y="613"/>
                  <a:pt x="537" y="613"/>
                </a:cubicBezTo>
                <a:cubicBezTo>
                  <a:pt x="537" y="613"/>
                  <a:pt x="536" y="613"/>
                  <a:pt x="535" y="613"/>
                </a:cubicBezTo>
                <a:cubicBezTo>
                  <a:pt x="535" y="613"/>
                  <a:pt x="535" y="612"/>
                  <a:pt x="535" y="612"/>
                </a:cubicBezTo>
                <a:cubicBezTo>
                  <a:pt x="534" y="612"/>
                  <a:pt x="532" y="611"/>
                  <a:pt x="531" y="611"/>
                </a:cubicBezTo>
                <a:cubicBezTo>
                  <a:pt x="531" y="610"/>
                  <a:pt x="531" y="610"/>
                  <a:pt x="531" y="610"/>
                </a:cubicBezTo>
                <a:cubicBezTo>
                  <a:pt x="514" y="616"/>
                  <a:pt x="499" y="624"/>
                  <a:pt x="484" y="634"/>
                </a:cubicBezTo>
                <a:cubicBezTo>
                  <a:pt x="484" y="635"/>
                  <a:pt x="484" y="636"/>
                  <a:pt x="483" y="636"/>
                </a:cubicBezTo>
                <a:close/>
                <a:moveTo>
                  <a:pt x="785" y="1063"/>
                </a:moveTo>
                <a:cubicBezTo>
                  <a:pt x="786" y="1065"/>
                  <a:pt x="785" y="1067"/>
                  <a:pt x="784" y="1069"/>
                </a:cubicBezTo>
                <a:cubicBezTo>
                  <a:pt x="786" y="1069"/>
                  <a:pt x="788" y="1069"/>
                  <a:pt x="791" y="1069"/>
                </a:cubicBezTo>
                <a:cubicBezTo>
                  <a:pt x="791" y="1069"/>
                  <a:pt x="791" y="1069"/>
                  <a:pt x="791" y="1068"/>
                </a:cubicBezTo>
                <a:cubicBezTo>
                  <a:pt x="791" y="1069"/>
                  <a:pt x="790" y="1069"/>
                  <a:pt x="790" y="1069"/>
                </a:cubicBezTo>
                <a:cubicBezTo>
                  <a:pt x="786" y="1068"/>
                  <a:pt x="787" y="1065"/>
                  <a:pt x="786" y="1063"/>
                </a:cubicBezTo>
                <a:cubicBezTo>
                  <a:pt x="786" y="1063"/>
                  <a:pt x="786" y="1063"/>
                  <a:pt x="786" y="1063"/>
                </a:cubicBezTo>
                <a:cubicBezTo>
                  <a:pt x="786" y="1063"/>
                  <a:pt x="785" y="1063"/>
                  <a:pt x="785" y="1063"/>
                </a:cubicBezTo>
                <a:close/>
                <a:moveTo>
                  <a:pt x="465" y="1007"/>
                </a:moveTo>
                <a:cubicBezTo>
                  <a:pt x="464" y="1007"/>
                  <a:pt x="464" y="1007"/>
                  <a:pt x="464" y="1007"/>
                </a:cubicBezTo>
                <a:cubicBezTo>
                  <a:pt x="464" y="1007"/>
                  <a:pt x="465" y="1007"/>
                  <a:pt x="465" y="1006"/>
                </a:cubicBezTo>
                <a:cubicBezTo>
                  <a:pt x="464" y="1006"/>
                  <a:pt x="464" y="1006"/>
                  <a:pt x="464" y="1006"/>
                </a:cubicBezTo>
                <a:cubicBezTo>
                  <a:pt x="464" y="1006"/>
                  <a:pt x="464" y="1006"/>
                  <a:pt x="464" y="1007"/>
                </a:cubicBezTo>
                <a:cubicBezTo>
                  <a:pt x="461" y="1007"/>
                  <a:pt x="461" y="1007"/>
                  <a:pt x="461" y="1007"/>
                </a:cubicBezTo>
                <a:cubicBezTo>
                  <a:pt x="461" y="1005"/>
                  <a:pt x="461" y="1004"/>
                  <a:pt x="459" y="1003"/>
                </a:cubicBezTo>
                <a:cubicBezTo>
                  <a:pt x="459" y="1004"/>
                  <a:pt x="458" y="1004"/>
                  <a:pt x="458" y="1005"/>
                </a:cubicBezTo>
                <a:cubicBezTo>
                  <a:pt x="459" y="1006"/>
                  <a:pt x="459" y="1006"/>
                  <a:pt x="460" y="1007"/>
                </a:cubicBezTo>
                <a:cubicBezTo>
                  <a:pt x="457" y="1007"/>
                  <a:pt x="457" y="1007"/>
                  <a:pt x="457" y="1007"/>
                </a:cubicBezTo>
                <a:cubicBezTo>
                  <a:pt x="462" y="1013"/>
                  <a:pt x="466" y="1019"/>
                  <a:pt x="471" y="1025"/>
                </a:cubicBezTo>
                <a:cubicBezTo>
                  <a:pt x="471" y="1025"/>
                  <a:pt x="471" y="1024"/>
                  <a:pt x="471" y="1024"/>
                </a:cubicBezTo>
                <a:cubicBezTo>
                  <a:pt x="472" y="1024"/>
                  <a:pt x="472" y="1024"/>
                  <a:pt x="472" y="1024"/>
                </a:cubicBezTo>
                <a:cubicBezTo>
                  <a:pt x="473" y="1024"/>
                  <a:pt x="473" y="1025"/>
                  <a:pt x="474" y="1025"/>
                </a:cubicBezTo>
                <a:cubicBezTo>
                  <a:pt x="474" y="1025"/>
                  <a:pt x="474" y="1024"/>
                  <a:pt x="474" y="1024"/>
                </a:cubicBezTo>
                <a:cubicBezTo>
                  <a:pt x="478" y="1024"/>
                  <a:pt x="478" y="1024"/>
                  <a:pt x="478" y="1024"/>
                </a:cubicBezTo>
                <a:cubicBezTo>
                  <a:pt x="474" y="1018"/>
                  <a:pt x="469" y="1013"/>
                  <a:pt x="465" y="1007"/>
                </a:cubicBezTo>
                <a:close/>
                <a:moveTo>
                  <a:pt x="764" y="1065"/>
                </a:moveTo>
                <a:cubicBezTo>
                  <a:pt x="768" y="1066"/>
                  <a:pt x="771" y="1067"/>
                  <a:pt x="774" y="1067"/>
                </a:cubicBezTo>
                <a:cubicBezTo>
                  <a:pt x="775" y="1065"/>
                  <a:pt x="776" y="1063"/>
                  <a:pt x="777" y="1061"/>
                </a:cubicBezTo>
                <a:cubicBezTo>
                  <a:pt x="776" y="1061"/>
                  <a:pt x="775" y="1061"/>
                  <a:pt x="773" y="1061"/>
                </a:cubicBezTo>
                <a:cubicBezTo>
                  <a:pt x="772" y="1062"/>
                  <a:pt x="770" y="1061"/>
                  <a:pt x="768" y="1060"/>
                </a:cubicBezTo>
                <a:cubicBezTo>
                  <a:pt x="767" y="1059"/>
                  <a:pt x="767" y="1059"/>
                  <a:pt x="766" y="1059"/>
                </a:cubicBezTo>
                <a:cubicBezTo>
                  <a:pt x="766" y="1060"/>
                  <a:pt x="766" y="1061"/>
                  <a:pt x="767" y="1062"/>
                </a:cubicBezTo>
                <a:cubicBezTo>
                  <a:pt x="766" y="1061"/>
                  <a:pt x="766" y="1062"/>
                  <a:pt x="765" y="1062"/>
                </a:cubicBezTo>
                <a:cubicBezTo>
                  <a:pt x="766" y="1063"/>
                  <a:pt x="766" y="1064"/>
                  <a:pt x="764" y="1065"/>
                </a:cubicBezTo>
                <a:close/>
                <a:moveTo>
                  <a:pt x="858" y="1056"/>
                </a:moveTo>
                <a:cubicBezTo>
                  <a:pt x="859" y="1056"/>
                  <a:pt x="859" y="1056"/>
                  <a:pt x="859" y="1056"/>
                </a:cubicBezTo>
                <a:cubicBezTo>
                  <a:pt x="858" y="1057"/>
                  <a:pt x="858" y="1059"/>
                  <a:pt x="857" y="1059"/>
                </a:cubicBezTo>
                <a:cubicBezTo>
                  <a:pt x="857" y="1059"/>
                  <a:pt x="857" y="1059"/>
                  <a:pt x="857" y="1059"/>
                </a:cubicBezTo>
                <a:cubicBezTo>
                  <a:pt x="857" y="1060"/>
                  <a:pt x="857" y="1062"/>
                  <a:pt x="857" y="1063"/>
                </a:cubicBezTo>
                <a:cubicBezTo>
                  <a:pt x="863" y="1061"/>
                  <a:pt x="870" y="1059"/>
                  <a:pt x="876" y="1057"/>
                </a:cubicBezTo>
                <a:cubicBezTo>
                  <a:pt x="875" y="1057"/>
                  <a:pt x="875" y="1057"/>
                  <a:pt x="875" y="1056"/>
                </a:cubicBezTo>
                <a:cubicBezTo>
                  <a:pt x="880" y="1056"/>
                  <a:pt x="880" y="1056"/>
                  <a:pt x="880" y="1056"/>
                </a:cubicBezTo>
                <a:cubicBezTo>
                  <a:pt x="880" y="1056"/>
                  <a:pt x="881" y="1056"/>
                  <a:pt x="881" y="1056"/>
                </a:cubicBezTo>
                <a:cubicBezTo>
                  <a:pt x="896" y="1051"/>
                  <a:pt x="911" y="1045"/>
                  <a:pt x="925" y="1038"/>
                </a:cubicBezTo>
                <a:cubicBezTo>
                  <a:pt x="909" y="1039"/>
                  <a:pt x="909" y="1039"/>
                  <a:pt x="909" y="1039"/>
                </a:cubicBezTo>
                <a:cubicBezTo>
                  <a:pt x="892" y="1046"/>
                  <a:pt x="875" y="1052"/>
                  <a:pt x="858" y="1056"/>
                </a:cubicBezTo>
                <a:close/>
                <a:moveTo>
                  <a:pt x="394" y="434"/>
                </a:moveTo>
                <a:cubicBezTo>
                  <a:pt x="394" y="434"/>
                  <a:pt x="395" y="434"/>
                  <a:pt x="396" y="433"/>
                </a:cubicBezTo>
                <a:cubicBezTo>
                  <a:pt x="395" y="433"/>
                  <a:pt x="394" y="432"/>
                  <a:pt x="394" y="432"/>
                </a:cubicBezTo>
                <a:cubicBezTo>
                  <a:pt x="394" y="433"/>
                  <a:pt x="394" y="434"/>
                  <a:pt x="394" y="434"/>
                </a:cubicBezTo>
                <a:close/>
                <a:moveTo>
                  <a:pt x="544" y="1059"/>
                </a:moveTo>
                <a:cubicBezTo>
                  <a:pt x="546" y="1061"/>
                  <a:pt x="548" y="1063"/>
                  <a:pt x="550" y="1064"/>
                </a:cubicBezTo>
                <a:cubicBezTo>
                  <a:pt x="550" y="1062"/>
                  <a:pt x="548" y="1060"/>
                  <a:pt x="543" y="1059"/>
                </a:cubicBezTo>
                <a:cubicBezTo>
                  <a:pt x="543" y="1059"/>
                  <a:pt x="543" y="1059"/>
                  <a:pt x="544" y="1059"/>
                </a:cubicBezTo>
                <a:close/>
                <a:moveTo>
                  <a:pt x="566" y="1068"/>
                </a:moveTo>
                <a:cubicBezTo>
                  <a:pt x="565" y="1067"/>
                  <a:pt x="564" y="1067"/>
                  <a:pt x="563" y="1066"/>
                </a:cubicBezTo>
                <a:cubicBezTo>
                  <a:pt x="562" y="1067"/>
                  <a:pt x="561" y="1067"/>
                  <a:pt x="560" y="1068"/>
                </a:cubicBezTo>
                <a:cubicBezTo>
                  <a:pt x="561" y="1068"/>
                  <a:pt x="561" y="1068"/>
                  <a:pt x="562" y="1068"/>
                </a:cubicBezTo>
                <a:cubicBezTo>
                  <a:pt x="562" y="1068"/>
                  <a:pt x="562" y="1069"/>
                  <a:pt x="562" y="1069"/>
                </a:cubicBezTo>
                <a:cubicBezTo>
                  <a:pt x="563" y="1069"/>
                  <a:pt x="564" y="1068"/>
                  <a:pt x="566" y="1068"/>
                </a:cubicBezTo>
                <a:close/>
                <a:moveTo>
                  <a:pt x="773" y="742"/>
                </a:moveTo>
                <a:cubicBezTo>
                  <a:pt x="773" y="742"/>
                  <a:pt x="773" y="741"/>
                  <a:pt x="772" y="740"/>
                </a:cubicBezTo>
                <a:cubicBezTo>
                  <a:pt x="774" y="740"/>
                  <a:pt x="774" y="741"/>
                  <a:pt x="776" y="741"/>
                </a:cubicBezTo>
                <a:cubicBezTo>
                  <a:pt x="776" y="741"/>
                  <a:pt x="776" y="741"/>
                  <a:pt x="776" y="741"/>
                </a:cubicBezTo>
                <a:cubicBezTo>
                  <a:pt x="776" y="740"/>
                  <a:pt x="776" y="739"/>
                  <a:pt x="776" y="738"/>
                </a:cubicBezTo>
                <a:cubicBezTo>
                  <a:pt x="775" y="738"/>
                  <a:pt x="774" y="737"/>
                  <a:pt x="774" y="737"/>
                </a:cubicBezTo>
                <a:cubicBezTo>
                  <a:pt x="774" y="737"/>
                  <a:pt x="774" y="738"/>
                  <a:pt x="774" y="738"/>
                </a:cubicBezTo>
                <a:cubicBezTo>
                  <a:pt x="772" y="739"/>
                  <a:pt x="771" y="740"/>
                  <a:pt x="768" y="740"/>
                </a:cubicBezTo>
                <a:cubicBezTo>
                  <a:pt x="768" y="740"/>
                  <a:pt x="767" y="740"/>
                  <a:pt x="767" y="741"/>
                </a:cubicBezTo>
                <a:cubicBezTo>
                  <a:pt x="768" y="740"/>
                  <a:pt x="768" y="740"/>
                  <a:pt x="768" y="740"/>
                </a:cubicBezTo>
                <a:cubicBezTo>
                  <a:pt x="770" y="741"/>
                  <a:pt x="772" y="741"/>
                  <a:pt x="773" y="742"/>
                </a:cubicBezTo>
                <a:close/>
                <a:moveTo>
                  <a:pt x="261" y="424"/>
                </a:moveTo>
                <a:cubicBezTo>
                  <a:pt x="259" y="426"/>
                  <a:pt x="256" y="428"/>
                  <a:pt x="254" y="429"/>
                </a:cubicBezTo>
                <a:cubicBezTo>
                  <a:pt x="258" y="428"/>
                  <a:pt x="261" y="429"/>
                  <a:pt x="264" y="432"/>
                </a:cubicBezTo>
                <a:cubicBezTo>
                  <a:pt x="265" y="431"/>
                  <a:pt x="266" y="430"/>
                  <a:pt x="268" y="429"/>
                </a:cubicBezTo>
                <a:cubicBezTo>
                  <a:pt x="267" y="429"/>
                  <a:pt x="266" y="429"/>
                  <a:pt x="265" y="429"/>
                </a:cubicBezTo>
                <a:cubicBezTo>
                  <a:pt x="265" y="427"/>
                  <a:pt x="264" y="425"/>
                  <a:pt x="261" y="424"/>
                </a:cubicBezTo>
                <a:close/>
                <a:moveTo>
                  <a:pt x="233" y="456"/>
                </a:moveTo>
                <a:cubicBezTo>
                  <a:pt x="240" y="449"/>
                  <a:pt x="248" y="444"/>
                  <a:pt x="255" y="438"/>
                </a:cubicBezTo>
                <a:cubicBezTo>
                  <a:pt x="249" y="438"/>
                  <a:pt x="249" y="438"/>
                  <a:pt x="249" y="438"/>
                </a:cubicBezTo>
                <a:cubicBezTo>
                  <a:pt x="249" y="436"/>
                  <a:pt x="248" y="435"/>
                  <a:pt x="249" y="433"/>
                </a:cubicBezTo>
                <a:cubicBezTo>
                  <a:pt x="248" y="433"/>
                  <a:pt x="247" y="434"/>
                  <a:pt x="246" y="435"/>
                </a:cubicBezTo>
                <a:cubicBezTo>
                  <a:pt x="246" y="436"/>
                  <a:pt x="246" y="436"/>
                  <a:pt x="247" y="437"/>
                </a:cubicBezTo>
                <a:cubicBezTo>
                  <a:pt x="246" y="437"/>
                  <a:pt x="246" y="438"/>
                  <a:pt x="245" y="438"/>
                </a:cubicBezTo>
                <a:cubicBezTo>
                  <a:pt x="242" y="438"/>
                  <a:pt x="242" y="438"/>
                  <a:pt x="242" y="438"/>
                </a:cubicBezTo>
                <a:cubicBezTo>
                  <a:pt x="235" y="444"/>
                  <a:pt x="227" y="450"/>
                  <a:pt x="221" y="456"/>
                </a:cubicBezTo>
                <a:lnTo>
                  <a:pt x="233" y="456"/>
                </a:lnTo>
                <a:close/>
                <a:moveTo>
                  <a:pt x="32" y="677"/>
                </a:moveTo>
                <a:cubicBezTo>
                  <a:pt x="31" y="678"/>
                  <a:pt x="30" y="679"/>
                  <a:pt x="29" y="680"/>
                </a:cubicBezTo>
                <a:cubicBezTo>
                  <a:pt x="29" y="680"/>
                  <a:pt x="29" y="680"/>
                  <a:pt x="29" y="680"/>
                </a:cubicBezTo>
                <a:cubicBezTo>
                  <a:pt x="29" y="682"/>
                  <a:pt x="30" y="683"/>
                  <a:pt x="31" y="684"/>
                </a:cubicBezTo>
                <a:cubicBezTo>
                  <a:pt x="32" y="682"/>
                  <a:pt x="32" y="680"/>
                  <a:pt x="32" y="677"/>
                </a:cubicBezTo>
                <a:close/>
                <a:moveTo>
                  <a:pt x="271" y="428"/>
                </a:moveTo>
                <a:cubicBezTo>
                  <a:pt x="271" y="427"/>
                  <a:pt x="271" y="427"/>
                  <a:pt x="272" y="427"/>
                </a:cubicBezTo>
                <a:cubicBezTo>
                  <a:pt x="271" y="427"/>
                  <a:pt x="271" y="427"/>
                  <a:pt x="271" y="427"/>
                </a:cubicBezTo>
                <a:cubicBezTo>
                  <a:pt x="271" y="427"/>
                  <a:pt x="271" y="427"/>
                  <a:pt x="271" y="428"/>
                </a:cubicBezTo>
                <a:close/>
                <a:moveTo>
                  <a:pt x="449" y="388"/>
                </a:moveTo>
                <a:cubicBezTo>
                  <a:pt x="449" y="388"/>
                  <a:pt x="449" y="388"/>
                  <a:pt x="450" y="388"/>
                </a:cubicBezTo>
                <a:cubicBezTo>
                  <a:pt x="449" y="388"/>
                  <a:pt x="450" y="388"/>
                  <a:pt x="450" y="387"/>
                </a:cubicBezTo>
                <a:cubicBezTo>
                  <a:pt x="449" y="388"/>
                  <a:pt x="449" y="388"/>
                  <a:pt x="449" y="388"/>
                </a:cubicBezTo>
                <a:close/>
                <a:moveTo>
                  <a:pt x="316" y="425"/>
                </a:moveTo>
                <a:cubicBezTo>
                  <a:pt x="316" y="424"/>
                  <a:pt x="317" y="423"/>
                  <a:pt x="317" y="422"/>
                </a:cubicBezTo>
                <a:cubicBezTo>
                  <a:pt x="317" y="423"/>
                  <a:pt x="316" y="423"/>
                  <a:pt x="315" y="423"/>
                </a:cubicBezTo>
                <a:cubicBezTo>
                  <a:pt x="316" y="424"/>
                  <a:pt x="316" y="424"/>
                  <a:pt x="316" y="425"/>
                </a:cubicBezTo>
                <a:close/>
                <a:moveTo>
                  <a:pt x="275" y="455"/>
                </a:moveTo>
                <a:cubicBezTo>
                  <a:pt x="283" y="449"/>
                  <a:pt x="291" y="444"/>
                  <a:pt x="300" y="439"/>
                </a:cubicBezTo>
                <a:cubicBezTo>
                  <a:pt x="305" y="435"/>
                  <a:pt x="310" y="432"/>
                  <a:pt x="315" y="430"/>
                </a:cubicBezTo>
                <a:cubicBezTo>
                  <a:pt x="315" y="429"/>
                  <a:pt x="315" y="428"/>
                  <a:pt x="314" y="427"/>
                </a:cubicBezTo>
                <a:cubicBezTo>
                  <a:pt x="314" y="428"/>
                  <a:pt x="314" y="430"/>
                  <a:pt x="312" y="429"/>
                </a:cubicBezTo>
                <a:cubicBezTo>
                  <a:pt x="312" y="428"/>
                  <a:pt x="311" y="427"/>
                  <a:pt x="310" y="426"/>
                </a:cubicBezTo>
                <a:cubicBezTo>
                  <a:pt x="295" y="433"/>
                  <a:pt x="280" y="443"/>
                  <a:pt x="266" y="453"/>
                </a:cubicBezTo>
                <a:cubicBezTo>
                  <a:pt x="265" y="454"/>
                  <a:pt x="264" y="455"/>
                  <a:pt x="263" y="455"/>
                </a:cubicBezTo>
                <a:lnTo>
                  <a:pt x="275" y="455"/>
                </a:lnTo>
                <a:close/>
                <a:moveTo>
                  <a:pt x="65" y="687"/>
                </a:moveTo>
                <a:cubicBezTo>
                  <a:pt x="64" y="683"/>
                  <a:pt x="65" y="681"/>
                  <a:pt x="68" y="680"/>
                </a:cubicBezTo>
                <a:cubicBezTo>
                  <a:pt x="67" y="679"/>
                  <a:pt x="67" y="677"/>
                  <a:pt x="67" y="676"/>
                </a:cubicBezTo>
                <a:cubicBezTo>
                  <a:pt x="65" y="679"/>
                  <a:pt x="64" y="682"/>
                  <a:pt x="63" y="685"/>
                </a:cubicBezTo>
                <a:cubicBezTo>
                  <a:pt x="63" y="686"/>
                  <a:pt x="64" y="686"/>
                  <a:pt x="65" y="687"/>
                </a:cubicBezTo>
                <a:close/>
                <a:moveTo>
                  <a:pt x="33" y="502"/>
                </a:moveTo>
                <a:cubicBezTo>
                  <a:pt x="33" y="501"/>
                  <a:pt x="34" y="500"/>
                  <a:pt x="34" y="499"/>
                </a:cubicBezTo>
                <a:cubicBezTo>
                  <a:pt x="34" y="499"/>
                  <a:pt x="34" y="498"/>
                  <a:pt x="34" y="497"/>
                </a:cubicBezTo>
                <a:cubicBezTo>
                  <a:pt x="34" y="498"/>
                  <a:pt x="33" y="499"/>
                  <a:pt x="32" y="500"/>
                </a:cubicBezTo>
                <a:cubicBezTo>
                  <a:pt x="33" y="500"/>
                  <a:pt x="33" y="501"/>
                  <a:pt x="33" y="502"/>
                </a:cubicBezTo>
                <a:close/>
                <a:moveTo>
                  <a:pt x="843" y="744"/>
                </a:moveTo>
                <a:cubicBezTo>
                  <a:pt x="843" y="744"/>
                  <a:pt x="842" y="744"/>
                  <a:pt x="842" y="745"/>
                </a:cubicBezTo>
                <a:cubicBezTo>
                  <a:pt x="842" y="745"/>
                  <a:pt x="843" y="745"/>
                  <a:pt x="843" y="745"/>
                </a:cubicBezTo>
                <a:lnTo>
                  <a:pt x="843" y="744"/>
                </a:lnTo>
                <a:close/>
                <a:moveTo>
                  <a:pt x="188" y="670"/>
                </a:moveTo>
                <a:cubicBezTo>
                  <a:pt x="190" y="670"/>
                  <a:pt x="190" y="670"/>
                  <a:pt x="190" y="670"/>
                </a:cubicBezTo>
                <a:cubicBezTo>
                  <a:pt x="193" y="665"/>
                  <a:pt x="195" y="661"/>
                  <a:pt x="198" y="657"/>
                </a:cubicBezTo>
                <a:cubicBezTo>
                  <a:pt x="199" y="653"/>
                  <a:pt x="201" y="650"/>
                  <a:pt x="203" y="647"/>
                </a:cubicBezTo>
                <a:cubicBezTo>
                  <a:pt x="202" y="645"/>
                  <a:pt x="202" y="643"/>
                  <a:pt x="203" y="641"/>
                </a:cubicBezTo>
                <a:cubicBezTo>
                  <a:pt x="204" y="641"/>
                  <a:pt x="205" y="641"/>
                  <a:pt x="206" y="642"/>
                </a:cubicBezTo>
                <a:cubicBezTo>
                  <a:pt x="208" y="639"/>
                  <a:pt x="209" y="637"/>
                  <a:pt x="211" y="634"/>
                </a:cubicBezTo>
                <a:cubicBezTo>
                  <a:pt x="210" y="634"/>
                  <a:pt x="210" y="634"/>
                  <a:pt x="209" y="634"/>
                </a:cubicBezTo>
                <a:cubicBezTo>
                  <a:pt x="209" y="634"/>
                  <a:pt x="209" y="634"/>
                  <a:pt x="209" y="634"/>
                </a:cubicBezTo>
                <a:cubicBezTo>
                  <a:pt x="208" y="634"/>
                  <a:pt x="206" y="634"/>
                  <a:pt x="205" y="634"/>
                </a:cubicBezTo>
                <a:cubicBezTo>
                  <a:pt x="211" y="634"/>
                  <a:pt x="211" y="634"/>
                  <a:pt x="211" y="634"/>
                </a:cubicBezTo>
                <a:cubicBezTo>
                  <a:pt x="216" y="627"/>
                  <a:pt x="220" y="619"/>
                  <a:pt x="225" y="612"/>
                </a:cubicBezTo>
                <a:cubicBezTo>
                  <a:pt x="223" y="612"/>
                  <a:pt x="222" y="611"/>
                  <a:pt x="221" y="610"/>
                </a:cubicBezTo>
                <a:cubicBezTo>
                  <a:pt x="221" y="609"/>
                  <a:pt x="222" y="608"/>
                  <a:pt x="223" y="608"/>
                </a:cubicBezTo>
                <a:cubicBezTo>
                  <a:pt x="222" y="607"/>
                  <a:pt x="221" y="606"/>
                  <a:pt x="221" y="605"/>
                </a:cubicBezTo>
                <a:cubicBezTo>
                  <a:pt x="219" y="606"/>
                  <a:pt x="218" y="608"/>
                  <a:pt x="217" y="610"/>
                </a:cubicBezTo>
                <a:cubicBezTo>
                  <a:pt x="217" y="610"/>
                  <a:pt x="217" y="609"/>
                  <a:pt x="218" y="609"/>
                </a:cubicBezTo>
                <a:cubicBezTo>
                  <a:pt x="219" y="612"/>
                  <a:pt x="219" y="614"/>
                  <a:pt x="219" y="617"/>
                </a:cubicBezTo>
                <a:cubicBezTo>
                  <a:pt x="213" y="617"/>
                  <a:pt x="213" y="617"/>
                  <a:pt x="213" y="617"/>
                </a:cubicBezTo>
                <a:cubicBezTo>
                  <a:pt x="201" y="634"/>
                  <a:pt x="191" y="653"/>
                  <a:pt x="181" y="671"/>
                </a:cubicBezTo>
                <a:cubicBezTo>
                  <a:pt x="181" y="671"/>
                  <a:pt x="182" y="671"/>
                  <a:pt x="182" y="672"/>
                </a:cubicBezTo>
                <a:cubicBezTo>
                  <a:pt x="182" y="674"/>
                  <a:pt x="181" y="676"/>
                  <a:pt x="179" y="677"/>
                </a:cubicBezTo>
                <a:cubicBezTo>
                  <a:pt x="179" y="677"/>
                  <a:pt x="178" y="676"/>
                  <a:pt x="178" y="676"/>
                </a:cubicBezTo>
                <a:cubicBezTo>
                  <a:pt x="177" y="678"/>
                  <a:pt x="176" y="681"/>
                  <a:pt x="174" y="683"/>
                </a:cubicBezTo>
                <a:cubicBezTo>
                  <a:pt x="176" y="683"/>
                  <a:pt x="179" y="683"/>
                  <a:pt x="181" y="683"/>
                </a:cubicBezTo>
                <a:cubicBezTo>
                  <a:pt x="181" y="685"/>
                  <a:pt x="180" y="687"/>
                  <a:pt x="179" y="688"/>
                </a:cubicBezTo>
                <a:cubicBezTo>
                  <a:pt x="177" y="687"/>
                  <a:pt x="174" y="687"/>
                  <a:pt x="174" y="683"/>
                </a:cubicBezTo>
                <a:cubicBezTo>
                  <a:pt x="169" y="693"/>
                  <a:pt x="164" y="703"/>
                  <a:pt x="159" y="713"/>
                </a:cubicBezTo>
                <a:cubicBezTo>
                  <a:pt x="159" y="713"/>
                  <a:pt x="160" y="713"/>
                  <a:pt x="160" y="713"/>
                </a:cubicBezTo>
                <a:cubicBezTo>
                  <a:pt x="163" y="713"/>
                  <a:pt x="164" y="715"/>
                  <a:pt x="165" y="716"/>
                </a:cubicBezTo>
                <a:cubicBezTo>
                  <a:pt x="173" y="701"/>
                  <a:pt x="181" y="686"/>
                  <a:pt x="190" y="671"/>
                </a:cubicBezTo>
                <a:cubicBezTo>
                  <a:pt x="189" y="670"/>
                  <a:pt x="189" y="670"/>
                  <a:pt x="188" y="670"/>
                </a:cubicBezTo>
                <a:close/>
                <a:moveTo>
                  <a:pt x="49" y="528"/>
                </a:moveTo>
                <a:cubicBezTo>
                  <a:pt x="53" y="522"/>
                  <a:pt x="58" y="515"/>
                  <a:pt x="64" y="509"/>
                </a:cubicBezTo>
                <a:cubicBezTo>
                  <a:pt x="63" y="508"/>
                  <a:pt x="61" y="507"/>
                  <a:pt x="60" y="507"/>
                </a:cubicBezTo>
                <a:cubicBezTo>
                  <a:pt x="61" y="505"/>
                  <a:pt x="61" y="504"/>
                  <a:pt x="61" y="502"/>
                </a:cubicBezTo>
                <a:cubicBezTo>
                  <a:pt x="60" y="503"/>
                  <a:pt x="59" y="504"/>
                  <a:pt x="59" y="505"/>
                </a:cubicBezTo>
                <a:cubicBezTo>
                  <a:pt x="60" y="506"/>
                  <a:pt x="61" y="509"/>
                  <a:pt x="62" y="511"/>
                </a:cubicBezTo>
                <a:cubicBezTo>
                  <a:pt x="54" y="511"/>
                  <a:pt x="54" y="511"/>
                  <a:pt x="54" y="511"/>
                </a:cubicBezTo>
                <a:cubicBezTo>
                  <a:pt x="54" y="511"/>
                  <a:pt x="54" y="511"/>
                  <a:pt x="54" y="511"/>
                </a:cubicBezTo>
                <a:cubicBezTo>
                  <a:pt x="49" y="517"/>
                  <a:pt x="45" y="523"/>
                  <a:pt x="41" y="529"/>
                </a:cubicBezTo>
                <a:lnTo>
                  <a:pt x="49" y="528"/>
                </a:lnTo>
                <a:close/>
                <a:moveTo>
                  <a:pt x="50" y="582"/>
                </a:moveTo>
                <a:cubicBezTo>
                  <a:pt x="47" y="582"/>
                  <a:pt x="47" y="582"/>
                  <a:pt x="47" y="582"/>
                </a:cubicBezTo>
                <a:cubicBezTo>
                  <a:pt x="43" y="588"/>
                  <a:pt x="39" y="594"/>
                  <a:pt x="36" y="600"/>
                </a:cubicBezTo>
                <a:cubicBezTo>
                  <a:pt x="43" y="600"/>
                  <a:pt x="43" y="600"/>
                  <a:pt x="43" y="600"/>
                </a:cubicBezTo>
                <a:cubicBezTo>
                  <a:pt x="49" y="591"/>
                  <a:pt x="54" y="583"/>
                  <a:pt x="60" y="575"/>
                </a:cubicBezTo>
                <a:cubicBezTo>
                  <a:pt x="59" y="575"/>
                  <a:pt x="59" y="575"/>
                  <a:pt x="59" y="575"/>
                </a:cubicBezTo>
                <a:cubicBezTo>
                  <a:pt x="57" y="574"/>
                  <a:pt x="59" y="571"/>
                  <a:pt x="57" y="570"/>
                </a:cubicBezTo>
                <a:cubicBezTo>
                  <a:pt x="59" y="576"/>
                  <a:pt x="53" y="574"/>
                  <a:pt x="51" y="576"/>
                </a:cubicBezTo>
                <a:cubicBezTo>
                  <a:pt x="53" y="578"/>
                  <a:pt x="52" y="580"/>
                  <a:pt x="50" y="582"/>
                </a:cubicBezTo>
                <a:close/>
                <a:moveTo>
                  <a:pt x="177" y="456"/>
                </a:moveTo>
                <a:cubicBezTo>
                  <a:pt x="187" y="456"/>
                  <a:pt x="187" y="456"/>
                  <a:pt x="187" y="456"/>
                </a:cubicBezTo>
                <a:cubicBezTo>
                  <a:pt x="194" y="450"/>
                  <a:pt x="200" y="444"/>
                  <a:pt x="207" y="438"/>
                </a:cubicBezTo>
                <a:cubicBezTo>
                  <a:pt x="197" y="439"/>
                  <a:pt x="197" y="439"/>
                  <a:pt x="197" y="439"/>
                </a:cubicBezTo>
                <a:cubicBezTo>
                  <a:pt x="194" y="440"/>
                  <a:pt x="192" y="442"/>
                  <a:pt x="190" y="444"/>
                </a:cubicBezTo>
                <a:cubicBezTo>
                  <a:pt x="186" y="448"/>
                  <a:pt x="181" y="452"/>
                  <a:pt x="177" y="456"/>
                </a:cubicBezTo>
                <a:close/>
                <a:moveTo>
                  <a:pt x="34" y="508"/>
                </a:moveTo>
                <a:cubicBezTo>
                  <a:pt x="35" y="507"/>
                  <a:pt x="35" y="507"/>
                  <a:pt x="35" y="507"/>
                </a:cubicBezTo>
                <a:cubicBezTo>
                  <a:pt x="34" y="505"/>
                  <a:pt x="34" y="504"/>
                  <a:pt x="34" y="502"/>
                </a:cubicBezTo>
                <a:cubicBezTo>
                  <a:pt x="34" y="502"/>
                  <a:pt x="33" y="502"/>
                  <a:pt x="33" y="502"/>
                </a:cubicBezTo>
                <a:cubicBezTo>
                  <a:pt x="33" y="503"/>
                  <a:pt x="32" y="505"/>
                  <a:pt x="32" y="507"/>
                </a:cubicBezTo>
                <a:cubicBezTo>
                  <a:pt x="32" y="507"/>
                  <a:pt x="33" y="508"/>
                  <a:pt x="34" y="508"/>
                </a:cubicBezTo>
                <a:close/>
                <a:moveTo>
                  <a:pt x="769" y="419"/>
                </a:moveTo>
                <a:cubicBezTo>
                  <a:pt x="766" y="418"/>
                  <a:pt x="762" y="417"/>
                  <a:pt x="758" y="416"/>
                </a:cubicBezTo>
                <a:cubicBezTo>
                  <a:pt x="758" y="418"/>
                  <a:pt x="758" y="420"/>
                  <a:pt x="758" y="422"/>
                </a:cubicBezTo>
                <a:cubicBezTo>
                  <a:pt x="760" y="423"/>
                  <a:pt x="762" y="424"/>
                  <a:pt x="765" y="424"/>
                </a:cubicBezTo>
                <a:cubicBezTo>
                  <a:pt x="765" y="424"/>
                  <a:pt x="765" y="423"/>
                  <a:pt x="765" y="423"/>
                </a:cubicBezTo>
                <a:cubicBezTo>
                  <a:pt x="765" y="423"/>
                  <a:pt x="764" y="422"/>
                  <a:pt x="764" y="422"/>
                </a:cubicBezTo>
                <a:cubicBezTo>
                  <a:pt x="764" y="421"/>
                  <a:pt x="764" y="421"/>
                  <a:pt x="763" y="420"/>
                </a:cubicBezTo>
                <a:cubicBezTo>
                  <a:pt x="765" y="419"/>
                  <a:pt x="767" y="418"/>
                  <a:pt x="768" y="419"/>
                </a:cubicBezTo>
                <a:cubicBezTo>
                  <a:pt x="769" y="419"/>
                  <a:pt x="769" y="419"/>
                  <a:pt x="769" y="419"/>
                </a:cubicBezTo>
                <a:close/>
                <a:moveTo>
                  <a:pt x="142" y="689"/>
                </a:moveTo>
                <a:cubicBezTo>
                  <a:pt x="136" y="689"/>
                  <a:pt x="136" y="689"/>
                  <a:pt x="136" y="689"/>
                </a:cubicBezTo>
                <a:cubicBezTo>
                  <a:pt x="136" y="688"/>
                  <a:pt x="135" y="688"/>
                  <a:pt x="134" y="688"/>
                </a:cubicBezTo>
                <a:cubicBezTo>
                  <a:pt x="131" y="695"/>
                  <a:pt x="127" y="702"/>
                  <a:pt x="124" y="709"/>
                </a:cubicBezTo>
                <a:cubicBezTo>
                  <a:pt x="124" y="710"/>
                  <a:pt x="123" y="711"/>
                  <a:pt x="123" y="711"/>
                </a:cubicBezTo>
                <a:cubicBezTo>
                  <a:pt x="123" y="711"/>
                  <a:pt x="123" y="711"/>
                  <a:pt x="123" y="711"/>
                </a:cubicBezTo>
                <a:cubicBezTo>
                  <a:pt x="122" y="713"/>
                  <a:pt x="121" y="715"/>
                  <a:pt x="120" y="717"/>
                </a:cubicBezTo>
                <a:cubicBezTo>
                  <a:pt x="121" y="718"/>
                  <a:pt x="122" y="718"/>
                  <a:pt x="123" y="719"/>
                </a:cubicBezTo>
                <a:cubicBezTo>
                  <a:pt x="123" y="718"/>
                  <a:pt x="124" y="718"/>
                  <a:pt x="124" y="718"/>
                </a:cubicBezTo>
                <a:cubicBezTo>
                  <a:pt x="124" y="718"/>
                  <a:pt x="123" y="718"/>
                  <a:pt x="123" y="718"/>
                </a:cubicBezTo>
                <a:cubicBezTo>
                  <a:pt x="120" y="717"/>
                  <a:pt x="122" y="712"/>
                  <a:pt x="124" y="711"/>
                </a:cubicBezTo>
                <a:cubicBezTo>
                  <a:pt x="125" y="711"/>
                  <a:pt x="126" y="711"/>
                  <a:pt x="127" y="711"/>
                </a:cubicBezTo>
                <a:cubicBezTo>
                  <a:pt x="127" y="712"/>
                  <a:pt x="127" y="716"/>
                  <a:pt x="126" y="717"/>
                </a:cubicBezTo>
                <a:cubicBezTo>
                  <a:pt x="129" y="716"/>
                  <a:pt x="131" y="714"/>
                  <a:pt x="129" y="710"/>
                </a:cubicBezTo>
                <a:cubicBezTo>
                  <a:pt x="129" y="709"/>
                  <a:pt x="131" y="709"/>
                  <a:pt x="132" y="709"/>
                </a:cubicBezTo>
                <a:cubicBezTo>
                  <a:pt x="133" y="708"/>
                  <a:pt x="133" y="707"/>
                  <a:pt x="134" y="707"/>
                </a:cubicBezTo>
                <a:cubicBezTo>
                  <a:pt x="132" y="707"/>
                  <a:pt x="130" y="707"/>
                  <a:pt x="129" y="706"/>
                </a:cubicBezTo>
                <a:cubicBezTo>
                  <a:pt x="134" y="706"/>
                  <a:pt x="134" y="706"/>
                  <a:pt x="134" y="706"/>
                </a:cubicBezTo>
                <a:cubicBezTo>
                  <a:pt x="137" y="700"/>
                  <a:pt x="140" y="694"/>
                  <a:pt x="142" y="689"/>
                </a:cubicBezTo>
                <a:close/>
                <a:moveTo>
                  <a:pt x="870" y="751"/>
                </a:moveTo>
                <a:cubicBezTo>
                  <a:pt x="871" y="751"/>
                  <a:pt x="873" y="752"/>
                  <a:pt x="874" y="752"/>
                </a:cubicBezTo>
                <a:cubicBezTo>
                  <a:pt x="873" y="751"/>
                  <a:pt x="872" y="750"/>
                  <a:pt x="871" y="749"/>
                </a:cubicBezTo>
                <a:cubicBezTo>
                  <a:pt x="871" y="750"/>
                  <a:pt x="871" y="751"/>
                  <a:pt x="870" y="751"/>
                </a:cubicBezTo>
                <a:close/>
                <a:moveTo>
                  <a:pt x="939" y="764"/>
                </a:moveTo>
                <a:cubicBezTo>
                  <a:pt x="944" y="764"/>
                  <a:pt x="945" y="758"/>
                  <a:pt x="940" y="757"/>
                </a:cubicBezTo>
                <a:cubicBezTo>
                  <a:pt x="933" y="756"/>
                  <a:pt x="925" y="755"/>
                  <a:pt x="917" y="753"/>
                </a:cubicBezTo>
                <a:cubicBezTo>
                  <a:pt x="910" y="753"/>
                  <a:pt x="910" y="753"/>
                  <a:pt x="910" y="753"/>
                </a:cubicBezTo>
                <a:cubicBezTo>
                  <a:pt x="910" y="753"/>
                  <a:pt x="910" y="752"/>
                  <a:pt x="910" y="752"/>
                </a:cubicBezTo>
                <a:cubicBezTo>
                  <a:pt x="896" y="749"/>
                  <a:pt x="882" y="747"/>
                  <a:pt x="868" y="744"/>
                </a:cubicBezTo>
                <a:cubicBezTo>
                  <a:pt x="874" y="747"/>
                  <a:pt x="883" y="748"/>
                  <a:pt x="887" y="753"/>
                </a:cubicBezTo>
                <a:cubicBezTo>
                  <a:pt x="882" y="754"/>
                  <a:pt x="882" y="754"/>
                  <a:pt x="882" y="754"/>
                </a:cubicBezTo>
                <a:cubicBezTo>
                  <a:pt x="901" y="757"/>
                  <a:pt x="920" y="761"/>
                  <a:pt x="939" y="764"/>
                </a:cubicBezTo>
                <a:close/>
                <a:moveTo>
                  <a:pt x="861" y="749"/>
                </a:moveTo>
                <a:cubicBezTo>
                  <a:pt x="860" y="747"/>
                  <a:pt x="859" y="744"/>
                  <a:pt x="856" y="745"/>
                </a:cubicBezTo>
                <a:cubicBezTo>
                  <a:pt x="856" y="746"/>
                  <a:pt x="856" y="747"/>
                  <a:pt x="855" y="748"/>
                </a:cubicBezTo>
                <a:cubicBezTo>
                  <a:pt x="859" y="749"/>
                  <a:pt x="864" y="750"/>
                  <a:pt x="868" y="751"/>
                </a:cubicBezTo>
                <a:cubicBezTo>
                  <a:pt x="867" y="750"/>
                  <a:pt x="867" y="749"/>
                  <a:pt x="867" y="747"/>
                </a:cubicBezTo>
                <a:cubicBezTo>
                  <a:pt x="864" y="747"/>
                  <a:pt x="862" y="747"/>
                  <a:pt x="861" y="749"/>
                </a:cubicBezTo>
                <a:close/>
                <a:moveTo>
                  <a:pt x="1088" y="749"/>
                </a:moveTo>
                <a:cubicBezTo>
                  <a:pt x="1087" y="746"/>
                  <a:pt x="1086" y="744"/>
                  <a:pt x="1080" y="746"/>
                </a:cubicBezTo>
                <a:cubicBezTo>
                  <a:pt x="1080" y="746"/>
                  <a:pt x="1080" y="746"/>
                  <a:pt x="1080" y="745"/>
                </a:cubicBezTo>
                <a:cubicBezTo>
                  <a:pt x="1078" y="746"/>
                  <a:pt x="1076" y="747"/>
                  <a:pt x="1074" y="748"/>
                </a:cubicBezTo>
                <a:cubicBezTo>
                  <a:pt x="1076" y="748"/>
                  <a:pt x="1078" y="748"/>
                  <a:pt x="1079" y="749"/>
                </a:cubicBezTo>
                <a:cubicBezTo>
                  <a:pt x="1079" y="750"/>
                  <a:pt x="1079" y="751"/>
                  <a:pt x="1079" y="752"/>
                </a:cubicBezTo>
                <a:cubicBezTo>
                  <a:pt x="1063" y="752"/>
                  <a:pt x="1063" y="752"/>
                  <a:pt x="1063" y="752"/>
                </a:cubicBezTo>
                <a:cubicBezTo>
                  <a:pt x="1062" y="752"/>
                  <a:pt x="1062" y="752"/>
                  <a:pt x="1062" y="751"/>
                </a:cubicBezTo>
                <a:cubicBezTo>
                  <a:pt x="1028" y="760"/>
                  <a:pt x="991" y="758"/>
                  <a:pt x="956" y="751"/>
                </a:cubicBezTo>
                <a:cubicBezTo>
                  <a:pt x="956" y="752"/>
                  <a:pt x="956" y="752"/>
                  <a:pt x="956" y="753"/>
                </a:cubicBezTo>
                <a:cubicBezTo>
                  <a:pt x="948" y="753"/>
                  <a:pt x="948" y="753"/>
                  <a:pt x="948" y="753"/>
                </a:cubicBezTo>
                <a:cubicBezTo>
                  <a:pt x="948" y="752"/>
                  <a:pt x="947" y="751"/>
                  <a:pt x="947" y="750"/>
                </a:cubicBezTo>
                <a:cubicBezTo>
                  <a:pt x="946" y="751"/>
                  <a:pt x="946" y="752"/>
                  <a:pt x="946" y="753"/>
                </a:cubicBezTo>
                <a:cubicBezTo>
                  <a:pt x="940" y="753"/>
                  <a:pt x="940" y="753"/>
                  <a:pt x="940" y="753"/>
                </a:cubicBezTo>
                <a:cubicBezTo>
                  <a:pt x="939" y="751"/>
                  <a:pt x="939" y="749"/>
                  <a:pt x="940" y="747"/>
                </a:cubicBezTo>
                <a:cubicBezTo>
                  <a:pt x="936" y="746"/>
                  <a:pt x="932" y="745"/>
                  <a:pt x="927" y="743"/>
                </a:cubicBezTo>
                <a:cubicBezTo>
                  <a:pt x="927" y="744"/>
                  <a:pt x="927" y="745"/>
                  <a:pt x="927" y="745"/>
                </a:cubicBezTo>
                <a:cubicBezTo>
                  <a:pt x="925" y="746"/>
                  <a:pt x="923" y="746"/>
                  <a:pt x="921" y="745"/>
                </a:cubicBezTo>
                <a:cubicBezTo>
                  <a:pt x="921" y="744"/>
                  <a:pt x="920" y="742"/>
                  <a:pt x="920" y="741"/>
                </a:cubicBezTo>
                <a:cubicBezTo>
                  <a:pt x="896" y="733"/>
                  <a:pt x="871" y="725"/>
                  <a:pt x="847" y="717"/>
                </a:cubicBezTo>
                <a:cubicBezTo>
                  <a:pt x="847" y="717"/>
                  <a:pt x="847" y="718"/>
                  <a:pt x="847" y="718"/>
                </a:cubicBezTo>
                <a:cubicBezTo>
                  <a:pt x="840" y="718"/>
                  <a:pt x="840" y="718"/>
                  <a:pt x="840" y="718"/>
                </a:cubicBezTo>
                <a:cubicBezTo>
                  <a:pt x="840" y="718"/>
                  <a:pt x="840" y="717"/>
                  <a:pt x="840" y="717"/>
                </a:cubicBezTo>
                <a:cubicBezTo>
                  <a:pt x="841" y="717"/>
                  <a:pt x="843" y="716"/>
                  <a:pt x="844" y="716"/>
                </a:cubicBezTo>
                <a:cubicBezTo>
                  <a:pt x="842" y="715"/>
                  <a:pt x="840" y="715"/>
                  <a:pt x="838" y="714"/>
                </a:cubicBezTo>
                <a:cubicBezTo>
                  <a:pt x="836" y="715"/>
                  <a:pt x="834" y="715"/>
                  <a:pt x="833" y="714"/>
                </a:cubicBezTo>
                <a:cubicBezTo>
                  <a:pt x="833" y="714"/>
                  <a:pt x="833" y="713"/>
                  <a:pt x="833" y="713"/>
                </a:cubicBezTo>
                <a:cubicBezTo>
                  <a:pt x="833" y="713"/>
                  <a:pt x="832" y="712"/>
                  <a:pt x="831" y="712"/>
                </a:cubicBezTo>
                <a:cubicBezTo>
                  <a:pt x="828" y="714"/>
                  <a:pt x="824" y="716"/>
                  <a:pt x="821" y="716"/>
                </a:cubicBezTo>
                <a:cubicBezTo>
                  <a:pt x="826" y="717"/>
                  <a:pt x="831" y="719"/>
                  <a:pt x="836" y="720"/>
                </a:cubicBezTo>
                <a:cubicBezTo>
                  <a:pt x="855" y="726"/>
                  <a:pt x="874" y="733"/>
                  <a:pt x="894" y="740"/>
                </a:cubicBezTo>
                <a:cubicBezTo>
                  <a:pt x="894" y="739"/>
                  <a:pt x="895" y="738"/>
                  <a:pt x="896" y="737"/>
                </a:cubicBezTo>
                <a:cubicBezTo>
                  <a:pt x="899" y="738"/>
                  <a:pt x="900" y="742"/>
                  <a:pt x="903" y="743"/>
                </a:cubicBezTo>
                <a:cubicBezTo>
                  <a:pt x="903" y="743"/>
                  <a:pt x="903" y="743"/>
                  <a:pt x="903" y="743"/>
                </a:cubicBezTo>
                <a:cubicBezTo>
                  <a:pt x="905" y="744"/>
                  <a:pt x="907" y="744"/>
                  <a:pt x="909" y="745"/>
                </a:cubicBezTo>
                <a:cubicBezTo>
                  <a:pt x="907" y="743"/>
                  <a:pt x="906" y="741"/>
                  <a:pt x="908" y="739"/>
                </a:cubicBezTo>
                <a:cubicBezTo>
                  <a:pt x="910" y="741"/>
                  <a:pt x="913" y="743"/>
                  <a:pt x="914" y="746"/>
                </a:cubicBezTo>
                <a:cubicBezTo>
                  <a:pt x="915" y="745"/>
                  <a:pt x="915" y="745"/>
                  <a:pt x="916" y="745"/>
                </a:cubicBezTo>
                <a:cubicBezTo>
                  <a:pt x="916" y="746"/>
                  <a:pt x="916" y="747"/>
                  <a:pt x="916" y="747"/>
                </a:cubicBezTo>
                <a:cubicBezTo>
                  <a:pt x="936" y="754"/>
                  <a:pt x="958" y="760"/>
                  <a:pt x="979" y="762"/>
                </a:cubicBezTo>
                <a:cubicBezTo>
                  <a:pt x="1014" y="767"/>
                  <a:pt x="1055" y="764"/>
                  <a:pt x="1088" y="749"/>
                </a:cubicBezTo>
                <a:close/>
                <a:moveTo>
                  <a:pt x="207" y="573"/>
                </a:moveTo>
                <a:cubicBezTo>
                  <a:pt x="206" y="573"/>
                  <a:pt x="205" y="573"/>
                  <a:pt x="204" y="573"/>
                </a:cubicBezTo>
                <a:cubicBezTo>
                  <a:pt x="204" y="573"/>
                  <a:pt x="204" y="573"/>
                  <a:pt x="203" y="574"/>
                </a:cubicBezTo>
                <a:cubicBezTo>
                  <a:pt x="204" y="574"/>
                  <a:pt x="205" y="573"/>
                  <a:pt x="207" y="573"/>
                </a:cubicBezTo>
                <a:cubicBezTo>
                  <a:pt x="207" y="573"/>
                  <a:pt x="207" y="573"/>
                  <a:pt x="207" y="573"/>
                </a:cubicBezTo>
                <a:close/>
                <a:moveTo>
                  <a:pt x="200" y="579"/>
                </a:moveTo>
                <a:cubicBezTo>
                  <a:pt x="200" y="579"/>
                  <a:pt x="200" y="579"/>
                  <a:pt x="201" y="579"/>
                </a:cubicBezTo>
                <a:cubicBezTo>
                  <a:pt x="201" y="578"/>
                  <a:pt x="201" y="578"/>
                  <a:pt x="201" y="577"/>
                </a:cubicBezTo>
                <a:cubicBezTo>
                  <a:pt x="200" y="578"/>
                  <a:pt x="200" y="578"/>
                  <a:pt x="200" y="579"/>
                </a:cubicBezTo>
                <a:close/>
                <a:moveTo>
                  <a:pt x="830" y="438"/>
                </a:moveTo>
                <a:cubicBezTo>
                  <a:pt x="825" y="437"/>
                  <a:pt x="820" y="435"/>
                  <a:pt x="815" y="433"/>
                </a:cubicBezTo>
                <a:cubicBezTo>
                  <a:pt x="812" y="433"/>
                  <a:pt x="812" y="433"/>
                  <a:pt x="812" y="433"/>
                </a:cubicBezTo>
                <a:cubicBezTo>
                  <a:pt x="812" y="433"/>
                  <a:pt x="812" y="432"/>
                  <a:pt x="812" y="432"/>
                </a:cubicBezTo>
                <a:cubicBezTo>
                  <a:pt x="811" y="432"/>
                  <a:pt x="810" y="431"/>
                  <a:pt x="809" y="431"/>
                </a:cubicBezTo>
                <a:cubicBezTo>
                  <a:pt x="809" y="432"/>
                  <a:pt x="809" y="432"/>
                  <a:pt x="809" y="432"/>
                </a:cubicBezTo>
                <a:cubicBezTo>
                  <a:pt x="806" y="432"/>
                  <a:pt x="801" y="431"/>
                  <a:pt x="801" y="429"/>
                </a:cubicBezTo>
                <a:cubicBezTo>
                  <a:pt x="800" y="428"/>
                  <a:pt x="799" y="428"/>
                  <a:pt x="798" y="428"/>
                </a:cubicBezTo>
                <a:cubicBezTo>
                  <a:pt x="798" y="429"/>
                  <a:pt x="798" y="430"/>
                  <a:pt x="798" y="431"/>
                </a:cubicBezTo>
                <a:cubicBezTo>
                  <a:pt x="799" y="431"/>
                  <a:pt x="801" y="431"/>
                  <a:pt x="802" y="431"/>
                </a:cubicBezTo>
                <a:cubicBezTo>
                  <a:pt x="802" y="432"/>
                  <a:pt x="802" y="433"/>
                  <a:pt x="802" y="433"/>
                </a:cubicBezTo>
                <a:cubicBezTo>
                  <a:pt x="794" y="433"/>
                  <a:pt x="794" y="433"/>
                  <a:pt x="794" y="433"/>
                </a:cubicBezTo>
                <a:cubicBezTo>
                  <a:pt x="810" y="439"/>
                  <a:pt x="826" y="444"/>
                  <a:pt x="842" y="450"/>
                </a:cubicBezTo>
                <a:cubicBezTo>
                  <a:pt x="845" y="450"/>
                  <a:pt x="845" y="450"/>
                  <a:pt x="845" y="450"/>
                </a:cubicBezTo>
                <a:cubicBezTo>
                  <a:pt x="845" y="451"/>
                  <a:pt x="845" y="451"/>
                  <a:pt x="845" y="451"/>
                </a:cubicBezTo>
                <a:cubicBezTo>
                  <a:pt x="846" y="452"/>
                  <a:pt x="847" y="452"/>
                  <a:pt x="848" y="453"/>
                </a:cubicBezTo>
                <a:cubicBezTo>
                  <a:pt x="849" y="452"/>
                  <a:pt x="849" y="452"/>
                  <a:pt x="850" y="452"/>
                </a:cubicBezTo>
                <a:cubicBezTo>
                  <a:pt x="849" y="451"/>
                  <a:pt x="849" y="451"/>
                  <a:pt x="849" y="450"/>
                </a:cubicBezTo>
                <a:cubicBezTo>
                  <a:pt x="856" y="450"/>
                  <a:pt x="856" y="450"/>
                  <a:pt x="856" y="450"/>
                </a:cubicBezTo>
                <a:cubicBezTo>
                  <a:pt x="856" y="452"/>
                  <a:pt x="857" y="453"/>
                  <a:pt x="858" y="454"/>
                </a:cubicBezTo>
                <a:cubicBezTo>
                  <a:pt x="858" y="453"/>
                  <a:pt x="857" y="451"/>
                  <a:pt x="857" y="450"/>
                </a:cubicBezTo>
                <a:cubicBezTo>
                  <a:pt x="862" y="450"/>
                  <a:pt x="862" y="450"/>
                  <a:pt x="862" y="450"/>
                </a:cubicBezTo>
                <a:cubicBezTo>
                  <a:pt x="851" y="446"/>
                  <a:pt x="841" y="442"/>
                  <a:pt x="830" y="438"/>
                </a:cubicBezTo>
                <a:close/>
                <a:moveTo>
                  <a:pt x="809" y="433"/>
                </a:moveTo>
                <a:cubicBezTo>
                  <a:pt x="807" y="433"/>
                  <a:pt x="807" y="433"/>
                  <a:pt x="807" y="433"/>
                </a:cubicBezTo>
                <a:cubicBezTo>
                  <a:pt x="808" y="433"/>
                  <a:pt x="808" y="433"/>
                  <a:pt x="809" y="433"/>
                </a:cubicBezTo>
                <a:cubicBezTo>
                  <a:pt x="809" y="433"/>
                  <a:pt x="809" y="433"/>
                  <a:pt x="809" y="433"/>
                </a:cubicBezTo>
                <a:close/>
                <a:moveTo>
                  <a:pt x="114" y="746"/>
                </a:moveTo>
                <a:cubicBezTo>
                  <a:pt x="112" y="744"/>
                  <a:pt x="111" y="743"/>
                  <a:pt x="109" y="743"/>
                </a:cubicBezTo>
                <a:cubicBezTo>
                  <a:pt x="108" y="744"/>
                  <a:pt x="107" y="746"/>
                  <a:pt x="107" y="748"/>
                </a:cubicBezTo>
                <a:cubicBezTo>
                  <a:pt x="110" y="748"/>
                  <a:pt x="110" y="751"/>
                  <a:pt x="112" y="752"/>
                </a:cubicBezTo>
                <a:cubicBezTo>
                  <a:pt x="112" y="753"/>
                  <a:pt x="112" y="753"/>
                  <a:pt x="111" y="754"/>
                </a:cubicBezTo>
                <a:cubicBezTo>
                  <a:pt x="112" y="754"/>
                  <a:pt x="112" y="754"/>
                  <a:pt x="112" y="754"/>
                </a:cubicBezTo>
                <a:cubicBezTo>
                  <a:pt x="113" y="752"/>
                  <a:pt x="113" y="751"/>
                  <a:pt x="114" y="750"/>
                </a:cubicBezTo>
                <a:cubicBezTo>
                  <a:pt x="112" y="749"/>
                  <a:pt x="112" y="747"/>
                  <a:pt x="114" y="746"/>
                </a:cubicBezTo>
                <a:close/>
                <a:moveTo>
                  <a:pt x="1079" y="741"/>
                </a:moveTo>
                <a:cubicBezTo>
                  <a:pt x="1078" y="739"/>
                  <a:pt x="1076" y="737"/>
                  <a:pt x="1075" y="736"/>
                </a:cubicBezTo>
                <a:cubicBezTo>
                  <a:pt x="1068" y="738"/>
                  <a:pt x="1061" y="739"/>
                  <a:pt x="1054" y="740"/>
                </a:cubicBezTo>
                <a:cubicBezTo>
                  <a:pt x="1055" y="741"/>
                  <a:pt x="1055" y="742"/>
                  <a:pt x="1055" y="743"/>
                </a:cubicBezTo>
                <a:cubicBezTo>
                  <a:pt x="1056" y="743"/>
                  <a:pt x="1057" y="744"/>
                  <a:pt x="1057" y="744"/>
                </a:cubicBezTo>
                <a:cubicBezTo>
                  <a:pt x="1060" y="744"/>
                  <a:pt x="1062" y="744"/>
                  <a:pt x="1065" y="745"/>
                </a:cubicBezTo>
                <a:cubicBezTo>
                  <a:pt x="1065" y="745"/>
                  <a:pt x="1066" y="745"/>
                  <a:pt x="1066" y="745"/>
                </a:cubicBezTo>
                <a:cubicBezTo>
                  <a:pt x="1070" y="744"/>
                  <a:pt x="1075" y="743"/>
                  <a:pt x="1079" y="741"/>
                </a:cubicBezTo>
                <a:close/>
                <a:moveTo>
                  <a:pt x="785" y="423"/>
                </a:moveTo>
                <a:cubicBezTo>
                  <a:pt x="785" y="425"/>
                  <a:pt x="784" y="427"/>
                  <a:pt x="784" y="429"/>
                </a:cubicBezTo>
                <a:cubicBezTo>
                  <a:pt x="785" y="429"/>
                  <a:pt x="786" y="429"/>
                  <a:pt x="788" y="429"/>
                </a:cubicBezTo>
                <a:cubicBezTo>
                  <a:pt x="788" y="428"/>
                  <a:pt x="788" y="427"/>
                  <a:pt x="788" y="427"/>
                </a:cubicBezTo>
                <a:cubicBezTo>
                  <a:pt x="790" y="427"/>
                  <a:pt x="791" y="427"/>
                  <a:pt x="792" y="428"/>
                </a:cubicBezTo>
                <a:cubicBezTo>
                  <a:pt x="792" y="428"/>
                  <a:pt x="792" y="428"/>
                  <a:pt x="792" y="428"/>
                </a:cubicBezTo>
                <a:cubicBezTo>
                  <a:pt x="792" y="428"/>
                  <a:pt x="793" y="427"/>
                  <a:pt x="793" y="426"/>
                </a:cubicBezTo>
                <a:cubicBezTo>
                  <a:pt x="793" y="426"/>
                  <a:pt x="793" y="426"/>
                  <a:pt x="793" y="426"/>
                </a:cubicBezTo>
                <a:cubicBezTo>
                  <a:pt x="791" y="425"/>
                  <a:pt x="790" y="425"/>
                  <a:pt x="788" y="424"/>
                </a:cubicBezTo>
                <a:cubicBezTo>
                  <a:pt x="788" y="424"/>
                  <a:pt x="788" y="424"/>
                  <a:pt x="788" y="424"/>
                </a:cubicBezTo>
                <a:cubicBezTo>
                  <a:pt x="788" y="424"/>
                  <a:pt x="788" y="424"/>
                  <a:pt x="788" y="424"/>
                </a:cubicBezTo>
                <a:cubicBezTo>
                  <a:pt x="787" y="424"/>
                  <a:pt x="786" y="424"/>
                  <a:pt x="785" y="423"/>
                </a:cubicBezTo>
                <a:close/>
                <a:moveTo>
                  <a:pt x="883" y="433"/>
                </a:moveTo>
                <a:cubicBezTo>
                  <a:pt x="898" y="438"/>
                  <a:pt x="914" y="443"/>
                  <a:pt x="929" y="449"/>
                </a:cubicBezTo>
                <a:cubicBezTo>
                  <a:pt x="933" y="450"/>
                  <a:pt x="935" y="444"/>
                  <a:pt x="931" y="443"/>
                </a:cubicBezTo>
                <a:cubicBezTo>
                  <a:pt x="922" y="439"/>
                  <a:pt x="913" y="436"/>
                  <a:pt x="903" y="432"/>
                </a:cubicBezTo>
                <a:lnTo>
                  <a:pt x="883" y="433"/>
                </a:lnTo>
                <a:close/>
                <a:moveTo>
                  <a:pt x="959" y="717"/>
                </a:moveTo>
                <a:cubicBezTo>
                  <a:pt x="958" y="716"/>
                  <a:pt x="957" y="716"/>
                  <a:pt x="956" y="715"/>
                </a:cubicBezTo>
                <a:cubicBezTo>
                  <a:pt x="941" y="711"/>
                  <a:pt x="926" y="706"/>
                  <a:pt x="912" y="701"/>
                </a:cubicBezTo>
                <a:cubicBezTo>
                  <a:pt x="912" y="701"/>
                  <a:pt x="913" y="702"/>
                  <a:pt x="913" y="703"/>
                </a:cubicBezTo>
                <a:cubicBezTo>
                  <a:pt x="912" y="703"/>
                  <a:pt x="912" y="705"/>
                  <a:pt x="910" y="704"/>
                </a:cubicBezTo>
                <a:cubicBezTo>
                  <a:pt x="910" y="702"/>
                  <a:pt x="907" y="702"/>
                  <a:pt x="907" y="699"/>
                </a:cubicBezTo>
                <a:cubicBezTo>
                  <a:pt x="908" y="699"/>
                  <a:pt x="908" y="699"/>
                  <a:pt x="908" y="699"/>
                </a:cubicBezTo>
                <a:cubicBezTo>
                  <a:pt x="895" y="694"/>
                  <a:pt x="882" y="688"/>
                  <a:pt x="869" y="682"/>
                </a:cubicBezTo>
                <a:cubicBezTo>
                  <a:pt x="868" y="682"/>
                  <a:pt x="868" y="682"/>
                  <a:pt x="868" y="682"/>
                </a:cubicBezTo>
                <a:cubicBezTo>
                  <a:pt x="865" y="681"/>
                  <a:pt x="864" y="680"/>
                  <a:pt x="861" y="679"/>
                </a:cubicBezTo>
                <a:cubicBezTo>
                  <a:pt x="861" y="679"/>
                  <a:pt x="861" y="679"/>
                  <a:pt x="861" y="679"/>
                </a:cubicBezTo>
                <a:cubicBezTo>
                  <a:pt x="858" y="677"/>
                  <a:pt x="855" y="676"/>
                  <a:pt x="853" y="674"/>
                </a:cubicBezTo>
                <a:cubicBezTo>
                  <a:pt x="852" y="674"/>
                  <a:pt x="851" y="674"/>
                  <a:pt x="851" y="673"/>
                </a:cubicBezTo>
                <a:cubicBezTo>
                  <a:pt x="849" y="673"/>
                  <a:pt x="847" y="672"/>
                  <a:pt x="845" y="671"/>
                </a:cubicBezTo>
                <a:cubicBezTo>
                  <a:pt x="842" y="673"/>
                  <a:pt x="838" y="674"/>
                  <a:pt x="837" y="671"/>
                </a:cubicBezTo>
                <a:cubicBezTo>
                  <a:pt x="836" y="671"/>
                  <a:pt x="835" y="671"/>
                  <a:pt x="834" y="671"/>
                </a:cubicBezTo>
                <a:cubicBezTo>
                  <a:pt x="834" y="668"/>
                  <a:pt x="834" y="666"/>
                  <a:pt x="837" y="666"/>
                </a:cubicBezTo>
                <a:cubicBezTo>
                  <a:pt x="824" y="660"/>
                  <a:pt x="812" y="653"/>
                  <a:pt x="800" y="647"/>
                </a:cubicBezTo>
                <a:cubicBezTo>
                  <a:pt x="798" y="647"/>
                  <a:pt x="797" y="646"/>
                  <a:pt x="795" y="647"/>
                </a:cubicBezTo>
                <a:cubicBezTo>
                  <a:pt x="787" y="647"/>
                  <a:pt x="787" y="647"/>
                  <a:pt x="787" y="647"/>
                </a:cubicBezTo>
                <a:cubicBezTo>
                  <a:pt x="797" y="653"/>
                  <a:pt x="808" y="659"/>
                  <a:pt x="818" y="664"/>
                </a:cubicBezTo>
                <a:cubicBezTo>
                  <a:pt x="830" y="664"/>
                  <a:pt x="830" y="664"/>
                  <a:pt x="830" y="664"/>
                </a:cubicBezTo>
                <a:cubicBezTo>
                  <a:pt x="830" y="666"/>
                  <a:pt x="830" y="668"/>
                  <a:pt x="830" y="670"/>
                </a:cubicBezTo>
                <a:cubicBezTo>
                  <a:pt x="833" y="672"/>
                  <a:pt x="837" y="674"/>
                  <a:pt x="841" y="676"/>
                </a:cubicBezTo>
                <a:cubicBezTo>
                  <a:pt x="844" y="676"/>
                  <a:pt x="847" y="677"/>
                  <a:pt x="849" y="679"/>
                </a:cubicBezTo>
                <a:cubicBezTo>
                  <a:pt x="849" y="679"/>
                  <a:pt x="849" y="680"/>
                  <a:pt x="849" y="680"/>
                </a:cubicBezTo>
                <a:cubicBezTo>
                  <a:pt x="850" y="680"/>
                  <a:pt x="851" y="681"/>
                  <a:pt x="852" y="681"/>
                </a:cubicBezTo>
                <a:cubicBezTo>
                  <a:pt x="853" y="679"/>
                  <a:pt x="855" y="678"/>
                  <a:pt x="859" y="679"/>
                </a:cubicBezTo>
                <a:cubicBezTo>
                  <a:pt x="860" y="680"/>
                  <a:pt x="861" y="681"/>
                  <a:pt x="862" y="682"/>
                </a:cubicBezTo>
                <a:cubicBezTo>
                  <a:pt x="854" y="682"/>
                  <a:pt x="854" y="682"/>
                  <a:pt x="854" y="682"/>
                </a:cubicBezTo>
                <a:cubicBezTo>
                  <a:pt x="867" y="689"/>
                  <a:pt x="880" y="695"/>
                  <a:pt x="893" y="700"/>
                </a:cubicBezTo>
                <a:cubicBezTo>
                  <a:pt x="893" y="700"/>
                  <a:pt x="894" y="700"/>
                  <a:pt x="895" y="699"/>
                </a:cubicBezTo>
                <a:cubicBezTo>
                  <a:pt x="895" y="699"/>
                  <a:pt x="895" y="699"/>
                  <a:pt x="895" y="699"/>
                </a:cubicBezTo>
                <a:cubicBezTo>
                  <a:pt x="905" y="699"/>
                  <a:pt x="905" y="699"/>
                  <a:pt x="905" y="699"/>
                </a:cubicBezTo>
                <a:cubicBezTo>
                  <a:pt x="905" y="700"/>
                  <a:pt x="905" y="702"/>
                  <a:pt x="905" y="703"/>
                </a:cubicBezTo>
                <a:cubicBezTo>
                  <a:pt x="906" y="706"/>
                  <a:pt x="912" y="705"/>
                  <a:pt x="916" y="705"/>
                </a:cubicBezTo>
                <a:cubicBezTo>
                  <a:pt x="917" y="707"/>
                  <a:pt x="918" y="709"/>
                  <a:pt x="919" y="711"/>
                </a:cubicBezTo>
                <a:cubicBezTo>
                  <a:pt x="961" y="726"/>
                  <a:pt x="1004" y="735"/>
                  <a:pt x="1051" y="734"/>
                </a:cubicBezTo>
                <a:cubicBezTo>
                  <a:pt x="1060" y="733"/>
                  <a:pt x="1069" y="732"/>
                  <a:pt x="1079" y="731"/>
                </a:cubicBezTo>
                <a:cubicBezTo>
                  <a:pt x="1083" y="730"/>
                  <a:pt x="1082" y="724"/>
                  <a:pt x="1078" y="724"/>
                </a:cubicBezTo>
                <a:cubicBezTo>
                  <a:pt x="1038" y="730"/>
                  <a:pt x="1000" y="726"/>
                  <a:pt x="963" y="717"/>
                </a:cubicBezTo>
                <a:lnTo>
                  <a:pt x="959" y="717"/>
                </a:lnTo>
                <a:close/>
              </a:path>
            </a:pathLst>
          </a:custGeom>
          <a:solidFill>
            <a:schemeClr val="tx1">
              <a:alpha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788"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Oval 2">
            <a:extLst>
              <a:ext uri="{FF2B5EF4-FFF2-40B4-BE49-F238E27FC236}">
                <a16:creationId xmlns:a16="http://schemas.microsoft.com/office/drawing/2014/main" id="{C2E26CF1-B3EE-4296-B9DA-1C04A937B26B}"/>
              </a:ext>
            </a:extLst>
          </p:cNvPr>
          <p:cNvSpPr/>
          <p:nvPr/>
        </p:nvSpPr>
        <p:spPr>
          <a:xfrm>
            <a:off x="5392445" y="4405014"/>
            <a:ext cx="229228" cy="229228"/>
          </a:xfrm>
          <a:prstGeom prst="ellipse">
            <a:avLst/>
          </a:prstGeom>
          <a:solidFill>
            <a:schemeClr val="bg1">
              <a:alpha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E5217C7E-197E-4D54-8A13-78A06843C905}"/>
              </a:ext>
            </a:extLst>
          </p:cNvPr>
          <p:cNvSpPr/>
          <p:nvPr/>
        </p:nvSpPr>
        <p:spPr>
          <a:xfrm>
            <a:off x="5163217" y="2638749"/>
            <a:ext cx="229228" cy="229228"/>
          </a:xfrm>
          <a:prstGeom prst="ellipse">
            <a:avLst/>
          </a:prstGeom>
          <a:solidFill>
            <a:schemeClr val="bg1">
              <a:alpha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CCE92C48-9646-4A22-BE9B-BFCDDEC83E09}"/>
              </a:ext>
            </a:extLst>
          </p:cNvPr>
          <p:cNvSpPr/>
          <p:nvPr/>
        </p:nvSpPr>
        <p:spPr>
          <a:xfrm>
            <a:off x="6096000" y="2596487"/>
            <a:ext cx="229228" cy="229228"/>
          </a:xfrm>
          <a:prstGeom prst="ellipse">
            <a:avLst/>
          </a:prstGeom>
          <a:solidFill>
            <a:schemeClr val="bg1">
              <a:alpha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Oval 37">
            <a:extLst>
              <a:ext uri="{FF2B5EF4-FFF2-40B4-BE49-F238E27FC236}">
                <a16:creationId xmlns:a16="http://schemas.microsoft.com/office/drawing/2014/main" id="{FA6A7B6A-A884-45EB-B930-0B7914DFB0CD}"/>
              </a:ext>
            </a:extLst>
          </p:cNvPr>
          <p:cNvSpPr/>
          <p:nvPr/>
        </p:nvSpPr>
        <p:spPr>
          <a:xfrm>
            <a:off x="6287195" y="4147257"/>
            <a:ext cx="229228" cy="229228"/>
          </a:xfrm>
          <a:prstGeom prst="ellipse">
            <a:avLst/>
          </a:prstGeom>
          <a:solidFill>
            <a:schemeClr val="bg1">
              <a:alpha val="6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B4847150-9B84-4E1D-BD1B-3917A09BB572}"/>
              </a:ext>
            </a:extLst>
          </p:cNvPr>
          <p:cNvCxnSpPr>
            <a:cxnSpLocks/>
            <a:stCxn id="50" idx="3"/>
            <a:endCxn id="36" idx="1"/>
          </p:cNvCxnSpPr>
          <p:nvPr/>
        </p:nvCxnSpPr>
        <p:spPr>
          <a:xfrm>
            <a:off x="3982364" y="2256734"/>
            <a:ext cx="1214423" cy="41558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E46A4B9-A5F2-4E03-A86B-E252E4421DAC}"/>
              </a:ext>
            </a:extLst>
          </p:cNvPr>
          <p:cNvCxnSpPr>
            <a:cxnSpLocks/>
            <a:stCxn id="44" idx="3"/>
            <a:endCxn id="3" idx="2"/>
          </p:cNvCxnSpPr>
          <p:nvPr/>
        </p:nvCxnSpPr>
        <p:spPr>
          <a:xfrm flipV="1">
            <a:off x="3982364" y="4519628"/>
            <a:ext cx="1410081" cy="866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52ADCA7-CD42-4620-974D-73C3EE4FAA7B}"/>
              </a:ext>
            </a:extLst>
          </p:cNvPr>
          <p:cNvCxnSpPr>
            <a:cxnSpLocks/>
            <a:stCxn id="47" idx="1"/>
            <a:endCxn id="37" idx="7"/>
          </p:cNvCxnSpPr>
          <p:nvPr/>
        </p:nvCxnSpPr>
        <p:spPr>
          <a:xfrm flipH="1">
            <a:off x="6291658" y="1968387"/>
            <a:ext cx="1917981" cy="6616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3482E03-2B2F-448F-A6A5-3CD440FB44E9}"/>
              </a:ext>
            </a:extLst>
          </p:cNvPr>
          <p:cNvCxnSpPr>
            <a:cxnSpLocks/>
          </p:cNvCxnSpPr>
          <p:nvPr/>
        </p:nvCxnSpPr>
        <p:spPr>
          <a:xfrm flipH="1">
            <a:off x="6558104" y="3653265"/>
            <a:ext cx="1449403" cy="562491"/>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E6BBF4A-833C-4AAB-8D68-AE7FF950BFF4}"/>
              </a:ext>
            </a:extLst>
          </p:cNvPr>
          <p:cNvSpPr txBox="1"/>
          <p:nvPr/>
        </p:nvSpPr>
        <p:spPr>
          <a:xfrm>
            <a:off x="1779548" y="4190812"/>
            <a:ext cx="2202816" cy="830997"/>
          </a:xfrm>
          <a:prstGeom prst="rect">
            <a:avLst/>
          </a:prstGeom>
          <a:noFill/>
        </p:spPr>
        <p:txBody>
          <a:bodyPr wrap="square" lIns="0" r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Conditions of Access</a:t>
            </a:r>
          </a:p>
        </p:txBody>
      </p:sp>
      <p:sp>
        <p:nvSpPr>
          <p:cNvPr id="47" name="TextBox 46">
            <a:extLst>
              <a:ext uri="{FF2B5EF4-FFF2-40B4-BE49-F238E27FC236}">
                <a16:creationId xmlns:a16="http://schemas.microsoft.com/office/drawing/2014/main" id="{822187D8-E9B7-4674-B37F-B3F80E01E5A0}"/>
              </a:ext>
            </a:extLst>
          </p:cNvPr>
          <p:cNvSpPr txBox="1"/>
          <p:nvPr/>
        </p:nvSpPr>
        <p:spPr>
          <a:xfrm>
            <a:off x="8209639" y="1552888"/>
            <a:ext cx="2202816" cy="830997"/>
          </a:xfrm>
          <a:prstGeom prst="rect">
            <a:avLst/>
          </a:prstGeom>
          <a:noFill/>
        </p:spPr>
        <p:txBody>
          <a:bodyPr wrap="square" l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Limitations of Access</a:t>
            </a:r>
          </a:p>
        </p:txBody>
      </p:sp>
      <p:sp>
        <p:nvSpPr>
          <p:cNvPr id="50" name="TextBox 49">
            <a:extLst>
              <a:ext uri="{FF2B5EF4-FFF2-40B4-BE49-F238E27FC236}">
                <a16:creationId xmlns:a16="http://schemas.microsoft.com/office/drawing/2014/main" id="{887EC6ED-A6CA-49F8-B309-ED8E2EF32B61}"/>
              </a:ext>
            </a:extLst>
          </p:cNvPr>
          <p:cNvSpPr txBox="1"/>
          <p:nvPr/>
        </p:nvSpPr>
        <p:spPr>
          <a:xfrm>
            <a:off x="1779548" y="1841235"/>
            <a:ext cx="2202816" cy="830997"/>
          </a:xfrm>
          <a:prstGeom prst="rect">
            <a:avLst/>
          </a:prstGeom>
          <a:noFill/>
        </p:spPr>
        <p:txBody>
          <a:bodyPr wrap="square" lIns="0" r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Who has Access</a:t>
            </a:r>
          </a:p>
        </p:txBody>
      </p:sp>
      <p:sp>
        <p:nvSpPr>
          <p:cNvPr id="58" name="TextBox 57">
            <a:extLst>
              <a:ext uri="{FF2B5EF4-FFF2-40B4-BE49-F238E27FC236}">
                <a16:creationId xmlns:a16="http://schemas.microsoft.com/office/drawing/2014/main" id="{12F4D2C7-59D1-4C96-8C59-03AD75262008}"/>
              </a:ext>
            </a:extLst>
          </p:cNvPr>
          <p:cNvSpPr txBox="1"/>
          <p:nvPr/>
        </p:nvSpPr>
        <p:spPr>
          <a:xfrm>
            <a:off x="8209639" y="3103513"/>
            <a:ext cx="2202816" cy="830997"/>
          </a:xfrm>
          <a:prstGeom prst="rect">
            <a:avLst/>
          </a:prstGeom>
          <a:noFill/>
        </p:spPr>
        <p:txBody>
          <a:bodyPr wrap="square" l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Calibri" panose="020F0502020204030204"/>
                <a:ea typeface="+mn-ea"/>
                <a:cs typeface="+mn-cs"/>
              </a:rPr>
              <a:t>Who does not have access</a:t>
            </a:r>
          </a:p>
        </p:txBody>
      </p:sp>
    </p:spTree>
    <p:extLst>
      <p:ext uri="{BB962C8B-B14F-4D97-AF65-F5344CB8AC3E}">
        <p14:creationId xmlns:p14="http://schemas.microsoft.com/office/powerpoint/2010/main" val="1420514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4472" y="764373"/>
            <a:ext cx="7931728" cy="1293028"/>
          </a:xfrm>
        </p:spPr>
        <p:txBody>
          <a:bodyPr/>
          <a:lstStyle/>
          <a:p>
            <a:pPr algn="r"/>
            <a:r>
              <a:rPr lang="en-US">
                <a:solidFill>
                  <a:srgbClr val="962021"/>
                </a:solidFill>
              </a:rPr>
              <a:t>Possession</a:t>
            </a:r>
            <a:endParaRPr lang="en-CA">
              <a:solidFill>
                <a:srgbClr val="962021"/>
              </a:solidFill>
            </a:endParaRPr>
          </a:p>
        </p:txBody>
      </p:sp>
      <p:graphicFrame>
        <p:nvGraphicFramePr>
          <p:cNvPr id="5" name="Content Placeholder 4">
            <a:extLst>
              <a:ext uri="{FF2B5EF4-FFF2-40B4-BE49-F238E27FC236}">
                <a16:creationId xmlns:a16="http://schemas.microsoft.com/office/drawing/2014/main" id="{782BD8AE-36B7-43F1-9020-86B6C494076A}"/>
              </a:ext>
            </a:extLst>
          </p:cNvPr>
          <p:cNvGraphicFramePr>
            <a:graphicFrameLocks noGrp="1"/>
          </p:cNvGraphicFramePr>
          <p:nvPr>
            <p:ph idx="1"/>
          </p:nvPr>
        </p:nvGraphicFramePr>
        <p:xfrm>
          <a:off x="764436" y="455503"/>
          <a:ext cx="520641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descr="Image result for data storage">
            <a:extLst>
              <a:ext uri="{FF2B5EF4-FFF2-40B4-BE49-F238E27FC236}">
                <a16:creationId xmlns:a16="http://schemas.microsoft.com/office/drawing/2014/main" id="{7A037738-E51B-480C-B8C1-CC62A584F1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2512903"/>
            <a:ext cx="5331564" cy="266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628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pic>
        <p:nvPicPr>
          <p:cNvPr id="13" name="Content Placeholder 11">
            <a:extLst>
              <a:ext uri="{FF2B5EF4-FFF2-40B4-BE49-F238E27FC236}">
                <a16:creationId xmlns:a16="http://schemas.microsoft.com/office/drawing/2014/main" id="{E0E77E86-CBD5-3D31-7730-768D60E30751}"/>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 y="3971499"/>
            <a:ext cx="12192001" cy="2886502"/>
          </a:xfrm>
          <a:prstGeom prst="rect">
            <a:avLst/>
          </a:prstGeom>
        </p:spPr>
      </p:pic>
      <p:pic>
        <p:nvPicPr>
          <p:cNvPr id="8" name="Picture 7" descr="A close-up of a drum&#10;&#10;Description automatically generated">
            <a:extLst>
              <a:ext uri="{FF2B5EF4-FFF2-40B4-BE49-F238E27FC236}">
                <a16:creationId xmlns:a16="http://schemas.microsoft.com/office/drawing/2014/main" id="{A6CCCB74-1DF8-C301-DA67-984DDE4EB3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7449" y="1471466"/>
            <a:ext cx="3933524" cy="3943284"/>
          </a:xfrm>
          <a:prstGeom prst="rect">
            <a:avLst/>
          </a:prstGeom>
        </p:spPr>
      </p:pic>
      <p:sp>
        <p:nvSpPr>
          <p:cNvPr id="4" name="Title 3">
            <a:extLst>
              <a:ext uri="{FF2B5EF4-FFF2-40B4-BE49-F238E27FC236}">
                <a16:creationId xmlns:a16="http://schemas.microsoft.com/office/drawing/2014/main" id="{E01D6FCE-E046-40FD-85E6-CB93D9B6AC2D}"/>
              </a:ext>
            </a:extLst>
          </p:cNvPr>
          <p:cNvSpPr>
            <a:spLocks noGrp="1"/>
          </p:cNvSpPr>
          <p:nvPr>
            <p:ph type="title"/>
          </p:nvPr>
        </p:nvSpPr>
        <p:spPr>
          <a:xfrm>
            <a:off x="762000" y="365125"/>
            <a:ext cx="10515600" cy="1325563"/>
          </a:xfrm>
        </p:spPr>
        <p:txBody>
          <a:bodyPr/>
          <a:lstStyle/>
          <a:p>
            <a:r>
              <a:rPr lang="en-US" b="1">
                <a:solidFill>
                  <a:srgbClr val="962021"/>
                </a:solidFill>
                <a:latin typeface="Arial" panose="020B0604020202020204" pitchFamily="34" charset="0"/>
                <a:cs typeface="Arial" panose="020B0604020202020204" pitchFamily="34" charset="0"/>
              </a:rPr>
              <a:t>The First Nations Principles of OCAP</a:t>
            </a:r>
            <a:r>
              <a:rPr lang="en-US" b="1" baseline="30000">
                <a:solidFill>
                  <a:srgbClr val="962021"/>
                </a:solidFill>
                <a:latin typeface="Arial" panose="020B0604020202020204" pitchFamily="34" charset="0"/>
                <a:cs typeface="Arial" panose="020B0604020202020204" pitchFamily="34" charset="0"/>
              </a:rPr>
              <a:t>®</a:t>
            </a:r>
            <a:endParaRPr lang="en-CA" b="1" baseline="30000">
              <a:solidFill>
                <a:srgbClr val="962021"/>
              </a:solidFill>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726BA4F8-B137-43F8-A6F8-7C0ED41F4AFD}"/>
              </a:ext>
            </a:extLst>
          </p:cNvPr>
          <p:cNvSpPr>
            <a:spLocks noGrp="1"/>
          </p:cNvSpPr>
          <p:nvPr>
            <p:ph sz="half" idx="2"/>
          </p:nvPr>
        </p:nvSpPr>
        <p:spPr>
          <a:xfrm>
            <a:off x="762000" y="1443866"/>
            <a:ext cx="6168188" cy="4351338"/>
          </a:xfrm>
        </p:spPr>
        <p:txBody>
          <a:bodyPr>
            <a:noAutofit/>
          </a:bodyPr>
          <a:lstStyle/>
          <a:p>
            <a:pPr marL="0" indent="0">
              <a:buNone/>
            </a:pPr>
            <a:r>
              <a:rPr lang="en-CA" sz="1800" b="1">
                <a:latin typeface="Arial" panose="020B0604020202020204" pitchFamily="34" charset="0"/>
                <a:cs typeface="Arial" panose="020B0604020202020204" pitchFamily="34" charset="0"/>
              </a:rPr>
              <a:t>Ownership –</a:t>
            </a:r>
            <a:r>
              <a:rPr lang="en-CA" sz="1800">
                <a:latin typeface="Arial" panose="020B0604020202020204" pitchFamily="34" charset="0"/>
                <a:cs typeface="Arial" panose="020B0604020202020204" pitchFamily="34" charset="0"/>
              </a:rPr>
              <a:t> First Nations are the rightful owners of their data regardless of where the data is housed/held.</a:t>
            </a:r>
          </a:p>
          <a:p>
            <a:pPr marL="0" indent="0">
              <a:buNone/>
            </a:pPr>
            <a:r>
              <a:rPr lang="en-CA" sz="1800" b="1">
                <a:latin typeface="Arial" panose="020B0604020202020204" pitchFamily="34" charset="0"/>
                <a:cs typeface="Arial" panose="020B0604020202020204" pitchFamily="34" charset="0"/>
              </a:rPr>
              <a:t>Control – </a:t>
            </a:r>
            <a:r>
              <a:rPr lang="en-CA" sz="1800">
                <a:latin typeface="Arial" panose="020B0604020202020204" pitchFamily="34" charset="0"/>
                <a:cs typeface="Arial" panose="020B0604020202020204" pitchFamily="34" charset="0"/>
              </a:rPr>
              <a:t>First Nations control all elements of the data collection and management process including what is collected and by whom, and the use, preservation, storage, and disclosure of information.</a:t>
            </a:r>
          </a:p>
          <a:p>
            <a:pPr marL="0" indent="0">
              <a:buNone/>
            </a:pPr>
            <a:r>
              <a:rPr lang="en-CA" sz="1800" b="1">
                <a:latin typeface="Arial" panose="020B0604020202020204" pitchFamily="34" charset="0"/>
                <a:cs typeface="Arial" panose="020B0604020202020204" pitchFamily="34" charset="0"/>
              </a:rPr>
              <a:t>Access – </a:t>
            </a:r>
            <a:r>
              <a:rPr lang="en-CA" sz="1800">
                <a:latin typeface="Arial" panose="020B0604020202020204" pitchFamily="34" charset="0"/>
                <a:cs typeface="Arial" panose="020B0604020202020204" pitchFamily="34" charset="0"/>
              </a:rPr>
              <a:t>First Nations must have access to their data and information resources no matter where they are located or which jurisdiction it is under and must determine who else can access it and under what circumstances – now and in the future.</a:t>
            </a:r>
          </a:p>
          <a:p>
            <a:pPr marL="0" indent="0">
              <a:buNone/>
            </a:pPr>
            <a:r>
              <a:rPr lang="en-CA" sz="1800" b="1">
                <a:latin typeface="Arial" panose="020B0604020202020204" pitchFamily="34" charset="0"/>
                <a:cs typeface="Arial" panose="020B0604020202020204" pitchFamily="34" charset="0"/>
              </a:rPr>
              <a:t>Possession – </a:t>
            </a:r>
            <a:r>
              <a:rPr lang="en-CA" sz="1800">
                <a:latin typeface="Arial" panose="020B0604020202020204" pitchFamily="34" charset="0"/>
                <a:cs typeface="Arial" panose="020B0604020202020204" pitchFamily="34" charset="0"/>
              </a:rPr>
              <a:t>First Nations must be able to bring any data or information resources collected by them or about them into their jurisdiction, whether by possession within their territory or by exercising their jurisdiction by other means.</a:t>
            </a:r>
            <a:endParaRPr lang="en-CA" sz="18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4436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178632B-FE1E-D93C-DBD0-B789F54E8FF4}"/>
              </a:ext>
            </a:extLst>
          </p:cNvPr>
          <p:cNvSpPr txBox="1"/>
          <p:nvPr/>
        </p:nvSpPr>
        <p:spPr>
          <a:xfrm>
            <a:off x="5189480" y="721368"/>
            <a:ext cx="6224335" cy="5431536"/>
          </a:xfrm>
          <a:prstGeom prst="rect">
            <a:avLst/>
          </a:prstGeom>
        </p:spPr>
        <p:txBody>
          <a:bodyPr vert="horz" lIns="91440" tIns="45720" rIns="91440" bIns="45720" rtlCol="0" anchor="ctr">
            <a:normAutofit/>
          </a:bodyPr>
          <a:lstStyle/>
          <a:p>
            <a:pPr>
              <a:lnSpc>
                <a:spcPct val="90000"/>
              </a:lnSpc>
              <a:spcAft>
                <a:spcPts val="600"/>
              </a:spcAft>
            </a:pPr>
            <a:r>
              <a:rPr lang="en-US" sz="4800" dirty="0">
                <a:solidFill>
                  <a:schemeClr val="bg2">
                    <a:lumMod val="90000"/>
                  </a:schemeClr>
                </a:solidFill>
                <a:effectLst/>
              </a:rPr>
              <a:t>the OCAP</a:t>
            </a:r>
            <a:r>
              <a:rPr lang="en-US" sz="4800" dirty="0">
                <a:solidFill>
                  <a:schemeClr val="bg2">
                    <a:lumMod val="90000"/>
                  </a:schemeClr>
                </a:solidFill>
                <a:effectLst/>
                <a:latin typeface="Calibri" panose="020F0502020204030204" pitchFamily="34" charset="0"/>
                <a:ea typeface="Calibri" panose="020F0502020204030204" pitchFamily="34" charset="0"/>
                <a:cs typeface="Calibri" panose="020F0502020204030204" pitchFamily="34" charset="0"/>
              </a:rPr>
              <a:t>®</a:t>
            </a:r>
            <a:r>
              <a:rPr lang="en-US" sz="4800" dirty="0">
                <a:solidFill>
                  <a:schemeClr val="bg2">
                    <a:lumMod val="90000"/>
                  </a:schemeClr>
                </a:solidFill>
                <a:effectLst/>
              </a:rPr>
              <a:t> </a:t>
            </a:r>
            <a:r>
              <a:rPr lang="en-US" sz="4800" dirty="0">
                <a:effectLst/>
              </a:rPr>
              <a:t>Principles are the building blocks for actions (they aren’t actions themselves).</a:t>
            </a:r>
            <a:endParaRPr lang="en-US" sz="4800" dirty="0"/>
          </a:p>
        </p:txBody>
      </p:sp>
      <p:sp>
        <p:nvSpPr>
          <p:cNvPr id="2" name="TextBox 1">
            <a:extLst>
              <a:ext uri="{FF2B5EF4-FFF2-40B4-BE49-F238E27FC236}">
                <a16:creationId xmlns:a16="http://schemas.microsoft.com/office/drawing/2014/main" id="{D62CF179-5A4B-D335-660F-5C0C6311BBD6}"/>
              </a:ext>
            </a:extLst>
          </p:cNvPr>
          <p:cNvSpPr txBox="1"/>
          <p:nvPr/>
        </p:nvSpPr>
        <p:spPr>
          <a:xfrm>
            <a:off x="554383" y="2898527"/>
            <a:ext cx="4405530" cy="1077218"/>
          </a:xfrm>
          <a:prstGeom prst="rect">
            <a:avLst/>
          </a:prstGeom>
          <a:noFill/>
        </p:spPr>
        <p:txBody>
          <a:bodyPr wrap="square" rtlCol="0">
            <a:spAutoFit/>
          </a:bodyPr>
          <a:lstStyle/>
          <a:p>
            <a:r>
              <a:rPr lang="en-US" sz="3200" dirty="0"/>
              <a:t>First Nations </a:t>
            </a:r>
            <a:r>
              <a:rPr lang="en-US" sz="3200" i="1" dirty="0"/>
              <a:t>assert</a:t>
            </a:r>
            <a:r>
              <a:rPr lang="en-US" sz="3200" dirty="0"/>
              <a:t> data </a:t>
            </a:r>
          </a:p>
          <a:p>
            <a:r>
              <a:rPr lang="en-US" sz="3200" dirty="0"/>
              <a:t>sovereignty…</a:t>
            </a:r>
            <a:endParaRPr lang="en-CA" sz="3200" dirty="0"/>
          </a:p>
        </p:txBody>
      </p:sp>
    </p:spTree>
    <p:extLst>
      <p:ext uri="{BB962C8B-B14F-4D97-AF65-F5344CB8AC3E}">
        <p14:creationId xmlns:p14="http://schemas.microsoft.com/office/powerpoint/2010/main" val="3235172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178632B-FE1E-D93C-DBD0-B789F54E8FF4}"/>
              </a:ext>
            </a:extLst>
          </p:cNvPr>
          <p:cNvSpPr txBox="1"/>
          <p:nvPr/>
        </p:nvSpPr>
        <p:spPr>
          <a:xfrm>
            <a:off x="5173518" y="713232"/>
            <a:ext cx="6224335" cy="5431536"/>
          </a:xfrm>
          <a:prstGeom prst="rect">
            <a:avLst/>
          </a:prstGeom>
        </p:spPr>
        <p:txBody>
          <a:bodyPr vert="horz" lIns="91440" tIns="45720" rIns="91440" bIns="45720" rtlCol="0" anchor="ctr">
            <a:normAutofit/>
          </a:bodyPr>
          <a:lstStyle/>
          <a:p>
            <a:pPr>
              <a:lnSpc>
                <a:spcPct val="90000"/>
              </a:lnSpc>
              <a:spcAft>
                <a:spcPts val="600"/>
              </a:spcAft>
            </a:pPr>
            <a:r>
              <a:rPr lang="en-US" sz="4800" dirty="0">
                <a:solidFill>
                  <a:schemeClr val="bg2">
                    <a:lumMod val="90000"/>
                  </a:schemeClr>
                </a:solidFill>
              </a:rPr>
              <a:t>t</a:t>
            </a:r>
            <a:r>
              <a:rPr lang="en-US" sz="4800" dirty="0">
                <a:solidFill>
                  <a:schemeClr val="bg2">
                    <a:lumMod val="90000"/>
                  </a:schemeClr>
                </a:solidFill>
                <a:effectLst/>
              </a:rPr>
              <a:t>he OCAP</a:t>
            </a:r>
            <a:r>
              <a:rPr lang="en-US" sz="4800" dirty="0">
                <a:solidFill>
                  <a:schemeClr val="bg2">
                    <a:lumMod val="90000"/>
                  </a:schemeClr>
                </a:solidFill>
                <a:effectLst/>
                <a:latin typeface="Calibri" panose="020F0502020204030204" pitchFamily="34" charset="0"/>
                <a:ea typeface="Calibri" panose="020F0502020204030204" pitchFamily="34" charset="0"/>
                <a:cs typeface="Calibri" panose="020F0502020204030204" pitchFamily="34" charset="0"/>
              </a:rPr>
              <a:t>®</a:t>
            </a:r>
            <a:r>
              <a:rPr lang="en-US" sz="4800" dirty="0">
                <a:solidFill>
                  <a:schemeClr val="bg2">
                    <a:lumMod val="90000"/>
                  </a:schemeClr>
                </a:solidFill>
                <a:effectLst/>
              </a:rPr>
              <a:t> </a:t>
            </a:r>
            <a:r>
              <a:rPr lang="en-US" sz="4800" dirty="0">
                <a:effectLst/>
              </a:rPr>
              <a:t>Principles represent commitments (they don’t replace them).</a:t>
            </a:r>
            <a:endParaRPr lang="en-US" sz="4800" dirty="0"/>
          </a:p>
        </p:txBody>
      </p:sp>
      <p:sp>
        <p:nvSpPr>
          <p:cNvPr id="2" name="TextBox 1">
            <a:extLst>
              <a:ext uri="{FF2B5EF4-FFF2-40B4-BE49-F238E27FC236}">
                <a16:creationId xmlns:a16="http://schemas.microsoft.com/office/drawing/2014/main" id="{0E0C17F1-C7A8-0CBD-B305-AD82AB733577}"/>
              </a:ext>
            </a:extLst>
          </p:cNvPr>
          <p:cNvSpPr txBox="1"/>
          <p:nvPr/>
        </p:nvSpPr>
        <p:spPr>
          <a:xfrm>
            <a:off x="369589" y="1990586"/>
            <a:ext cx="4405530" cy="2554545"/>
          </a:xfrm>
          <a:prstGeom prst="rect">
            <a:avLst/>
          </a:prstGeom>
          <a:noFill/>
        </p:spPr>
        <p:txBody>
          <a:bodyPr wrap="square" rtlCol="0">
            <a:spAutoFit/>
          </a:bodyPr>
          <a:lstStyle/>
          <a:p>
            <a:r>
              <a:rPr lang="en-US" sz="3200" dirty="0"/>
              <a:t>Governments, institutions, and researchers </a:t>
            </a:r>
            <a:r>
              <a:rPr lang="en-US" sz="3200" i="1" dirty="0"/>
              <a:t>respect</a:t>
            </a:r>
            <a:r>
              <a:rPr lang="en-US" sz="3200" dirty="0"/>
              <a:t> First Nations</a:t>
            </a:r>
          </a:p>
          <a:p>
            <a:r>
              <a:rPr lang="en-US" sz="3200" dirty="0"/>
              <a:t>data sovereignty…</a:t>
            </a:r>
            <a:endParaRPr lang="en-CA" sz="3200" dirty="0"/>
          </a:p>
        </p:txBody>
      </p:sp>
    </p:spTree>
    <p:extLst>
      <p:ext uri="{BB962C8B-B14F-4D97-AF65-F5344CB8AC3E}">
        <p14:creationId xmlns:p14="http://schemas.microsoft.com/office/powerpoint/2010/main" val="1266343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602118-F62F-3A44-8947-CB20DCB3D66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C6E0744-A989-090C-2910-3A3406578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sketch line">
            <a:extLst>
              <a:ext uri="{FF2B5EF4-FFF2-40B4-BE49-F238E27FC236}">
                <a16:creationId xmlns:a16="http://schemas.microsoft.com/office/drawing/2014/main" id="{48FC80DF-3407-E385-EC15-F3397D5CF6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1B20D880-DC80-975B-FF06-EF5A2683DC9A}"/>
              </a:ext>
            </a:extLst>
          </p:cNvPr>
          <p:cNvSpPr txBox="1"/>
          <p:nvPr/>
        </p:nvSpPr>
        <p:spPr>
          <a:xfrm>
            <a:off x="5189480" y="721368"/>
            <a:ext cx="6224335" cy="543153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4800" b="0" i="0" u="none" strike="noStrike" kern="1200" cap="none" spc="0" normalizeH="0" baseline="0" noProof="0" dirty="0">
                <a:ln>
                  <a:noFill/>
                </a:ln>
                <a:solidFill>
                  <a:srgbClr val="E7E6E6">
                    <a:lumMod val="90000"/>
                  </a:srgbClr>
                </a:solidFill>
                <a:effectLst/>
                <a:uLnTx/>
                <a:uFillTx/>
                <a:latin typeface="Calibri" panose="020F0502020204030204"/>
                <a:ea typeface="+mn-ea"/>
                <a:cs typeface="+mn-cs"/>
              </a:rPr>
              <a:t>the OCAP® </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Principles are practical considerations for First Nations as they build capacity</a:t>
            </a:r>
          </a:p>
        </p:txBody>
      </p:sp>
      <p:sp>
        <p:nvSpPr>
          <p:cNvPr id="2" name="TextBox 1">
            <a:extLst>
              <a:ext uri="{FF2B5EF4-FFF2-40B4-BE49-F238E27FC236}">
                <a16:creationId xmlns:a16="http://schemas.microsoft.com/office/drawing/2014/main" id="{84F4911A-CBCA-A407-C0EE-C76008409B9C}"/>
              </a:ext>
            </a:extLst>
          </p:cNvPr>
          <p:cNvSpPr txBox="1"/>
          <p:nvPr/>
        </p:nvSpPr>
        <p:spPr>
          <a:xfrm>
            <a:off x="369589" y="363915"/>
            <a:ext cx="4405530" cy="6494085"/>
          </a:xfrm>
          <a:prstGeom prst="rect">
            <a:avLst/>
          </a:prstGeom>
          <a:noFill/>
        </p:spPr>
        <p:txBody>
          <a:bodyPr wrap="square" rtlCol="0">
            <a:spAutoFit/>
          </a:bodyPr>
          <a:lstStyle/>
          <a:p>
            <a:pPr>
              <a:lnSpc>
                <a:spcPct val="100000"/>
              </a:lnSpc>
              <a:buClr>
                <a:srgbClr val="962021"/>
              </a:buClr>
            </a:pPr>
            <a:r>
              <a:rPr lang="en-US" sz="3200" dirty="0">
                <a:solidFill>
                  <a:srgbClr val="FF0000"/>
                </a:solidFill>
                <a:latin typeface="Arial" panose="020B0604020202020204" pitchFamily="34" charset="0"/>
                <a:cs typeface="Arial" panose="020B0604020202020204" pitchFamily="34" charset="0"/>
              </a:rPr>
              <a:t>Regional Health Survey (RHS)</a:t>
            </a:r>
          </a:p>
          <a:p>
            <a:pPr>
              <a:lnSpc>
                <a:spcPct val="100000"/>
              </a:lnSpc>
              <a:buClr>
                <a:srgbClr val="962021"/>
              </a:buClr>
            </a:pPr>
            <a:r>
              <a:rPr lang="en-US" sz="3200" dirty="0">
                <a:solidFill>
                  <a:schemeClr val="accent2">
                    <a:lumMod val="75000"/>
                  </a:schemeClr>
                </a:solidFill>
                <a:latin typeface="Arial" panose="020B0604020202020204" pitchFamily="34" charset="0"/>
                <a:cs typeface="Arial" panose="020B0604020202020204" pitchFamily="34" charset="0"/>
              </a:rPr>
              <a:t>Early Childhood, Education &amp; Employment Survey (FNREES)</a:t>
            </a:r>
          </a:p>
          <a:p>
            <a:pPr>
              <a:lnSpc>
                <a:spcPct val="100000"/>
              </a:lnSpc>
              <a:buClr>
                <a:srgbClr val="962021"/>
              </a:buClr>
            </a:pPr>
            <a:r>
              <a:rPr lang="en-US" sz="3200" dirty="0" err="1">
                <a:latin typeface="Arial" panose="020B0604020202020204" pitchFamily="34" charset="0"/>
                <a:cs typeface="Arial" panose="020B0604020202020204" pitchFamily="34" charset="0"/>
              </a:rPr>
              <a:t>Labour</a:t>
            </a:r>
            <a:r>
              <a:rPr lang="en-US" sz="3200" dirty="0">
                <a:latin typeface="Arial" panose="020B0604020202020204" pitchFamily="34" charset="0"/>
                <a:cs typeface="Arial" panose="020B0604020202020204" pitchFamily="34" charset="0"/>
              </a:rPr>
              <a:t> &amp; Employment Development Survey (FNLED)</a:t>
            </a:r>
          </a:p>
          <a:p>
            <a:pPr>
              <a:lnSpc>
                <a:spcPct val="100000"/>
              </a:lnSpc>
              <a:buClr>
                <a:srgbClr val="962021"/>
              </a:buClr>
            </a:pPr>
            <a:r>
              <a:rPr lang="en-US" sz="3200" dirty="0">
                <a:solidFill>
                  <a:srgbClr val="FFC000"/>
                </a:solidFill>
                <a:latin typeface="Arial" panose="020B0604020202020204" pitchFamily="34" charset="0"/>
                <a:cs typeface="Arial" panose="020B0604020202020204" pitchFamily="34" charset="0"/>
              </a:rPr>
              <a:t>First Nations Oral Health Survey</a:t>
            </a:r>
          </a:p>
          <a:p>
            <a:pPr>
              <a:lnSpc>
                <a:spcPct val="100000"/>
              </a:lnSpc>
              <a:buClr>
                <a:srgbClr val="962021"/>
              </a:buClr>
            </a:pPr>
            <a:r>
              <a:rPr lang="en-US" sz="3200" dirty="0">
                <a:solidFill>
                  <a:schemeClr val="accent2">
                    <a:lumMod val="50000"/>
                  </a:schemeClr>
                </a:solidFill>
                <a:latin typeface="Arial" panose="020B0604020202020204" pitchFamily="34" charset="0"/>
                <a:cs typeface="Arial" panose="020B0604020202020204" pitchFamily="34" charset="0"/>
              </a:rPr>
              <a:t>First Nations Community Survey</a:t>
            </a:r>
          </a:p>
        </p:txBody>
      </p:sp>
    </p:spTree>
    <p:extLst>
      <p:ext uri="{BB962C8B-B14F-4D97-AF65-F5344CB8AC3E}">
        <p14:creationId xmlns:p14="http://schemas.microsoft.com/office/powerpoint/2010/main" val="1303934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sign&#10;&#10;AI-generated content may be incorrect.">
            <a:extLst>
              <a:ext uri="{FF2B5EF4-FFF2-40B4-BE49-F238E27FC236}">
                <a16:creationId xmlns:a16="http://schemas.microsoft.com/office/drawing/2014/main" id="{766268FA-9FFE-3B80-0621-B2CF787F6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0491"/>
            <a:ext cx="9362923" cy="5237018"/>
          </a:xfrm>
          <a:prstGeom prst="rect">
            <a:avLst/>
          </a:prstGeom>
        </p:spPr>
      </p:pic>
      <p:sp>
        <p:nvSpPr>
          <p:cNvPr id="11" name="TextBox 10">
            <a:extLst>
              <a:ext uri="{FF2B5EF4-FFF2-40B4-BE49-F238E27FC236}">
                <a16:creationId xmlns:a16="http://schemas.microsoft.com/office/drawing/2014/main" id="{6BF4A340-2787-795D-2B27-B74E3A886772}"/>
              </a:ext>
            </a:extLst>
          </p:cNvPr>
          <p:cNvSpPr txBox="1"/>
          <p:nvPr/>
        </p:nvSpPr>
        <p:spPr>
          <a:xfrm>
            <a:off x="9536624" y="920270"/>
            <a:ext cx="2230582" cy="2308324"/>
          </a:xfrm>
          <a:prstGeom prst="rect">
            <a:avLst/>
          </a:prstGeom>
          <a:noFill/>
        </p:spPr>
        <p:txBody>
          <a:bodyPr wrap="square" rtlCol="0">
            <a:spAutoFit/>
          </a:bodyPr>
          <a:lstStyle/>
          <a:p>
            <a:r>
              <a:rPr lang="en-US" sz="2400" b="1" dirty="0"/>
              <a:t>Research Data Alliance principles that serve the ‘research community’</a:t>
            </a:r>
            <a:endParaRPr lang="en-CA" sz="2400" b="1" dirty="0"/>
          </a:p>
        </p:txBody>
      </p:sp>
      <p:sp>
        <p:nvSpPr>
          <p:cNvPr id="12" name="TextBox 11">
            <a:extLst>
              <a:ext uri="{FF2B5EF4-FFF2-40B4-BE49-F238E27FC236}">
                <a16:creationId xmlns:a16="http://schemas.microsoft.com/office/drawing/2014/main" id="{DE79239F-54F3-FE7F-8030-5E2F04A24799}"/>
              </a:ext>
            </a:extLst>
          </p:cNvPr>
          <p:cNvSpPr txBox="1"/>
          <p:nvPr/>
        </p:nvSpPr>
        <p:spPr>
          <a:xfrm>
            <a:off x="9536624" y="3629407"/>
            <a:ext cx="2443566" cy="2308324"/>
          </a:xfrm>
          <a:prstGeom prst="rect">
            <a:avLst/>
          </a:prstGeom>
          <a:noFill/>
        </p:spPr>
        <p:txBody>
          <a:bodyPr wrap="square" rtlCol="0">
            <a:spAutoFit/>
          </a:bodyPr>
          <a:lstStyle/>
          <a:p>
            <a:r>
              <a:rPr lang="en-US" sz="2400" b="1" dirty="0"/>
              <a:t>Global Indigenous Data Alliance principles that serve Indigenous peoples</a:t>
            </a:r>
            <a:endParaRPr lang="en-CA" sz="2400" b="1" dirty="0"/>
          </a:p>
        </p:txBody>
      </p:sp>
    </p:spTree>
    <p:extLst>
      <p:ext uri="{BB962C8B-B14F-4D97-AF65-F5344CB8AC3E}">
        <p14:creationId xmlns:p14="http://schemas.microsoft.com/office/powerpoint/2010/main" val="4158512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07294" y="722025"/>
            <a:ext cx="5486400" cy="1493981"/>
          </a:xfrm>
        </p:spPr>
        <p:txBody>
          <a:bodyPr>
            <a:normAutofit fontScale="90000"/>
          </a:bodyPr>
          <a:lstStyle/>
          <a:p>
            <a:r>
              <a:rPr lang="en-US" sz="4000" dirty="0">
                <a:solidFill>
                  <a:srgbClr val="962021"/>
                </a:solidFill>
              </a:rPr>
              <a:t>Principles (and guidelines, and standards) are prompts to action</a:t>
            </a:r>
            <a:endParaRPr lang="en-US" sz="4000" dirty="0">
              <a:solidFill>
                <a:srgbClr val="962021"/>
              </a:solidFill>
              <a:latin typeface="+mn-lt"/>
            </a:endParaRPr>
          </a:p>
        </p:txBody>
      </p:sp>
      <p:pic>
        <p:nvPicPr>
          <p:cNvPr id="3" name="Picture 2">
            <a:extLst>
              <a:ext uri="{FF2B5EF4-FFF2-40B4-BE49-F238E27FC236}">
                <a16:creationId xmlns:a16="http://schemas.microsoft.com/office/drawing/2014/main" id="{EFF0EECB-AB5D-AD2A-18D2-5420C1B0DC4E}"/>
              </a:ext>
            </a:extLst>
          </p:cNvPr>
          <p:cNvPicPr>
            <a:picLocks noChangeAspect="1"/>
          </p:cNvPicPr>
          <p:nvPr/>
        </p:nvPicPr>
        <p:blipFill>
          <a:blip r:embed="rId3"/>
          <a:stretch>
            <a:fillRect/>
          </a:stretch>
        </p:blipFill>
        <p:spPr>
          <a:xfrm>
            <a:off x="8292016" y="2606371"/>
            <a:ext cx="2762250" cy="2770672"/>
          </a:xfrm>
          <a:prstGeom prst="rect">
            <a:avLst/>
          </a:prstGeom>
        </p:spPr>
      </p:pic>
      <p:pic>
        <p:nvPicPr>
          <p:cNvPr id="5" name="Picture 4" descr="A close-up of a sign&#10;&#10;AI-generated content may be incorrect.">
            <a:extLst>
              <a:ext uri="{FF2B5EF4-FFF2-40B4-BE49-F238E27FC236}">
                <a16:creationId xmlns:a16="http://schemas.microsoft.com/office/drawing/2014/main" id="{8F71CF9C-015A-554B-70AD-FCCF5E3F22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306" y="532121"/>
            <a:ext cx="4419600" cy="2450525"/>
          </a:xfrm>
          <a:prstGeom prst="rect">
            <a:avLst/>
          </a:prstGeom>
        </p:spPr>
      </p:pic>
      <p:pic>
        <p:nvPicPr>
          <p:cNvPr id="7" name="Picture 6" descr="A logo with text on it&#10;&#10;AI-generated content may be incorrect.">
            <a:extLst>
              <a:ext uri="{FF2B5EF4-FFF2-40B4-BE49-F238E27FC236}">
                <a16:creationId xmlns:a16="http://schemas.microsoft.com/office/drawing/2014/main" id="{722D201B-659D-7AB1-D9EB-E9107F67D6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1091" y="4243604"/>
            <a:ext cx="2266879" cy="2266879"/>
          </a:xfrm>
          <a:prstGeom prst="rect">
            <a:avLst/>
          </a:prstGeom>
        </p:spPr>
      </p:pic>
      <p:pic>
        <p:nvPicPr>
          <p:cNvPr id="9" name="Picture 8" descr="A close-up of a document&#10;&#10;AI-generated content may be incorrect.">
            <a:extLst>
              <a:ext uri="{FF2B5EF4-FFF2-40B4-BE49-F238E27FC236}">
                <a16:creationId xmlns:a16="http://schemas.microsoft.com/office/drawing/2014/main" id="{B08055A9-1204-A088-DA7B-65BEA55B50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8859" y="3414929"/>
            <a:ext cx="2762250" cy="1657350"/>
          </a:xfrm>
          <a:prstGeom prst="rect">
            <a:avLst/>
          </a:prstGeom>
        </p:spPr>
      </p:pic>
    </p:spTree>
    <p:extLst>
      <p:ext uri="{BB962C8B-B14F-4D97-AF65-F5344CB8AC3E}">
        <p14:creationId xmlns:p14="http://schemas.microsoft.com/office/powerpoint/2010/main" val="241687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03D7-BC26-C3D6-384F-D06DD5BA1801}"/>
            </a:ext>
          </a:extLst>
        </p:cNvPr>
        <p:cNvGrpSpPr/>
        <p:nvPr/>
      </p:nvGrpSpPr>
      <p:grpSpPr>
        <a:xfrm>
          <a:off x="0" y="0"/>
          <a:ext cx="0" cy="0"/>
          <a:chOff x="0" y="0"/>
          <a:chExt cx="0" cy="0"/>
        </a:xfrm>
      </p:grpSpPr>
      <p:graphicFrame>
        <p:nvGraphicFramePr>
          <p:cNvPr id="7" name="Content Placeholder 8">
            <a:extLst>
              <a:ext uri="{FF2B5EF4-FFF2-40B4-BE49-F238E27FC236}">
                <a16:creationId xmlns:a16="http://schemas.microsoft.com/office/drawing/2014/main" id="{EC227065-44C3-CE6F-8054-3BF6E52D3F8F}"/>
              </a:ext>
            </a:extLst>
          </p:cNvPr>
          <p:cNvGraphicFramePr>
            <a:graphicFrameLocks/>
          </p:cNvGraphicFramePr>
          <p:nvPr>
            <p:extLst>
              <p:ext uri="{D42A27DB-BD31-4B8C-83A1-F6EECF244321}">
                <p14:modId xmlns:p14="http://schemas.microsoft.com/office/powerpoint/2010/main" val="4074228349"/>
              </p:ext>
            </p:extLst>
          </p:nvPr>
        </p:nvGraphicFramePr>
        <p:xfrm>
          <a:off x="289560" y="798286"/>
          <a:ext cx="9159240" cy="56177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7">
            <a:extLst>
              <a:ext uri="{FF2B5EF4-FFF2-40B4-BE49-F238E27FC236}">
                <a16:creationId xmlns:a16="http://schemas.microsoft.com/office/drawing/2014/main" id="{9550ACD8-3C98-5C56-DD4A-695FBEE48379}"/>
              </a:ext>
            </a:extLst>
          </p:cNvPr>
          <p:cNvSpPr>
            <a:spLocks noGrp="1"/>
          </p:cNvSpPr>
          <p:nvPr>
            <p:ph type="title" idx="4294967295"/>
          </p:nvPr>
        </p:nvSpPr>
        <p:spPr>
          <a:xfrm>
            <a:off x="1082040" y="668956"/>
            <a:ext cx="10820400" cy="2160739"/>
          </a:xfrm>
        </p:spPr>
        <p:txBody>
          <a:bodyPr>
            <a:normAutofit fontScale="90000"/>
          </a:bodyPr>
          <a:lstStyle/>
          <a:p>
            <a:pPr algn="r"/>
            <a:r>
              <a:rPr lang="en-CA" dirty="0"/>
              <a:t>Indigenous Peoples and </a:t>
            </a:r>
            <a:br>
              <a:rPr lang="en-CA" dirty="0"/>
            </a:br>
            <a:r>
              <a:rPr lang="en-CA" dirty="0"/>
              <a:t>Academic </a:t>
            </a:r>
            <a:br>
              <a:rPr lang="en-CA" dirty="0"/>
            </a:br>
            <a:r>
              <a:rPr lang="en-CA" dirty="0"/>
              <a:t>Research System-</a:t>
            </a:r>
            <a:br>
              <a:rPr lang="en-CA" dirty="0"/>
            </a:br>
            <a:r>
              <a:rPr lang="en-CA" dirty="0"/>
              <a:t>RDM</a:t>
            </a:r>
          </a:p>
        </p:txBody>
      </p:sp>
      <p:grpSp>
        <p:nvGrpSpPr>
          <p:cNvPr id="2" name="Group 1">
            <a:extLst>
              <a:ext uri="{FF2B5EF4-FFF2-40B4-BE49-F238E27FC236}">
                <a16:creationId xmlns:a16="http://schemas.microsoft.com/office/drawing/2014/main" id="{4D343012-D410-A499-BA92-DFD494914DCF}"/>
              </a:ext>
            </a:extLst>
          </p:cNvPr>
          <p:cNvGrpSpPr/>
          <p:nvPr/>
        </p:nvGrpSpPr>
        <p:grpSpPr>
          <a:xfrm>
            <a:off x="6751111" y="3852378"/>
            <a:ext cx="2459149" cy="2362891"/>
            <a:chOff x="5205034" y="411483"/>
            <a:chExt cx="1896802" cy="1830538"/>
          </a:xfrm>
        </p:grpSpPr>
        <p:sp>
          <p:nvSpPr>
            <p:cNvPr id="3" name="Oval 2">
              <a:extLst>
                <a:ext uri="{FF2B5EF4-FFF2-40B4-BE49-F238E27FC236}">
                  <a16:creationId xmlns:a16="http://schemas.microsoft.com/office/drawing/2014/main" id="{E29E838E-3D32-A062-E356-6E317E9844A6}"/>
                </a:ext>
              </a:extLst>
            </p:cNvPr>
            <p:cNvSpPr/>
            <p:nvPr/>
          </p:nvSpPr>
          <p:spPr>
            <a:xfrm>
              <a:off x="5205034" y="411483"/>
              <a:ext cx="1896802" cy="1830538"/>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Oval 4">
              <a:extLst>
                <a:ext uri="{FF2B5EF4-FFF2-40B4-BE49-F238E27FC236}">
                  <a16:creationId xmlns:a16="http://schemas.microsoft.com/office/drawing/2014/main" id="{A1E6C46C-F188-8D5C-F9B7-8C449D525FD0}"/>
                </a:ext>
              </a:extLst>
            </p:cNvPr>
            <p:cNvSpPr txBox="1"/>
            <p:nvPr/>
          </p:nvSpPr>
          <p:spPr>
            <a:xfrm>
              <a:off x="5482814" y="679559"/>
              <a:ext cx="1341242" cy="12943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CA" sz="2000" b="0" i="0" u="none" strike="noStrike" kern="1200" cap="none" spc="0" normalizeH="0" baseline="0" noProof="0">
                  <a:ln>
                    <a:noFill/>
                  </a:ln>
                  <a:solidFill>
                    <a:prstClr val="white"/>
                  </a:solidFill>
                  <a:effectLst/>
                  <a:uLnTx/>
                  <a:uFillTx/>
                  <a:latin typeface="Calibri" panose="020F0502020204030204"/>
                  <a:ea typeface="+mn-ea"/>
                  <a:cs typeface="+mn-cs"/>
                </a:rPr>
                <a:t>Animals, medicines, all our relations</a:t>
              </a:r>
            </a:p>
          </p:txBody>
        </p:sp>
      </p:grpSp>
      <p:grpSp>
        <p:nvGrpSpPr>
          <p:cNvPr id="5" name="Group 4">
            <a:extLst>
              <a:ext uri="{FF2B5EF4-FFF2-40B4-BE49-F238E27FC236}">
                <a16:creationId xmlns:a16="http://schemas.microsoft.com/office/drawing/2014/main" id="{E61FF2D7-B3F5-F7D5-7794-0394465D69F0}"/>
              </a:ext>
            </a:extLst>
          </p:cNvPr>
          <p:cNvGrpSpPr/>
          <p:nvPr/>
        </p:nvGrpSpPr>
        <p:grpSpPr>
          <a:xfrm rot="2129011">
            <a:off x="5369369" y="4230710"/>
            <a:ext cx="1480381" cy="552729"/>
            <a:chOff x="5299276" y="2372426"/>
            <a:chExt cx="241134" cy="552729"/>
          </a:xfrm>
        </p:grpSpPr>
        <p:sp>
          <p:nvSpPr>
            <p:cNvPr id="6" name="Arrow: Right 5">
              <a:extLst>
                <a:ext uri="{FF2B5EF4-FFF2-40B4-BE49-F238E27FC236}">
                  <a16:creationId xmlns:a16="http://schemas.microsoft.com/office/drawing/2014/main" id="{AA711D67-09D6-508E-63D8-EE4123823BBC}"/>
                </a:ext>
              </a:extLst>
            </p:cNvPr>
            <p:cNvSpPr/>
            <p:nvPr/>
          </p:nvSpPr>
          <p:spPr>
            <a:xfrm rot="20825378">
              <a:off x="5299276" y="2372426"/>
              <a:ext cx="241134" cy="552729"/>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Arrow: Right 4">
              <a:extLst>
                <a:ext uri="{FF2B5EF4-FFF2-40B4-BE49-F238E27FC236}">
                  <a16:creationId xmlns:a16="http://schemas.microsoft.com/office/drawing/2014/main" id="{4DE9577F-BD58-24F9-3322-E518B5295F10}"/>
                </a:ext>
              </a:extLst>
            </p:cNvPr>
            <p:cNvSpPr txBox="1"/>
            <p:nvPr/>
          </p:nvSpPr>
          <p:spPr>
            <a:xfrm rot="20825378">
              <a:off x="5300190" y="2491053"/>
              <a:ext cx="168794" cy="3316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endParaRPr kumimoji="0" lang="en-CA"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6609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
        <p:cNvGrpSpPr/>
        <p:nvPr/>
      </p:nvGrpSpPr>
      <p:grpSpPr>
        <a:xfrm>
          <a:off x="0" y="0"/>
          <a:ext cx="0" cy="0"/>
          <a:chOff x="0" y="0"/>
          <a:chExt cx="0" cy="0"/>
        </a:xfrm>
      </p:grpSpPr>
      <p:pic>
        <p:nvPicPr>
          <p:cNvPr id="14" name="Content Placeholder 10">
            <a:extLst>
              <a:ext uri="{FF2B5EF4-FFF2-40B4-BE49-F238E27FC236}">
                <a16:creationId xmlns:a16="http://schemas.microsoft.com/office/drawing/2014/main" id="{7E65CC65-C65E-4870-9BF7-1463F0E56FF2}"/>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5400000">
            <a:off x="-1560672" y="1560670"/>
            <a:ext cx="6858001" cy="3736663"/>
          </a:xfrm>
          <a:prstGeom prst="rect">
            <a:avLst/>
          </a:prstGeom>
        </p:spPr>
      </p:pic>
      <p:sp>
        <p:nvSpPr>
          <p:cNvPr id="5" name="Title 4">
            <a:extLst>
              <a:ext uri="{FF2B5EF4-FFF2-40B4-BE49-F238E27FC236}">
                <a16:creationId xmlns:a16="http://schemas.microsoft.com/office/drawing/2014/main" id="{CE29DF66-254F-420B-BAD6-F01121D9025D}"/>
              </a:ext>
            </a:extLst>
          </p:cNvPr>
          <p:cNvSpPr>
            <a:spLocks noGrp="1"/>
          </p:cNvSpPr>
          <p:nvPr>
            <p:ph type="title"/>
          </p:nvPr>
        </p:nvSpPr>
        <p:spPr>
          <a:xfrm>
            <a:off x="1868328" y="493840"/>
            <a:ext cx="10515600" cy="1325563"/>
          </a:xfrm>
        </p:spPr>
        <p:txBody>
          <a:bodyPr/>
          <a:lstStyle/>
          <a:p>
            <a:r>
              <a:rPr lang="en-US" b="1">
                <a:solidFill>
                  <a:srgbClr val="962021"/>
                </a:solidFill>
                <a:latin typeface="Arial" panose="020B0604020202020204" pitchFamily="34" charset="0"/>
                <a:cs typeface="Arial" panose="020B0604020202020204" pitchFamily="34" charset="0"/>
              </a:rPr>
              <a:t>Research Data Management</a:t>
            </a:r>
            <a:endParaRPr lang="en-CA" b="1">
              <a:solidFill>
                <a:srgbClr val="96202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27F3FC49-4C41-4C96-98DF-3EBC02C925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sp>
        <p:nvSpPr>
          <p:cNvPr id="3" name="Content Placeholder 2">
            <a:extLst>
              <a:ext uri="{FF2B5EF4-FFF2-40B4-BE49-F238E27FC236}">
                <a16:creationId xmlns:a16="http://schemas.microsoft.com/office/drawing/2014/main" id="{F3E3C061-B63A-58D5-D73B-354CEF75A7AC}"/>
              </a:ext>
            </a:extLst>
          </p:cNvPr>
          <p:cNvSpPr>
            <a:spLocks noGrp="1"/>
          </p:cNvSpPr>
          <p:nvPr>
            <p:ph sz="half" idx="2"/>
          </p:nvPr>
        </p:nvSpPr>
        <p:spPr>
          <a:xfrm>
            <a:off x="1978399" y="1833627"/>
            <a:ext cx="9351589" cy="4381436"/>
          </a:xfrm>
        </p:spPr>
        <p:txBody>
          <a:bodyPr>
            <a:normAutofit lnSpcReduction="10000"/>
          </a:bodyPr>
          <a:lstStyle/>
          <a:p>
            <a:pPr marL="0" indent="0">
              <a:buNone/>
            </a:pPr>
            <a:r>
              <a:rPr lang="en-US" dirty="0">
                <a:latin typeface="Arial" panose="020B0604020202020204" pitchFamily="34" charset="0"/>
                <a:cs typeface="Arial" panose="020B0604020202020204" pitchFamily="34" charset="0"/>
              </a:rPr>
              <a:t>Research data management (RDM) is the </a:t>
            </a:r>
            <a:r>
              <a:rPr lang="en-US" b="1" dirty="0">
                <a:latin typeface="Arial" panose="020B0604020202020204" pitchFamily="34" charset="0"/>
                <a:cs typeface="Arial" panose="020B0604020202020204" pitchFamily="34" charset="0"/>
              </a:rPr>
              <a:t>active planning and organization of research data throughout the entirety of its lifecycle</a:t>
            </a:r>
            <a:r>
              <a:rPr lang="en-US" dirty="0">
                <a:latin typeface="Arial" panose="020B0604020202020204" pitchFamily="34" charset="0"/>
                <a:cs typeface="Arial" panose="020B0604020202020204" pitchFamily="34" charset="0"/>
              </a:rPr>
              <a:t>. This lifecycle includes the </a:t>
            </a:r>
            <a:r>
              <a:rPr lang="en-US" b="1" dirty="0">
                <a:latin typeface="Arial" panose="020B0604020202020204" pitchFamily="34" charset="0"/>
                <a:cs typeface="Arial" panose="020B0604020202020204" pitchFamily="34" charset="0"/>
              </a:rPr>
              <a:t>policies, protocols, and practices</a:t>
            </a:r>
            <a:r>
              <a:rPr lang="en-US" dirty="0">
                <a:latin typeface="Arial" panose="020B0604020202020204" pitchFamily="34" charset="0"/>
                <a:cs typeface="Arial" panose="020B0604020202020204" pitchFamily="34" charset="0"/>
              </a:rPr>
              <a:t> related to data </a:t>
            </a:r>
            <a:r>
              <a:rPr lang="en-US">
                <a:latin typeface="Arial" panose="020B0604020202020204" pitchFamily="34" charset="0"/>
                <a:cs typeface="Arial" panose="020B0604020202020204" pitchFamily="34" charset="0"/>
              </a:rPr>
              <a:t>collection:</a:t>
            </a:r>
            <a:endParaRPr lang="en-US"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analysis and interpretation; </a:t>
            </a:r>
          </a:p>
          <a:p>
            <a:r>
              <a:rPr lang="en-US" sz="2200" dirty="0">
                <a:latin typeface="Arial" panose="020B0604020202020204" pitchFamily="34" charset="0"/>
                <a:cs typeface="Arial" panose="020B0604020202020204" pitchFamily="34" charset="0"/>
              </a:rPr>
              <a:t>storage and security; </a:t>
            </a:r>
          </a:p>
          <a:p>
            <a:r>
              <a:rPr lang="en-US" sz="2200" dirty="0">
                <a:latin typeface="Arial" panose="020B0604020202020204" pitchFamily="34" charset="0"/>
                <a:cs typeface="Arial" panose="020B0604020202020204" pitchFamily="34" charset="0"/>
              </a:rPr>
              <a:t>sharing; </a:t>
            </a:r>
          </a:p>
          <a:p>
            <a:r>
              <a:rPr lang="en-US" sz="2200" dirty="0">
                <a:latin typeface="Arial" panose="020B0604020202020204" pitchFamily="34" charset="0"/>
                <a:cs typeface="Arial" panose="020B0604020202020204" pitchFamily="34" charset="0"/>
              </a:rPr>
              <a:t>withdrawal and disposal; and </a:t>
            </a:r>
          </a:p>
          <a:p>
            <a:r>
              <a:rPr lang="en-US" sz="2200" dirty="0">
                <a:latin typeface="Arial" panose="020B0604020202020204" pitchFamily="34" charset="0"/>
                <a:cs typeface="Arial" panose="020B0604020202020204" pitchFamily="34" charset="0"/>
              </a:rPr>
              <a:t>return of results to participants and dissemination of results to the broader public.</a:t>
            </a:r>
          </a:p>
        </p:txBody>
      </p:sp>
    </p:spTree>
    <p:extLst>
      <p:ext uri="{BB962C8B-B14F-4D97-AF65-F5344CB8AC3E}">
        <p14:creationId xmlns:p14="http://schemas.microsoft.com/office/powerpoint/2010/main" val="468946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1">
            <a:extLst>
              <a:ext uri="{FF2B5EF4-FFF2-40B4-BE49-F238E27FC236}">
                <a16:creationId xmlns:a16="http://schemas.microsoft.com/office/drawing/2014/main" id="{AC28D4FE-CE3B-4356-93B3-A5D905D2F1A5}"/>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4159024"/>
            <a:ext cx="2756848" cy="2698976"/>
          </a:xfrm>
          <a:prstGeom prst="rect">
            <a:avLst/>
          </a:prstGeom>
        </p:spPr>
      </p:pic>
      <p:sp>
        <p:nvSpPr>
          <p:cNvPr id="7" name="Title 6">
            <a:extLst>
              <a:ext uri="{FF2B5EF4-FFF2-40B4-BE49-F238E27FC236}">
                <a16:creationId xmlns:a16="http://schemas.microsoft.com/office/drawing/2014/main" id="{0A12A0BF-313A-4DE7-8EFF-47243200BD5D}"/>
              </a:ext>
            </a:extLst>
          </p:cNvPr>
          <p:cNvSpPr>
            <a:spLocks noGrp="1"/>
          </p:cNvSpPr>
          <p:nvPr>
            <p:ph type="title"/>
          </p:nvPr>
        </p:nvSpPr>
        <p:spPr>
          <a:xfrm>
            <a:off x="127154" y="1260396"/>
            <a:ext cx="5259388" cy="3259932"/>
          </a:xfrm>
        </p:spPr>
        <p:txBody>
          <a:bodyPr>
            <a:normAutofit fontScale="90000"/>
          </a:bodyPr>
          <a:lstStyle/>
          <a:p>
            <a:r>
              <a:rPr lang="en-US" sz="3600" b="1">
                <a:solidFill>
                  <a:srgbClr val="962021"/>
                </a:solidFill>
                <a:latin typeface="Arial" panose="020B0604020202020204" pitchFamily="34" charset="0"/>
                <a:cs typeface="Arial" panose="020B0604020202020204" pitchFamily="34" charset="0"/>
              </a:rPr>
              <a:t>SSHRC-funded project:</a:t>
            </a:r>
            <a:br>
              <a:rPr lang="en-US" sz="3600" b="1">
                <a:solidFill>
                  <a:srgbClr val="962021"/>
                </a:solidFill>
                <a:latin typeface="Arial" panose="020B0604020202020204" pitchFamily="34" charset="0"/>
                <a:cs typeface="Arial" panose="020B0604020202020204" pitchFamily="34" charset="0"/>
              </a:rPr>
            </a:br>
            <a:r>
              <a:rPr lang="en-US" sz="3600" b="1">
                <a:solidFill>
                  <a:srgbClr val="962021"/>
                </a:solidFill>
                <a:latin typeface="Arial" panose="020B0604020202020204" pitchFamily="34" charset="0"/>
                <a:cs typeface="Arial" panose="020B0604020202020204" pitchFamily="34" charset="0"/>
              </a:rPr>
              <a:t>"Asserting and Respecting First Nations Data Sovereignty in Research Data Management"</a:t>
            </a:r>
            <a:endParaRPr lang="en-CA" sz="3600"/>
          </a:p>
        </p:txBody>
      </p:sp>
      <p:pic>
        <p:nvPicPr>
          <p:cNvPr id="14" name="Picture 13">
            <a:extLst>
              <a:ext uri="{FF2B5EF4-FFF2-40B4-BE49-F238E27FC236}">
                <a16:creationId xmlns:a16="http://schemas.microsoft.com/office/drawing/2014/main" id="{C40DCE06-C2AD-4EF8-B150-E28AF25A9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graphicFrame>
        <p:nvGraphicFramePr>
          <p:cNvPr id="4" name="Table 3">
            <a:extLst>
              <a:ext uri="{FF2B5EF4-FFF2-40B4-BE49-F238E27FC236}">
                <a16:creationId xmlns:a16="http://schemas.microsoft.com/office/drawing/2014/main" id="{99C472F2-7011-9202-DE7D-CD34B4C59ABF}"/>
              </a:ext>
            </a:extLst>
          </p:cNvPr>
          <p:cNvGraphicFramePr>
            <a:graphicFrameLocks noGrp="1"/>
          </p:cNvGraphicFramePr>
          <p:nvPr/>
        </p:nvGraphicFramePr>
        <p:xfrm>
          <a:off x="5386542" y="437393"/>
          <a:ext cx="5879806" cy="2865120"/>
        </p:xfrm>
        <a:graphic>
          <a:graphicData uri="http://schemas.openxmlformats.org/drawingml/2006/table">
            <a:tbl>
              <a:tblPr firstRow="1" bandRow="1">
                <a:tableStyleId>{21E4AEA4-8DFA-4A89-87EB-49C32662AFE0}</a:tableStyleId>
              </a:tblPr>
              <a:tblGrid>
                <a:gridCol w="3034444">
                  <a:extLst>
                    <a:ext uri="{9D8B030D-6E8A-4147-A177-3AD203B41FA5}">
                      <a16:colId xmlns:a16="http://schemas.microsoft.com/office/drawing/2014/main" val="3787764849"/>
                    </a:ext>
                  </a:extLst>
                </a:gridCol>
                <a:gridCol w="2845362">
                  <a:extLst>
                    <a:ext uri="{9D8B030D-6E8A-4147-A177-3AD203B41FA5}">
                      <a16:colId xmlns:a16="http://schemas.microsoft.com/office/drawing/2014/main" val="645095530"/>
                    </a:ext>
                  </a:extLst>
                </a:gridCol>
              </a:tblGrid>
              <a:tr h="370840">
                <a:tc>
                  <a:txBody>
                    <a:bodyPr/>
                    <a:lstStyle/>
                    <a:p>
                      <a:r>
                        <a:rPr lang="en-US"/>
                        <a:t>First Nation and Inuit Community Partners</a:t>
                      </a:r>
                    </a:p>
                  </a:txBody>
                  <a:tcPr/>
                </a:tc>
                <a:tc>
                  <a:txBody>
                    <a:bodyPr/>
                    <a:lstStyle/>
                    <a:p>
                      <a:r>
                        <a:rPr lang="en-US"/>
                        <a:t>Academic Institutional Partners</a:t>
                      </a:r>
                    </a:p>
                  </a:txBody>
                  <a:tcPr/>
                </a:tc>
                <a:extLst>
                  <a:ext uri="{0D108BD9-81ED-4DB2-BD59-A6C34878D82A}">
                    <a16:rowId xmlns:a16="http://schemas.microsoft.com/office/drawing/2014/main" val="354162756"/>
                  </a:ext>
                </a:extLst>
              </a:tr>
              <a:tr h="370840">
                <a:tc>
                  <a:txBody>
                    <a:bodyPr/>
                    <a:lstStyle/>
                    <a:p>
                      <a:r>
                        <a:rPr lang="en-US"/>
                        <a:t>Chippewas of the Thames FN</a:t>
                      </a:r>
                    </a:p>
                  </a:txBody>
                  <a:tcPr/>
                </a:tc>
                <a:tc>
                  <a:txBody>
                    <a:bodyPr/>
                    <a:lstStyle/>
                    <a:p>
                      <a:r>
                        <a:rPr lang="en-US"/>
                        <a:t>Canadore College</a:t>
                      </a:r>
                    </a:p>
                  </a:txBody>
                  <a:tcPr/>
                </a:tc>
                <a:extLst>
                  <a:ext uri="{0D108BD9-81ED-4DB2-BD59-A6C34878D82A}">
                    <a16:rowId xmlns:a16="http://schemas.microsoft.com/office/drawing/2014/main" val="3483925804"/>
                  </a:ext>
                </a:extLst>
              </a:tr>
              <a:tr h="370840">
                <a:tc>
                  <a:txBody>
                    <a:bodyPr/>
                    <a:lstStyle/>
                    <a:p>
                      <a:r>
                        <a:rPr lang="en-US" err="1"/>
                        <a:t>Kahnawá:ke</a:t>
                      </a:r>
                      <a:r>
                        <a:rPr lang="en-US"/>
                        <a:t> Education Centre</a:t>
                      </a:r>
                    </a:p>
                  </a:txBody>
                  <a:tcPr/>
                </a:tc>
                <a:tc>
                  <a:txBody>
                    <a:bodyPr/>
                    <a:lstStyle/>
                    <a:p>
                      <a:r>
                        <a:rPr lang="en-US"/>
                        <a:t>McGill University</a:t>
                      </a:r>
                    </a:p>
                  </a:txBody>
                  <a:tcPr/>
                </a:tc>
                <a:extLst>
                  <a:ext uri="{0D108BD9-81ED-4DB2-BD59-A6C34878D82A}">
                    <a16:rowId xmlns:a16="http://schemas.microsoft.com/office/drawing/2014/main" val="3263665321"/>
                  </a:ext>
                </a:extLst>
              </a:tr>
              <a:tr h="370840">
                <a:tc>
                  <a:txBody>
                    <a:bodyPr/>
                    <a:lstStyle/>
                    <a:p>
                      <a:r>
                        <a:rPr lang="en-US" err="1"/>
                        <a:t>Mississaugas</a:t>
                      </a:r>
                      <a:r>
                        <a:rPr lang="en-US"/>
                        <a:t> of the Credit FN</a:t>
                      </a:r>
                    </a:p>
                  </a:txBody>
                  <a:tcPr/>
                </a:tc>
                <a:tc>
                  <a:txBody>
                    <a:bodyPr/>
                    <a:lstStyle/>
                    <a:p>
                      <a:r>
                        <a:rPr lang="en-US"/>
                        <a:t>Memorial University</a:t>
                      </a:r>
                    </a:p>
                  </a:txBody>
                  <a:tcPr/>
                </a:tc>
                <a:extLst>
                  <a:ext uri="{0D108BD9-81ED-4DB2-BD59-A6C34878D82A}">
                    <a16:rowId xmlns:a16="http://schemas.microsoft.com/office/drawing/2014/main" val="10127113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Nunatsiavut Government</a:t>
                      </a:r>
                    </a:p>
                  </a:txBody>
                  <a:tcPr/>
                </a:tc>
                <a:tc>
                  <a:txBody>
                    <a:bodyPr/>
                    <a:lstStyle/>
                    <a:p>
                      <a:r>
                        <a:rPr lang="en-US"/>
                        <a:t>The University of Guelph</a:t>
                      </a:r>
                    </a:p>
                  </a:txBody>
                  <a:tcPr/>
                </a:tc>
                <a:extLst>
                  <a:ext uri="{0D108BD9-81ED-4DB2-BD59-A6C34878D82A}">
                    <a16:rowId xmlns:a16="http://schemas.microsoft.com/office/drawing/2014/main" val="39041200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tc>
                <a:tc>
                  <a:txBody>
                    <a:bodyPr/>
                    <a:lstStyle/>
                    <a:p>
                      <a:r>
                        <a:rPr lang="en-US"/>
                        <a:t>The University of Ottawa</a:t>
                      </a:r>
                    </a:p>
                  </a:txBody>
                  <a:tcPr/>
                </a:tc>
                <a:extLst>
                  <a:ext uri="{0D108BD9-81ED-4DB2-BD59-A6C34878D82A}">
                    <a16:rowId xmlns:a16="http://schemas.microsoft.com/office/drawing/2014/main" val="1043818769"/>
                  </a:ext>
                </a:extLst>
              </a:tr>
              <a:tr h="370840">
                <a:tc>
                  <a:txBody>
                    <a:bodyPr/>
                    <a:lstStyle/>
                    <a:p>
                      <a:endParaRPr lang="en-US"/>
                    </a:p>
                  </a:txBody>
                  <a:tcPr/>
                </a:tc>
                <a:tc>
                  <a:txBody>
                    <a:bodyPr/>
                    <a:lstStyle/>
                    <a:p>
                      <a:r>
                        <a:rPr lang="en-US"/>
                        <a:t>Western University</a:t>
                      </a:r>
                    </a:p>
                  </a:txBody>
                  <a:tcPr/>
                </a:tc>
                <a:extLst>
                  <a:ext uri="{0D108BD9-81ED-4DB2-BD59-A6C34878D82A}">
                    <a16:rowId xmlns:a16="http://schemas.microsoft.com/office/drawing/2014/main" val="2531729262"/>
                  </a:ext>
                </a:extLst>
              </a:tr>
            </a:tbl>
          </a:graphicData>
        </a:graphic>
      </p:graphicFrame>
      <p:graphicFrame>
        <p:nvGraphicFramePr>
          <p:cNvPr id="5" name="Diagram 4">
            <a:extLst>
              <a:ext uri="{FF2B5EF4-FFF2-40B4-BE49-F238E27FC236}">
                <a16:creationId xmlns:a16="http://schemas.microsoft.com/office/drawing/2014/main" id="{CE84CF0C-56E1-EE1F-EF03-2255CD47148B}"/>
              </a:ext>
            </a:extLst>
          </p:cNvPr>
          <p:cNvGraphicFramePr/>
          <p:nvPr/>
        </p:nvGraphicFramePr>
        <p:xfrm>
          <a:off x="4696017" y="2467820"/>
          <a:ext cx="7260855" cy="491027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TextBox 5">
            <a:extLst>
              <a:ext uri="{FF2B5EF4-FFF2-40B4-BE49-F238E27FC236}">
                <a16:creationId xmlns:a16="http://schemas.microsoft.com/office/drawing/2014/main" id="{753DACFD-B366-8177-A276-75C8E0EB9B5A}"/>
              </a:ext>
            </a:extLst>
          </p:cNvPr>
          <p:cNvSpPr txBox="1"/>
          <p:nvPr/>
        </p:nvSpPr>
        <p:spPr>
          <a:xfrm>
            <a:off x="5002575" y="3664378"/>
            <a:ext cx="6647741" cy="400110"/>
          </a:xfrm>
          <a:prstGeom prst="rect">
            <a:avLst/>
          </a:prstGeom>
          <a:noFill/>
        </p:spPr>
        <p:txBody>
          <a:bodyPr wrap="square" rtlCol="0">
            <a:spAutoFit/>
          </a:bodyPr>
          <a:lstStyle/>
          <a:p>
            <a:r>
              <a:rPr lang="en-US" sz="2000">
                <a:latin typeface="Arial" panose="020B0604020202020204" pitchFamily="34" charset="0"/>
                <a:cs typeface="Arial" panose="020B0604020202020204" pitchFamily="34" charset="0"/>
              </a:rPr>
              <a:t>Four Virtual Dialogues from September to January 2024</a:t>
            </a:r>
          </a:p>
        </p:txBody>
      </p:sp>
    </p:spTree>
    <p:extLst>
      <p:ext uri="{BB962C8B-B14F-4D97-AF65-F5344CB8AC3E}">
        <p14:creationId xmlns:p14="http://schemas.microsoft.com/office/powerpoint/2010/main" val="2516614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7230-E3DF-119E-4ABB-8AD81953A324}"/>
            </a:ext>
          </a:extLst>
        </p:cNvPr>
        <p:cNvGrpSpPr/>
        <p:nvPr/>
      </p:nvGrpSpPr>
      <p:grpSpPr>
        <a:xfrm>
          <a:off x="0" y="0"/>
          <a:ext cx="0" cy="0"/>
          <a:chOff x="0" y="0"/>
          <a:chExt cx="0" cy="0"/>
        </a:xfrm>
      </p:grpSpPr>
      <p:pic>
        <p:nvPicPr>
          <p:cNvPr id="14" name="Content Placeholder 10">
            <a:extLst>
              <a:ext uri="{FF2B5EF4-FFF2-40B4-BE49-F238E27FC236}">
                <a16:creationId xmlns:a16="http://schemas.microsoft.com/office/drawing/2014/main" id="{2D5B446F-4433-09D2-43D7-5A85DC246D4F}"/>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5400000">
            <a:off x="-1560672" y="1560670"/>
            <a:ext cx="6858001" cy="3736663"/>
          </a:xfrm>
          <a:prstGeom prst="rect">
            <a:avLst/>
          </a:prstGeom>
        </p:spPr>
      </p:pic>
      <p:sp>
        <p:nvSpPr>
          <p:cNvPr id="5" name="Title 4">
            <a:extLst>
              <a:ext uri="{FF2B5EF4-FFF2-40B4-BE49-F238E27FC236}">
                <a16:creationId xmlns:a16="http://schemas.microsoft.com/office/drawing/2014/main" id="{BDE4DA56-A015-BC8E-4CA2-DE2972093F67}"/>
              </a:ext>
            </a:extLst>
          </p:cNvPr>
          <p:cNvSpPr>
            <a:spLocks noGrp="1"/>
          </p:cNvSpPr>
          <p:nvPr>
            <p:ph type="title"/>
          </p:nvPr>
        </p:nvSpPr>
        <p:spPr>
          <a:xfrm>
            <a:off x="1868328" y="493840"/>
            <a:ext cx="10515600" cy="1325563"/>
          </a:xfrm>
        </p:spPr>
        <p:txBody>
          <a:bodyPr/>
          <a:lstStyle/>
          <a:p>
            <a:r>
              <a:rPr lang="en-US" b="1">
                <a:solidFill>
                  <a:srgbClr val="962021"/>
                </a:solidFill>
                <a:latin typeface="Arial" panose="020B0604020202020204" pitchFamily="34" charset="0"/>
                <a:cs typeface="Arial" panose="020B0604020202020204" pitchFamily="34" charset="0"/>
              </a:rPr>
              <a:t>What participants told us</a:t>
            </a:r>
            <a:endParaRPr lang="en-CA" b="1">
              <a:solidFill>
                <a:srgbClr val="96202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8EEE5B13-114E-7C00-CF65-408D4EC88C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sp>
        <p:nvSpPr>
          <p:cNvPr id="3" name="Content Placeholder 2">
            <a:extLst>
              <a:ext uri="{FF2B5EF4-FFF2-40B4-BE49-F238E27FC236}">
                <a16:creationId xmlns:a16="http://schemas.microsoft.com/office/drawing/2014/main" id="{9D46C8E8-839D-1AB0-94FB-D1DB1A6461D8}"/>
              </a:ext>
            </a:extLst>
          </p:cNvPr>
          <p:cNvSpPr>
            <a:spLocks noGrp="1"/>
          </p:cNvSpPr>
          <p:nvPr>
            <p:ph sz="half" idx="2"/>
          </p:nvPr>
        </p:nvSpPr>
        <p:spPr>
          <a:xfrm>
            <a:off x="1552074" y="1602268"/>
            <a:ext cx="10515599" cy="4761892"/>
          </a:xfrm>
        </p:spPr>
        <p:txBody>
          <a:bodyPr>
            <a:normAutofit/>
          </a:bodyPr>
          <a:lstStyle/>
          <a:p>
            <a:pPr marL="0" indent="0">
              <a:buNone/>
            </a:pPr>
            <a:endParaRPr lang="en-US"/>
          </a:p>
          <a:p>
            <a:pPr marL="0" indent="0">
              <a:buNone/>
            </a:pPr>
            <a:r>
              <a:rPr lang="en-US"/>
              <a:t>Communication </a:t>
            </a:r>
            <a:r>
              <a:rPr lang="en-US" u="sng"/>
              <a:t>and Understanding</a:t>
            </a:r>
            <a:r>
              <a:rPr lang="en-US"/>
              <a:t>:</a:t>
            </a:r>
          </a:p>
          <a:p>
            <a:pPr>
              <a:lnSpc>
                <a:spcPct val="120000"/>
              </a:lnSpc>
            </a:pPr>
            <a:r>
              <a:rPr lang="en-US" sz="2100">
                <a:latin typeface="Arial" panose="020B0604020202020204" pitchFamily="34" charset="0"/>
                <a:cs typeface="Arial" panose="020B0604020202020204" pitchFamily="34" charset="0"/>
              </a:rPr>
              <a:t>Communication must continue throughout the lifecycle of data; </a:t>
            </a:r>
          </a:p>
          <a:p>
            <a:pPr>
              <a:lnSpc>
                <a:spcPct val="120000"/>
              </a:lnSpc>
            </a:pPr>
            <a:r>
              <a:rPr lang="en-US" sz="2100">
                <a:latin typeface="Arial" panose="020B0604020202020204" pitchFamily="34" charset="0"/>
                <a:cs typeface="Arial" panose="020B0604020202020204" pitchFamily="34" charset="0"/>
              </a:rPr>
              <a:t>Relationships and rights need to be clearly defined and respected; </a:t>
            </a:r>
            <a:endParaRPr lang="en-US" sz="2100" b="0" i="0">
              <a:solidFill>
                <a:srgbClr val="000000"/>
              </a:solidFill>
              <a:effectLst/>
              <a:latin typeface="Arial" panose="020B0604020202020204" pitchFamily="34" charset="0"/>
              <a:cs typeface="Arial" panose="020B0604020202020204" pitchFamily="34" charset="0"/>
            </a:endParaRPr>
          </a:p>
          <a:p>
            <a:pPr>
              <a:lnSpc>
                <a:spcPct val="120000"/>
              </a:lnSpc>
            </a:pPr>
            <a:r>
              <a:rPr lang="en-US" sz="2100">
                <a:solidFill>
                  <a:srgbClr val="000000"/>
                </a:solidFill>
                <a:latin typeface="Arial" panose="020B0604020202020204" pitchFamily="34" charset="0"/>
                <a:cs typeface="Arial" panose="020B0604020202020204" pitchFamily="34" charset="0"/>
              </a:rPr>
              <a:t>G</a:t>
            </a:r>
            <a:r>
              <a:rPr lang="en-US" sz="2100" b="0" i="0">
                <a:solidFill>
                  <a:srgbClr val="000000"/>
                </a:solidFill>
                <a:effectLst/>
                <a:latin typeface="Arial" panose="020B0604020202020204" pitchFamily="34" charset="0"/>
                <a:cs typeface="Arial" panose="020B0604020202020204" pitchFamily="34" charset="0"/>
              </a:rPr>
              <a:t>rowing number of institutionally based researchers feel their obligations to data sovereignty rights of Indigenous people, but feel unsupported and not incentivized by institutional and disciplinary norms, expectations, and structures;</a:t>
            </a:r>
          </a:p>
          <a:p>
            <a:pPr>
              <a:lnSpc>
                <a:spcPct val="120000"/>
              </a:lnSpc>
            </a:pPr>
            <a:r>
              <a:rPr lang="en-US" sz="2100">
                <a:latin typeface="Arial" panose="020B0604020202020204" pitchFamily="34" charset="0"/>
                <a:cs typeface="Arial" panose="020B0604020202020204" pitchFamily="34" charset="0"/>
              </a:rPr>
              <a:t>Relying on government and institutionally prescribed colonial data management practices doesn’t align with different cultural views on data ownership and privacy; </a:t>
            </a:r>
          </a:p>
        </p:txBody>
      </p:sp>
    </p:spTree>
    <p:extLst>
      <p:ext uri="{BB962C8B-B14F-4D97-AF65-F5344CB8AC3E}">
        <p14:creationId xmlns:p14="http://schemas.microsoft.com/office/powerpoint/2010/main" val="3004601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1CFA-0E8C-2245-69FE-4D5FC2F87229}"/>
            </a:ext>
          </a:extLst>
        </p:cNvPr>
        <p:cNvGrpSpPr/>
        <p:nvPr/>
      </p:nvGrpSpPr>
      <p:grpSpPr>
        <a:xfrm>
          <a:off x="0" y="0"/>
          <a:ext cx="0" cy="0"/>
          <a:chOff x="0" y="0"/>
          <a:chExt cx="0" cy="0"/>
        </a:xfrm>
      </p:grpSpPr>
      <p:pic>
        <p:nvPicPr>
          <p:cNvPr id="14" name="Content Placeholder 10">
            <a:extLst>
              <a:ext uri="{FF2B5EF4-FFF2-40B4-BE49-F238E27FC236}">
                <a16:creationId xmlns:a16="http://schemas.microsoft.com/office/drawing/2014/main" id="{8EB17102-736E-75CA-57DA-17138A31F2B0}"/>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5400000">
            <a:off x="-1560672" y="1560670"/>
            <a:ext cx="6858001" cy="3736663"/>
          </a:xfrm>
          <a:prstGeom prst="rect">
            <a:avLst/>
          </a:prstGeom>
        </p:spPr>
      </p:pic>
      <p:sp>
        <p:nvSpPr>
          <p:cNvPr id="5" name="Title 4">
            <a:extLst>
              <a:ext uri="{FF2B5EF4-FFF2-40B4-BE49-F238E27FC236}">
                <a16:creationId xmlns:a16="http://schemas.microsoft.com/office/drawing/2014/main" id="{C609677D-1832-3475-CB9D-031EB0095965}"/>
              </a:ext>
            </a:extLst>
          </p:cNvPr>
          <p:cNvSpPr>
            <a:spLocks noGrp="1"/>
          </p:cNvSpPr>
          <p:nvPr>
            <p:ph type="title"/>
          </p:nvPr>
        </p:nvSpPr>
        <p:spPr>
          <a:xfrm>
            <a:off x="1868328" y="493840"/>
            <a:ext cx="10515600" cy="1325563"/>
          </a:xfrm>
        </p:spPr>
        <p:txBody>
          <a:bodyPr/>
          <a:lstStyle/>
          <a:p>
            <a:r>
              <a:rPr lang="en-US" b="1">
                <a:solidFill>
                  <a:srgbClr val="962021"/>
                </a:solidFill>
                <a:latin typeface="Arial" panose="020B0604020202020204" pitchFamily="34" charset="0"/>
                <a:cs typeface="Arial" panose="020B0604020202020204" pitchFamily="34" charset="0"/>
              </a:rPr>
              <a:t>What participants told us</a:t>
            </a:r>
            <a:endParaRPr lang="en-CA" b="1">
              <a:solidFill>
                <a:srgbClr val="962021"/>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2ACF2CB0-1EC7-FBF0-A0C7-DEA310962D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sp>
        <p:nvSpPr>
          <p:cNvPr id="3" name="Content Placeholder 2">
            <a:extLst>
              <a:ext uri="{FF2B5EF4-FFF2-40B4-BE49-F238E27FC236}">
                <a16:creationId xmlns:a16="http://schemas.microsoft.com/office/drawing/2014/main" id="{BEDDEFB1-6A6C-9850-8A6E-0D5562CE2DBE}"/>
              </a:ext>
            </a:extLst>
          </p:cNvPr>
          <p:cNvSpPr>
            <a:spLocks noGrp="1"/>
          </p:cNvSpPr>
          <p:nvPr>
            <p:ph sz="half" idx="2"/>
          </p:nvPr>
        </p:nvSpPr>
        <p:spPr>
          <a:xfrm>
            <a:off x="1784908" y="1777766"/>
            <a:ext cx="10515599" cy="5066357"/>
          </a:xfrm>
        </p:spPr>
        <p:txBody>
          <a:bodyPr>
            <a:normAutofit/>
          </a:bodyPr>
          <a:lstStyle/>
          <a:p>
            <a:pPr marL="0" indent="0">
              <a:buNone/>
            </a:pPr>
            <a:r>
              <a:rPr lang="en-US"/>
              <a:t>Capacity: ability to understand - </a:t>
            </a:r>
            <a:r>
              <a:rPr lang="en-US" u="sng"/>
              <a:t>and act</a:t>
            </a:r>
          </a:p>
          <a:p>
            <a:pPr>
              <a:lnSpc>
                <a:spcPct val="120000"/>
              </a:lnSpc>
            </a:pPr>
            <a:r>
              <a:rPr lang="en-US" sz="2200" b="0" i="0">
                <a:solidFill>
                  <a:srgbClr val="000000"/>
                </a:solidFill>
                <a:effectLst/>
                <a:latin typeface="Arial" panose="020B0604020202020204" pitchFamily="34" charset="0"/>
                <a:cs typeface="Arial" panose="020B0604020202020204" pitchFamily="34" charset="0"/>
              </a:rPr>
              <a:t>There are significant capacity issues across both community and institutional infrastructure;</a:t>
            </a:r>
          </a:p>
          <a:p>
            <a:pPr>
              <a:lnSpc>
                <a:spcPct val="120000"/>
              </a:lnSpc>
            </a:pPr>
            <a:r>
              <a:rPr lang="en-US" sz="2200" b="0" i="0">
                <a:solidFill>
                  <a:srgbClr val="000000"/>
                </a:solidFill>
                <a:effectLst/>
                <a:latin typeface="Arial" panose="020B0604020202020204" pitchFamily="34" charset="0"/>
                <a:cs typeface="Arial" panose="020B0604020202020204" pitchFamily="34" charset="0"/>
              </a:rPr>
              <a:t>Community and Institutional capacity both need to grow to support ethical RDM if </a:t>
            </a:r>
          </a:p>
          <a:p>
            <a:pPr marL="0" indent="0">
              <a:lnSpc>
                <a:spcPct val="120000"/>
              </a:lnSpc>
              <a:buNone/>
            </a:pPr>
            <a:r>
              <a:rPr lang="en-US" sz="2200" b="0" i="0">
                <a:solidFill>
                  <a:srgbClr val="000000"/>
                </a:solidFill>
                <a:effectLst/>
                <a:latin typeface="Arial" panose="020B0604020202020204" pitchFamily="34" charset="0"/>
                <a:cs typeface="Arial" panose="020B0604020202020204" pitchFamily="34" charset="0"/>
              </a:rPr>
              <a:t>   partnerships are to work for First Nations; </a:t>
            </a:r>
          </a:p>
          <a:p>
            <a:pPr>
              <a:lnSpc>
                <a:spcPct val="120000"/>
              </a:lnSpc>
            </a:pPr>
            <a:r>
              <a:rPr lang="en-US" sz="2200" b="0" i="0">
                <a:solidFill>
                  <a:srgbClr val="000000"/>
                </a:solidFill>
                <a:effectLst/>
                <a:latin typeface="Arial" panose="020B0604020202020204" pitchFamily="34" charset="0"/>
                <a:cs typeface="Arial" panose="020B0604020202020204" pitchFamily="34" charset="0"/>
              </a:rPr>
              <a:t>Research Institutions need more flexible policies and processes; </a:t>
            </a:r>
          </a:p>
          <a:p>
            <a:pPr>
              <a:lnSpc>
                <a:spcPct val="120000"/>
              </a:lnSpc>
            </a:pPr>
            <a:r>
              <a:rPr lang="en-US" sz="2200" b="0">
                <a:solidFill>
                  <a:srgbClr val="000000"/>
                </a:solidFill>
                <a:effectLst/>
                <a:latin typeface="Arial" panose="020B0604020202020204" pitchFamily="34" charset="0"/>
                <a:cs typeface="Arial" panose="020B0604020202020204" pitchFamily="34" charset="0"/>
              </a:rPr>
              <a:t>Building capacity in single communities alone is not building “community capacity”. Indigenous Nations and relationships expand beyond individual community borders.</a:t>
            </a:r>
            <a:endParaRPr lang="en-US" sz="2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3805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CD5B-A7C7-939B-2C3D-753C723B1C5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5F5C0B0-2F7E-9B1D-77F4-5FC2B2DB4ADE}"/>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0"/>
            <a:ext cx="12192000" cy="1682750"/>
          </a:xfrm>
          <a:prstGeom prst="rect">
            <a:avLst/>
          </a:prstGeom>
        </p:spPr>
      </p:pic>
      <p:sp>
        <p:nvSpPr>
          <p:cNvPr id="4" name="Title 3">
            <a:extLst>
              <a:ext uri="{FF2B5EF4-FFF2-40B4-BE49-F238E27FC236}">
                <a16:creationId xmlns:a16="http://schemas.microsoft.com/office/drawing/2014/main" id="{32688C65-5488-BCA8-2C8B-05BF8923EDF1}"/>
              </a:ext>
            </a:extLst>
          </p:cNvPr>
          <p:cNvSpPr>
            <a:spLocks noGrp="1"/>
          </p:cNvSpPr>
          <p:nvPr>
            <p:ph type="title"/>
          </p:nvPr>
        </p:nvSpPr>
        <p:spPr>
          <a:xfrm>
            <a:off x="734868" y="1682750"/>
            <a:ext cx="10515600" cy="1403639"/>
          </a:xfrm>
        </p:spPr>
        <p:txBody>
          <a:bodyPr/>
          <a:lstStyle/>
          <a:p>
            <a:r>
              <a:rPr lang="en-US" b="1" dirty="0">
                <a:solidFill>
                  <a:srgbClr val="962021"/>
                </a:solidFill>
                <a:latin typeface="Arial" panose="020B0604020202020204" pitchFamily="34" charset="0"/>
                <a:cs typeface="Arial" panose="020B0604020202020204" pitchFamily="34" charset="0"/>
              </a:rPr>
              <a:t>RDM is MDR</a:t>
            </a:r>
            <a:endParaRPr lang="en-CA" b="1" baseline="30000" dirty="0">
              <a:solidFill>
                <a:srgbClr val="962021"/>
              </a:solidFill>
              <a:latin typeface="Arial" panose="020B0604020202020204" pitchFamily="34" charset="0"/>
              <a:cs typeface="Arial" panose="020B0604020202020204" pitchFamily="34" charset="0"/>
            </a:endParaRPr>
          </a:p>
        </p:txBody>
      </p:sp>
      <p:sp>
        <p:nvSpPr>
          <p:cNvPr id="5" name="Text Placeholder 4">
            <a:extLst>
              <a:ext uri="{FF2B5EF4-FFF2-40B4-BE49-F238E27FC236}">
                <a16:creationId xmlns:a16="http://schemas.microsoft.com/office/drawing/2014/main" id="{0AE78273-2E0B-E778-E4BF-E241CAAB76D0}"/>
              </a:ext>
            </a:extLst>
          </p:cNvPr>
          <p:cNvSpPr>
            <a:spLocks noGrp="1"/>
          </p:cNvSpPr>
          <p:nvPr>
            <p:ph type="body" idx="1"/>
          </p:nvPr>
        </p:nvSpPr>
        <p:spPr>
          <a:xfrm>
            <a:off x="734868" y="3229559"/>
            <a:ext cx="10515600" cy="3439066"/>
          </a:xfrm>
        </p:spPr>
        <p:txBody>
          <a:bodyPr>
            <a:normAutofit/>
          </a:bodyPr>
          <a:lstStyle/>
          <a:p>
            <a:r>
              <a:rPr lang="en-CA" sz="3200" b="1" dirty="0">
                <a:solidFill>
                  <a:schemeClr val="tx1"/>
                </a:solidFill>
              </a:rPr>
              <a:t>I</a:t>
            </a:r>
            <a:r>
              <a:rPr lang="en-CA" sz="3200" dirty="0">
                <a:solidFill>
                  <a:schemeClr val="tx1"/>
                </a:solidFill>
              </a:rPr>
              <a:t>nstitutional </a:t>
            </a:r>
            <a:r>
              <a:rPr lang="en-CA" sz="3200" b="1" dirty="0">
                <a:solidFill>
                  <a:schemeClr val="tx1"/>
                </a:solidFill>
              </a:rPr>
              <a:t>R</a:t>
            </a:r>
            <a:r>
              <a:rPr lang="en-CA" sz="3200" dirty="0">
                <a:solidFill>
                  <a:schemeClr val="tx1"/>
                </a:solidFill>
              </a:rPr>
              <a:t>esearch </a:t>
            </a:r>
            <a:r>
              <a:rPr lang="en-CA" sz="3200" b="1" dirty="0">
                <a:solidFill>
                  <a:schemeClr val="tx1"/>
                </a:solidFill>
              </a:rPr>
              <a:t>D</a:t>
            </a:r>
            <a:r>
              <a:rPr lang="en-CA" sz="3200" dirty="0">
                <a:solidFill>
                  <a:schemeClr val="tx1"/>
                </a:solidFill>
              </a:rPr>
              <a:t>ata </a:t>
            </a:r>
            <a:r>
              <a:rPr lang="en-CA" sz="3200" b="1" dirty="0">
                <a:solidFill>
                  <a:schemeClr val="tx1"/>
                </a:solidFill>
              </a:rPr>
              <a:t>M</a:t>
            </a:r>
            <a:r>
              <a:rPr lang="en-CA" sz="3200" dirty="0">
                <a:solidFill>
                  <a:schemeClr val="tx1"/>
                </a:solidFill>
              </a:rPr>
              <a:t>anagement: </a:t>
            </a:r>
            <a:r>
              <a:rPr lang="en-US" sz="3200" dirty="0">
                <a:solidFill>
                  <a:schemeClr val="tx1"/>
                </a:solidFill>
              </a:rPr>
              <a:t>data remains usable and accessible over its lifecycle - to </a:t>
            </a:r>
            <a:r>
              <a:rPr lang="en-US" sz="3200" i="1" dirty="0">
                <a:solidFill>
                  <a:schemeClr val="tx1"/>
                </a:solidFill>
              </a:rPr>
              <a:t>researchers</a:t>
            </a:r>
          </a:p>
          <a:p>
            <a:endParaRPr lang="en-US" sz="3200" dirty="0">
              <a:solidFill>
                <a:schemeClr val="tx1"/>
              </a:solidFill>
            </a:endParaRPr>
          </a:p>
          <a:p>
            <a:r>
              <a:rPr lang="en-US" sz="3200" b="1" dirty="0">
                <a:solidFill>
                  <a:schemeClr val="tx1"/>
                </a:solidFill>
              </a:rPr>
              <a:t>C</a:t>
            </a:r>
            <a:r>
              <a:rPr lang="en-US" sz="3200" dirty="0">
                <a:solidFill>
                  <a:schemeClr val="tx1"/>
                </a:solidFill>
              </a:rPr>
              <a:t>ommunities </a:t>
            </a:r>
            <a:r>
              <a:rPr lang="en-US" sz="3200" b="1" dirty="0">
                <a:solidFill>
                  <a:schemeClr val="tx1"/>
                </a:solidFill>
              </a:rPr>
              <a:t>M</a:t>
            </a:r>
            <a:r>
              <a:rPr lang="en-US" sz="3200" dirty="0">
                <a:solidFill>
                  <a:schemeClr val="tx1"/>
                </a:solidFill>
              </a:rPr>
              <a:t>aking </a:t>
            </a:r>
            <a:r>
              <a:rPr lang="en-US" sz="3200" b="1" dirty="0">
                <a:solidFill>
                  <a:schemeClr val="tx1"/>
                </a:solidFill>
              </a:rPr>
              <a:t>D</a:t>
            </a:r>
            <a:r>
              <a:rPr lang="en-US" sz="3200" dirty="0">
                <a:solidFill>
                  <a:schemeClr val="tx1"/>
                </a:solidFill>
              </a:rPr>
              <a:t>ata in </a:t>
            </a:r>
            <a:r>
              <a:rPr lang="en-US" sz="3200" b="1" dirty="0">
                <a:solidFill>
                  <a:schemeClr val="tx1"/>
                </a:solidFill>
              </a:rPr>
              <a:t>R</a:t>
            </a:r>
            <a:r>
              <a:rPr lang="en-US" sz="3200" dirty="0">
                <a:solidFill>
                  <a:schemeClr val="tx1"/>
                </a:solidFill>
              </a:rPr>
              <a:t>elation: data is created and cared for with continuous consideration for </a:t>
            </a:r>
            <a:r>
              <a:rPr lang="en-US" sz="3200" i="1" dirty="0">
                <a:solidFill>
                  <a:schemeClr val="tx1"/>
                </a:solidFill>
              </a:rPr>
              <a:t>community</a:t>
            </a:r>
            <a:r>
              <a:rPr lang="en-US" sz="3200" dirty="0">
                <a:solidFill>
                  <a:schemeClr val="tx1"/>
                </a:solidFill>
              </a:rPr>
              <a:t> context</a:t>
            </a:r>
            <a:endParaRPr lang="en-CA" sz="3200" dirty="0">
              <a:solidFill>
                <a:schemeClr val="tx1"/>
              </a:solidFill>
            </a:endParaRPr>
          </a:p>
          <a:p>
            <a:endParaRPr lang="en-CA" b="1" dirty="0">
              <a:solidFill>
                <a:schemeClr val="tx1"/>
              </a:solidFill>
              <a:latin typeface="Arial" panose="020B0604020202020204" pitchFamily="34" charset="0"/>
              <a:cs typeface="Arial" panose="020B0604020202020204" pitchFamily="34" charset="0"/>
            </a:endParaRPr>
          </a:p>
          <a:p>
            <a:endParaRPr lang="en-CA" b="1" dirty="0">
              <a:solidFill>
                <a:schemeClr val="tx1"/>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31E4FE0C-FA55-6ECE-C482-246B4645D3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spTree>
    <p:extLst>
      <p:ext uri="{BB962C8B-B14F-4D97-AF65-F5344CB8AC3E}">
        <p14:creationId xmlns:p14="http://schemas.microsoft.com/office/powerpoint/2010/main" val="1566341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8DF4-2553-B698-ECED-5DE38ED8E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D0C23-1901-8D9D-BEBA-5907DADC2266}"/>
              </a:ext>
            </a:extLst>
          </p:cNvPr>
          <p:cNvSpPr>
            <a:spLocks noGrp="1"/>
          </p:cNvSpPr>
          <p:nvPr>
            <p:ph type="title"/>
          </p:nvPr>
        </p:nvSpPr>
        <p:spPr/>
        <p:txBody>
          <a:bodyPr/>
          <a:lstStyle/>
          <a:p>
            <a:r>
              <a:rPr lang="en-US"/>
              <a:t>Community Data O</a:t>
            </a:r>
            <a:r>
              <a:rPr lang="en-CA" err="1"/>
              <a:t>wnership</a:t>
            </a:r>
            <a:r>
              <a:rPr lang="en-CA"/>
              <a:t> and 3</a:t>
            </a:r>
            <a:r>
              <a:rPr lang="en-CA" baseline="30000"/>
              <a:t>rd</a:t>
            </a:r>
            <a:r>
              <a:rPr lang="en-CA"/>
              <a:t> party Data Stewardship</a:t>
            </a:r>
          </a:p>
        </p:txBody>
      </p:sp>
      <p:sp>
        <p:nvSpPr>
          <p:cNvPr id="5" name="Text Placeholder 4">
            <a:extLst>
              <a:ext uri="{FF2B5EF4-FFF2-40B4-BE49-F238E27FC236}">
                <a16:creationId xmlns:a16="http://schemas.microsoft.com/office/drawing/2014/main" id="{8E8ACD5E-A85F-9FE8-B4CD-0E3A471CFA4C}"/>
              </a:ext>
            </a:extLst>
          </p:cNvPr>
          <p:cNvSpPr>
            <a:spLocks noGrp="1"/>
          </p:cNvSpPr>
          <p:nvPr>
            <p:ph type="body" idx="1"/>
          </p:nvPr>
        </p:nvSpPr>
        <p:spPr/>
        <p:txBody>
          <a:bodyPr/>
          <a:lstStyle/>
          <a:p>
            <a:r>
              <a:rPr lang="en-US" i="1" dirty="0"/>
              <a:t>Data Stewardship</a:t>
            </a:r>
            <a:endParaRPr lang="en-CA" dirty="0"/>
          </a:p>
          <a:p>
            <a:endParaRPr lang="en-CA" dirty="0"/>
          </a:p>
        </p:txBody>
      </p:sp>
      <p:sp>
        <p:nvSpPr>
          <p:cNvPr id="3" name="Content Placeholder 2">
            <a:extLst>
              <a:ext uri="{FF2B5EF4-FFF2-40B4-BE49-F238E27FC236}">
                <a16:creationId xmlns:a16="http://schemas.microsoft.com/office/drawing/2014/main" id="{D639BFDB-B007-B77A-6325-207F5C8AE170}"/>
              </a:ext>
            </a:extLst>
          </p:cNvPr>
          <p:cNvSpPr>
            <a:spLocks noGrp="1"/>
          </p:cNvSpPr>
          <p:nvPr>
            <p:ph sz="half" idx="2"/>
          </p:nvPr>
        </p:nvSpPr>
        <p:spPr>
          <a:xfrm>
            <a:off x="433388" y="2103212"/>
            <a:ext cx="5157787" cy="4499428"/>
          </a:xfrm>
        </p:spPr>
        <p:txBody>
          <a:bodyPr vert="horz" lIns="91440" tIns="45720" rIns="91440" bIns="45720" rtlCol="0" anchor="t">
            <a:noAutofit/>
          </a:bodyPr>
          <a:lstStyle/>
          <a:p>
            <a:pPr marL="0" indent="0" algn="just">
              <a:buNone/>
            </a:pPr>
            <a:r>
              <a:rPr lang="en-US" dirty="0"/>
              <a:t>“FNIGC assumes responsibility only for the copy of anonymized data shared with it by the Organization, and only for the duration and purposes detailed below. The Organization will retain the original data collected from their community members and will be responsible for its care and governance.”</a:t>
            </a:r>
            <a:endParaRPr lang="en-CA" dirty="0">
              <a:ea typeface="Calibri" panose="020F0502020204030204"/>
              <a:cs typeface="Calibri" panose="020F0502020204030204"/>
            </a:endParaRPr>
          </a:p>
        </p:txBody>
      </p:sp>
      <p:sp>
        <p:nvSpPr>
          <p:cNvPr id="6" name="Text Placeholder 5">
            <a:extLst>
              <a:ext uri="{FF2B5EF4-FFF2-40B4-BE49-F238E27FC236}">
                <a16:creationId xmlns:a16="http://schemas.microsoft.com/office/drawing/2014/main" id="{C9A8535A-C5BC-B6F7-5038-2D143E449D9F}"/>
              </a:ext>
            </a:extLst>
          </p:cNvPr>
          <p:cNvSpPr>
            <a:spLocks noGrp="1"/>
          </p:cNvSpPr>
          <p:nvPr>
            <p:ph type="body" sz="quarter" idx="3"/>
          </p:nvPr>
        </p:nvSpPr>
        <p:spPr/>
        <p:txBody>
          <a:bodyPr/>
          <a:lstStyle/>
          <a:p>
            <a:r>
              <a:rPr lang="en-US" i="1" dirty="0"/>
              <a:t>Data Ownership</a:t>
            </a:r>
            <a:endParaRPr lang="en-CA" dirty="0"/>
          </a:p>
          <a:p>
            <a:endParaRPr lang="en-CA" dirty="0"/>
          </a:p>
        </p:txBody>
      </p:sp>
      <p:sp>
        <p:nvSpPr>
          <p:cNvPr id="4" name="Content Placeholder 3">
            <a:extLst>
              <a:ext uri="{FF2B5EF4-FFF2-40B4-BE49-F238E27FC236}">
                <a16:creationId xmlns:a16="http://schemas.microsoft.com/office/drawing/2014/main" id="{2757036B-C29F-4C9D-7E73-AE3CECAE3B9F}"/>
              </a:ext>
            </a:extLst>
          </p:cNvPr>
          <p:cNvSpPr>
            <a:spLocks noGrp="1"/>
          </p:cNvSpPr>
          <p:nvPr>
            <p:ph sz="quarter" idx="4"/>
          </p:nvPr>
        </p:nvSpPr>
        <p:spPr>
          <a:xfrm>
            <a:off x="5820229" y="2119086"/>
            <a:ext cx="6154057" cy="4601028"/>
          </a:xfrm>
        </p:spPr>
        <p:txBody>
          <a:bodyPr vert="horz" lIns="91440" tIns="45720" rIns="91440" bIns="45720" rtlCol="0" anchor="t">
            <a:normAutofit fontScale="92500" lnSpcReduction="20000"/>
          </a:bodyPr>
          <a:lstStyle/>
          <a:p>
            <a:pPr marL="0" indent="0" algn="just">
              <a:buNone/>
            </a:pPr>
            <a:r>
              <a:rPr lang="en-US" sz="3000" dirty="0"/>
              <a:t>“The Organization retains full and sole ownership of the data they collect and any data collected from them by FNIGC for the purposes of this project. [Federal agency] has no rights to the data, and FNIGC is provided with permission to use the anonymized data for the project as set out below. It is understood that the Organization may use their own data in whatever manner they wish, in accordance with whatever obligations they have outlined with their own members and/or project participants and [Federal agency]”</a:t>
            </a:r>
            <a:endParaRPr lang="en-CA" sz="3000" dirty="0">
              <a:ea typeface="Calibri" panose="020F0502020204030204"/>
              <a:cs typeface="Calibri" panose="020F0502020204030204"/>
            </a:endParaRPr>
          </a:p>
          <a:p>
            <a:endParaRPr lang="en-CA" dirty="0"/>
          </a:p>
        </p:txBody>
      </p:sp>
    </p:spTree>
    <p:extLst>
      <p:ext uri="{BB962C8B-B14F-4D97-AF65-F5344CB8AC3E}">
        <p14:creationId xmlns:p14="http://schemas.microsoft.com/office/powerpoint/2010/main" val="2231640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443F7-0251-7535-C0B4-8F60F30F8ECC}"/>
            </a:ext>
          </a:extLst>
        </p:cNvPr>
        <p:cNvGrpSpPr/>
        <p:nvPr/>
      </p:nvGrpSpPr>
      <p:grpSpPr>
        <a:xfrm>
          <a:off x="0" y="0"/>
          <a:ext cx="0" cy="0"/>
          <a:chOff x="0" y="0"/>
          <a:chExt cx="0" cy="0"/>
        </a:xfrm>
      </p:grpSpPr>
      <p:pic>
        <p:nvPicPr>
          <p:cNvPr id="13" name="Content Placeholder 11">
            <a:extLst>
              <a:ext uri="{FF2B5EF4-FFF2-40B4-BE49-F238E27FC236}">
                <a16:creationId xmlns:a16="http://schemas.microsoft.com/office/drawing/2014/main" id="{C77D542F-DB7F-7402-146C-812049F6ECF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0" y="4159024"/>
            <a:ext cx="2756848" cy="2698976"/>
          </a:xfrm>
          <a:prstGeom prst="rect">
            <a:avLst/>
          </a:prstGeom>
        </p:spPr>
      </p:pic>
      <p:sp>
        <p:nvSpPr>
          <p:cNvPr id="7" name="Title 6">
            <a:extLst>
              <a:ext uri="{FF2B5EF4-FFF2-40B4-BE49-F238E27FC236}">
                <a16:creationId xmlns:a16="http://schemas.microsoft.com/office/drawing/2014/main" id="{01D62CF3-0E52-6B4C-B8A5-284A1EC3D61B}"/>
              </a:ext>
            </a:extLst>
          </p:cNvPr>
          <p:cNvSpPr>
            <a:spLocks noGrp="1"/>
          </p:cNvSpPr>
          <p:nvPr>
            <p:ph type="title"/>
          </p:nvPr>
        </p:nvSpPr>
        <p:spPr>
          <a:xfrm>
            <a:off x="585148" y="911634"/>
            <a:ext cx="3932237" cy="937571"/>
          </a:xfrm>
        </p:spPr>
        <p:txBody>
          <a:bodyPr>
            <a:normAutofit fontScale="90000"/>
          </a:bodyPr>
          <a:lstStyle/>
          <a:p>
            <a:r>
              <a:rPr lang="en-US" b="1" dirty="0">
                <a:solidFill>
                  <a:srgbClr val="962021"/>
                </a:solidFill>
                <a:latin typeface="Arial" panose="020B0604020202020204" pitchFamily="34" charset="0"/>
                <a:cs typeface="Arial" panose="020B0604020202020204" pitchFamily="34" charset="0"/>
              </a:rPr>
              <a:t>Examples of how we use OCAP in our work</a:t>
            </a:r>
            <a:endParaRPr lang="en-CA" dirty="0"/>
          </a:p>
        </p:txBody>
      </p:sp>
      <p:sp>
        <p:nvSpPr>
          <p:cNvPr id="9" name="Text Placeholder 8">
            <a:extLst>
              <a:ext uri="{FF2B5EF4-FFF2-40B4-BE49-F238E27FC236}">
                <a16:creationId xmlns:a16="http://schemas.microsoft.com/office/drawing/2014/main" id="{F7082FAD-682C-088D-C576-1E04ED21BA8B}"/>
              </a:ext>
            </a:extLst>
          </p:cNvPr>
          <p:cNvSpPr>
            <a:spLocks noGrp="1"/>
          </p:cNvSpPr>
          <p:nvPr>
            <p:ph type="body" sz="half" idx="2"/>
          </p:nvPr>
        </p:nvSpPr>
        <p:spPr>
          <a:xfrm>
            <a:off x="424576" y="2208800"/>
            <a:ext cx="4343400" cy="3159587"/>
          </a:xfrm>
        </p:spPr>
        <p:txBody>
          <a:bodyPr vert="horz" lIns="91440" tIns="45720" rIns="91440" bIns="45720" rtlCol="0" anchor="t">
            <a:noAutofit/>
          </a:bodyPr>
          <a:lstStyle/>
          <a:p>
            <a:r>
              <a:rPr lang="en-CA" sz="2000" dirty="0">
                <a:latin typeface="Arial"/>
                <a:cs typeface="Arial"/>
              </a:rPr>
              <a:t>Ensuring we can stick to our principles when we are working with research institutions or the Canadian Government – especially if we are using words, knowledge, and information created by First Nations people or organizations.</a:t>
            </a:r>
          </a:p>
        </p:txBody>
      </p:sp>
      <p:pic>
        <p:nvPicPr>
          <p:cNvPr id="14" name="Picture 13">
            <a:extLst>
              <a:ext uri="{FF2B5EF4-FFF2-40B4-BE49-F238E27FC236}">
                <a16:creationId xmlns:a16="http://schemas.microsoft.com/office/drawing/2014/main" id="{08DA4828-2057-9DE9-BD4E-2A0E5131C7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graphicFrame>
        <p:nvGraphicFramePr>
          <p:cNvPr id="4" name="Diagram 3">
            <a:extLst>
              <a:ext uri="{FF2B5EF4-FFF2-40B4-BE49-F238E27FC236}">
                <a16:creationId xmlns:a16="http://schemas.microsoft.com/office/drawing/2014/main" id="{A55D7ABA-43BF-589F-1604-5486C3DE672C}"/>
              </a:ext>
            </a:extLst>
          </p:cNvPr>
          <p:cNvGraphicFramePr/>
          <p:nvPr>
            <p:extLst>
              <p:ext uri="{D42A27DB-BD31-4B8C-83A1-F6EECF244321}">
                <p14:modId xmlns:p14="http://schemas.microsoft.com/office/powerpoint/2010/main" val="2450767362"/>
              </p:ext>
            </p:extLst>
          </p:nvPr>
        </p:nvGraphicFramePr>
        <p:xfrm>
          <a:off x="5018567" y="364269"/>
          <a:ext cx="6429375" cy="600907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243161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4B3F3-84BA-A7F8-965A-470E6EFAA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ED7B1-A40A-D669-F35F-9CC284E7EA30}"/>
              </a:ext>
            </a:extLst>
          </p:cNvPr>
          <p:cNvSpPr>
            <a:spLocks noGrp="1"/>
          </p:cNvSpPr>
          <p:nvPr>
            <p:ph type="ctrTitle"/>
          </p:nvPr>
        </p:nvSpPr>
        <p:spPr>
          <a:xfrm>
            <a:off x="6271073" y="365198"/>
            <a:ext cx="5486400" cy="1493981"/>
          </a:xfrm>
        </p:spPr>
        <p:txBody>
          <a:bodyPr>
            <a:normAutofit fontScale="90000"/>
          </a:bodyPr>
          <a:lstStyle/>
          <a:p>
            <a:r>
              <a:rPr lang="en-US" sz="4000" dirty="0">
                <a:solidFill>
                  <a:srgbClr val="962021"/>
                </a:solidFill>
                <a:latin typeface="+mn-lt"/>
              </a:rPr>
              <a:t>Principles (and guidelines, and standards) are prompts to action</a:t>
            </a:r>
          </a:p>
        </p:txBody>
      </p:sp>
      <p:pic>
        <p:nvPicPr>
          <p:cNvPr id="3" name="Picture 2">
            <a:extLst>
              <a:ext uri="{FF2B5EF4-FFF2-40B4-BE49-F238E27FC236}">
                <a16:creationId xmlns:a16="http://schemas.microsoft.com/office/drawing/2014/main" id="{C8601765-C5CC-5CD1-E337-A5C6FAD1998F}"/>
              </a:ext>
            </a:extLst>
          </p:cNvPr>
          <p:cNvPicPr>
            <a:picLocks noChangeAspect="1"/>
          </p:cNvPicPr>
          <p:nvPr/>
        </p:nvPicPr>
        <p:blipFill>
          <a:blip r:embed="rId3"/>
          <a:stretch>
            <a:fillRect/>
          </a:stretch>
        </p:blipFill>
        <p:spPr>
          <a:xfrm>
            <a:off x="9819723" y="1859179"/>
            <a:ext cx="2073971" cy="2080294"/>
          </a:xfrm>
          <a:prstGeom prst="rect">
            <a:avLst/>
          </a:prstGeom>
        </p:spPr>
      </p:pic>
      <p:pic>
        <p:nvPicPr>
          <p:cNvPr id="5" name="Picture 4" descr="A close-up of a sign&#10;&#10;AI-generated content may be incorrect.">
            <a:extLst>
              <a:ext uri="{FF2B5EF4-FFF2-40B4-BE49-F238E27FC236}">
                <a16:creationId xmlns:a16="http://schemas.microsoft.com/office/drawing/2014/main" id="{5B861DBE-A518-7075-6D4F-ABE7E4DBE3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306" y="532122"/>
            <a:ext cx="3316912" cy="1839120"/>
          </a:xfrm>
          <a:prstGeom prst="rect">
            <a:avLst/>
          </a:prstGeom>
        </p:spPr>
      </p:pic>
      <p:pic>
        <p:nvPicPr>
          <p:cNvPr id="7" name="Picture 6" descr="A logo with text on it&#10;&#10;AI-generated content may be incorrect.">
            <a:extLst>
              <a:ext uri="{FF2B5EF4-FFF2-40B4-BE49-F238E27FC236}">
                <a16:creationId xmlns:a16="http://schemas.microsoft.com/office/drawing/2014/main" id="{88424B92-45FF-2101-76FD-82CA93ED94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8959" y="779731"/>
            <a:ext cx="1781970" cy="1781970"/>
          </a:xfrm>
          <a:prstGeom prst="rect">
            <a:avLst/>
          </a:prstGeom>
        </p:spPr>
      </p:pic>
      <p:pic>
        <p:nvPicPr>
          <p:cNvPr id="9" name="Picture 8" descr="A close-up of a document&#10;&#10;AI-generated content may be incorrect.">
            <a:extLst>
              <a:ext uri="{FF2B5EF4-FFF2-40B4-BE49-F238E27FC236}">
                <a16:creationId xmlns:a16="http://schemas.microsoft.com/office/drawing/2014/main" id="{6CA443D8-7F45-D36A-4C4C-22EA326840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5892" y="2899326"/>
            <a:ext cx="2341740" cy="1405044"/>
          </a:xfrm>
          <a:prstGeom prst="rect">
            <a:avLst/>
          </a:prstGeom>
        </p:spPr>
      </p:pic>
      <p:sp>
        <p:nvSpPr>
          <p:cNvPr id="6" name="TextBox 5">
            <a:extLst>
              <a:ext uri="{FF2B5EF4-FFF2-40B4-BE49-F238E27FC236}">
                <a16:creationId xmlns:a16="http://schemas.microsoft.com/office/drawing/2014/main" id="{4FD715E7-1EAC-4CB8-4645-A86275A23BA5}"/>
              </a:ext>
            </a:extLst>
          </p:cNvPr>
          <p:cNvSpPr txBox="1"/>
          <p:nvPr/>
        </p:nvSpPr>
        <p:spPr>
          <a:xfrm rot="10800000" flipV="1">
            <a:off x="3539733" y="2943962"/>
            <a:ext cx="4762392" cy="1938992"/>
          </a:xfrm>
          <a:prstGeom prst="rect">
            <a:avLst/>
          </a:prstGeom>
          <a:noFill/>
        </p:spPr>
        <p:txBody>
          <a:bodyPr wrap="square">
            <a:spAutoFit/>
          </a:bodyPr>
          <a:lstStyle/>
          <a:p>
            <a:r>
              <a:rPr lang="en-US" sz="2000" dirty="0"/>
              <a:t>One of the most significant additions to the </a:t>
            </a:r>
            <a:r>
              <a:rPr lang="en-US" sz="2000" b="1" dirty="0"/>
              <a:t>CARE principles in the SODA framework </a:t>
            </a:r>
            <a:r>
              <a:rPr lang="en-US" sz="2000" dirty="0"/>
              <a:t>is the explicit recognition of ownership…This addition reflects a deeper commitment to respecting and protecting Sámi data sovereignty. (Rune </a:t>
            </a:r>
            <a:r>
              <a:rPr lang="en-US" sz="2000" dirty="0" err="1"/>
              <a:t>Fjellhiem</a:t>
            </a:r>
            <a:r>
              <a:rPr lang="en-US" sz="2000" dirty="0"/>
              <a:t>, 2024)</a:t>
            </a:r>
            <a:endParaRPr lang="en-CA" sz="2000" dirty="0"/>
          </a:p>
        </p:txBody>
      </p:sp>
      <p:pic>
        <p:nvPicPr>
          <p:cNvPr id="10" name="Picture 9" descr="A black background with a black square&#10;&#10;AI-generated content may be incorrect.">
            <a:extLst>
              <a:ext uri="{FF2B5EF4-FFF2-40B4-BE49-F238E27FC236}">
                <a16:creationId xmlns:a16="http://schemas.microsoft.com/office/drawing/2014/main" id="{FB07C0DA-4C42-3260-9A99-09E78F7F8E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22157" y="4979189"/>
            <a:ext cx="4086071" cy="572050"/>
          </a:xfrm>
          <a:prstGeom prst="rect">
            <a:avLst/>
          </a:prstGeom>
        </p:spPr>
      </p:pic>
      <p:sp>
        <p:nvSpPr>
          <p:cNvPr id="11" name="TextBox 10">
            <a:extLst>
              <a:ext uri="{FF2B5EF4-FFF2-40B4-BE49-F238E27FC236}">
                <a16:creationId xmlns:a16="http://schemas.microsoft.com/office/drawing/2014/main" id="{461822D7-61A9-BAB6-9995-2C732B2FEDCF}"/>
              </a:ext>
            </a:extLst>
          </p:cNvPr>
          <p:cNvSpPr txBox="1"/>
          <p:nvPr/>
        </p:nvSpPr>
        <p:spPr>
          <a:xfrm>
            <a:off x="8267699" y="4321733"/>
            <a:ext cx="3924301" cy="769441"/>
          </a:xfrm>
          <a:prstGeom prst="rect">
            <a:avLst/>
          </a:prstGeom>
          <a:noFill/>
        </p:spPr>
        <p:txBody>
          <a:bodyPr wrap="square" rtlCol="0">
            <a:spAutoFit/>
          </a:bodyPr>
          <a:lstStyle/>
          <a:p>
            <a:r>
              <a:rPr lang="en-US" sz="4400" dirty="0"/>
              <a:t>“</a:t>
            </a:r>
            <a:r>
              <a:rPr lang="en-US" sz="4400" dirty="0">
                <a:solidFill>
                  <a:srgbClr val="0070C0"/>
                </a:solidFill>
              </a:rPr>
              <a:t>RDM</a:t>
            </a:r>
            <a:r>
              <a:rPr lang="en-US" sz="4400" dirty="0"/>
              <a:t> is </a:t>
            </a:r>
            <a:r>
              <a:rPr lang="en-US" sz="4400" dirty="0">
                <a:solidFill>
                  <a:srgbClr val="C00000"/>
                </a:solidFill>
              </a:rPr>
              <a:t>MDR</a:t>
            </a:r>
            <a:r>
              <a:rPr lang="en-US" sz="4400" dirty="0"/>
              <a:t>”</a:t>
            </a:r>
            <a:endParaRPr lang="en-CA" sz="4400" dirty="0"/>
          </a:p>
        </p:txBody>
      </p:sp>
      <p:pic>
        <p:nvPicPr>
          <p:cNvPr id="8" name="Picture 7">
            <a:extLst>
              <a:ext uri="{FF2B5EF4-FFF2-40B4-BE49-F238E27FC236}">
                <a16:creationId xmlns:a16="http://schemas.microsoft.com/office/drawing/2014/main" id="{417CA2C2-848E-AE0B-8A64-28D392BD09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39927" y="5661155"/>
            <a:ext cx="1427746" cy="1007470"/>
          </a:xfrm>
          <a:prstGeom prst="rect">
            <a:avLst/>
          </a:prstGeom>
        </p:spPr>
      </p:pic>
      <p:sp>
        <p:nvSpPr>
          <p:cNvPr id="12" name="TextBox 11">
            <a:extLst>
              <a:ext uri="{FF2B5EF4-FFF2-40B4-BE49-F238E27FC236}">
                <a16:creationId xmlns:a16="http://schemas.microsoft.com/office/drawing/2014/main" id="{99D36B22-D610-D304-C29E-A97CFD3E4888}"/>
              </a:ext>
            </a:extLst>
          </p:cNvPr>
          <p:cNvSpPr txBox="1"/>
          <p:nvPr/>
        </p:nvSpPr>
        <p:spPr>
          <a:xfrm flipH="1">
            <a:off x="5286927" y="5647474"/>
            <a:ext cx="4942922" cy="954107"/>
          </a:xfrm>
          <a:prstGeom prst="rect">
            <a:avLst/>
          </a:prstGeom>
          <a:noFill/>
        </p:spPr>
        <p:txBody>
          <a:bodyPr wrap="square" rtlCol="0">
            <a:spAutoFit/>
          </a:bodyPr>
          <a:lstStyle/>
          <a:p>
            <a:r>
              <a:rPr lang="en-US" sz="2800" dirty="0"/>
              <a:t>Thank you. Aaron Franks @ afranks@fnigc.ca</a:t>
            </a:r>
            <a:endParaRPr lang="en-CA" sz="2800" dirty="0"/>
          </a:p>
        </p:txBody>
      </p:sp>
    </p:spTree>
    <p:extLst>
      <p:ext uri="{BB962C8B-B14F-4D97-AF65-F5344CB8AC3E}">
        <p14:creationId xmlns:p14="http://schemas.microsoft.com/office/powerpoint/2010/main" val="11609353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SRC FNHSSM 2025 - SH" id="{55868F0D-F27A-4AB8-B9D8-BC00BD7214B9}" vid="{B7AF40A1-B70A-4F22-A016-96E09EDEEE48}"/>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p:properties xmlns:p="http://schemas.microsoft.com/office/2006/metadata/properties" xmlns:xsi="http://www.w3.org/2001/XMLSchema-instance" xmlns:pc="http://schemas.microsoft.com/office/infopath/2007/PartnerControls">
  <documentManagement>
    <p2e7b153775345e6b9fd3bb78fb5fe67 xmlns="b13fa19c-70d8-4393-9c46-b3f86a84185e">
      <Terms xmlns="http://schemas.microsoft.com/office/infopath/2007/PartnerControls"/>
    </p2e7b153775345e6b9fd3bb78fb5fe67>
    <lcf76f155ced4ddcb4097134ff3c332f xmlns="04a838fc-fb6e-4b79-afc2-9e882c7525b8">
      <Terms xmlns="http://schemas.microsoft.com/office/infopath/2007/PartnerControls"/>
    </lcf76f155ced4ddcb4097134ff3c332f>
    <aa066adc799c4f4d8b91fdd820416889 xmlns="b13fa19c-70d8-4393-9c46-b3f86a84185e">
      <Terms xmlns="http://schemas.microsoft.com/office/infopath/2007/PartnerControls">
        <TermInfo xmlns="http://schemas.microsoft.com/office/infopath/2007/PartnerControls">
          <TermName xmlns="http://schemas.microsoft.com/office/infopath/2007/PartnerControls">Research</TermName>
          <TermId xmlns="http://schemas.microsoft.com/office/infopath/2007/PartnerControls">6f6fbec8-657f-4965-b96f-daeb82c5d7db</TermId>
        </TermInfo>
      </Terms>
    </aa066adc799c4f4d8b91fdd820416889>
    <a68f62b1386245f98481c6c844fdd1cd xmlns="b13fa19c-70d8-4393-9c46-b3f86a84185e">
      <Terms xmlns="http://schemas.microsoft.com/office/infopath/2007/PartnerControls">
        <TermInfo xmlns="http://schemas.microsoft.com/office/infopath/2007/PartnerControls">
          <TermName xmlns="http://schemas.microsoft.com/office/infopath/2007/PartnerControls">Protected</TermName>
          <TermId xmlns="http://schemas.microsoft.com/office/infopath/2007/PartnerControls">e48242ce-bec2-48fb-8d56-845df94e78f1</TermId>
        </TermInfo>
      </Terms>
    </a68f62b1386245f98481c6c844fdd1cd>
    <cf3bdc0df29b4f569147adcdc965014b xmlns="b13fa19c-70d8-4393-9c46-b3f86a84185e">
      <Terms xmlns="http://schemas.microsoft.com/office/infopath/2007/PartnerControls"/>
    </cf3bdc0df29b4f569147adcdc965014b>
    <c89dd414e8774d0ab35e4b77d312cbb4 xmlns="b13fa19c-70d8-4393-9c46-b3f86a84185e">
      <Terms xmlns="http://schemas.microsoft.com/office/infopath/2007/PartnerControls">
        <TermInfo xmlns="http://schemas.microsoft.com/office/infopath/2007/PartnerControls">
          <TermName xmlns="http://schemas.microsoft.com/office/infopath/2007/PartnerControls">Draft</TermName>
          <TermId xmlns="http://schemas.microsoft.com/office/infopath/2007/PartnerControls">e2998671-954a-4e86-b106-a36281c664f9</TermId>
        </TermInfo>
      </Terms>
    </c89dd414e8774d0ab35e4b77d312cbb4>
    <TaxCatchAll xmlns="b13fa19c-70d8-4393-9c46-b3f86a84185e">
      <Value>6</Value>
      <Value>1</Value>
      <Value>14</Value>
    </TaxCatchAll>
    <_dlc_DocId xmlns="b13fa19c-70d8-4393-9c46-b3f86a84185e">FNIGC-871665861-5299</_dlc_DocId>
    <_dlc_DocIdUrl xmlns="b13fa19c-70d8-4393-9c46-b3f86a84185e">
      <Url>https://fnigc.sharepoint.com/sites/OCAPandInformationGovernance/_layouts/15/DocIdRedir.aspx?ID=FNIGC-871665861-5299</Url>
      <Description>FNIGC-871665861-5299</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Research Document" ma:contentTypeID="0x01010051A81BC4BF5A7742B3D3620BE5BD39B600FAE29C7F8E615649BF719811A1BC4686" ma:contentTypeVersion="20" ma:contentTypeDescription="" ma:contentTypeScope="" ma:versionID="6ef060215a2afeb7ef2815a1ef793719">
  <xsd:schema xmlns:xsd="http://www.w3.org/2001/XMLSchema" xmlns:xs="http://www.w3.org/2001/XMLSchema" xmlns:p="http://schemas.microsoft.com/office/2006/metadata/properties" xmlns:ns2="b13fa19c-70d8-4393-9c46-b3f86a84185e" xmlns:ns3="04a838fc-fb6e-4b79-afc2-9e882c7525b8" targetNamespace="http://schemas.microsoft.com/office/2006/metadata/properties" ma:root="true" ma:fieldsID="d52c3b362cad665b7654edc3e54df46c" ns2:_="" ns3:_="">
    <xsd:import namespace="b13fa19c-70d8-4393-9c46-b3f86a84185e"/>
    <xsd:import namespace="04a838fc-fb6e-4b79-afc2-9e882c7525b8"/>
    <xsd:element name="properties">
      <xsd:complexType>
        <xsd:sequence>
          <xsd:element name="documentManagement">
            <xsd:complexType>
              <xsd:all>
                <xsd:element ref="ns2:_dlc_DocId" minOccurs="0"/>
                <xsd:element ref="ns2:_dlc_DocIdUrl" minOccurs="0"/>
                <xsd:element ref="ns2:_dlc_DocIdPersistId" minOccurs="0"/>
                <xsd:element ref="ns2:c89dd414e8774d0ab35e4b77d312cbb4" minOccurs="0"/>
                <xsd:element ref="ns2:TaxCatchAll" minOccurs="0"/>
                <xsd:element ref="ns2:TaxCatchAllLabel" minOccurs="0"/>
                <xsd:element ref="ns2:aa066adc799c4f4d8b91fdd820416889" minOccurs="0"/>
                <xsd:element ref="ns2:a68f62b1386245f98481c6c844fdd1cd" minOccurs="0"/>
                <xsd:element ref="ns2:p2e7b153775345e6b9fd3bb78fb5fe67" minOccurs="0"/>
                <xsd:element ref="ns2:cf3bdc0df29b4f569147adcdc965014b" minOccurs="0"/>
                <xsd:element ref="ns3:MediaServiceMetadata" minOccurs="0"/>
                <xsd:element ref="ns3:MediaServiceFastMetadata" minOccurs="0"/>
                <xsd:element ref="ns3:MediaServiceAutoKeyPoints" minOccurs="0"/>
                <xsd:element ref="ns3:MediaServiceKeyPoints" minOccurs="0"/>
                <xsd:element ref="ns2:SharedWithUsers" minOccurs="0"/>
                <xsd:element ref="ns2:SharedWithDetails" minOccurs="0"/>
                <xsd:element ref="ns3:MediaServiceAutoTags" minOccurs="0"/>
                <xsd:element ref="ns3:MediaServiceOCR" minOccurs="0"/>
                <xsd:element ref="ns3:MediaServiceGenerationTime" minOccurs="0"/>
                <xsd:element ref="ns3:MediaServiceEventHashCode" minOccurs="0"/>
                <xsd:element ref="ns3:lcf76f155ced4ddcb4097134ff3c332f"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fa19c-70d8-4393-9c46-b3f86a84185e"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c89dd414e8774d0ab35e4b77d312cbb4" ma:index="11" ma:taxonomy="true" ma:internalName="c89dd414e8774d0ab35e4b77d312cbb4" ma:taxonomyFieldName="Document_x0020_Status" ma:displayName="Document Status" ma:default="" ma:fieldId="{c89dd414-e877-4d0a-b35e-4b77d312cbb4}" ma:sspId="ba720931-14b1-49c6-a2f3-83972faad54b" ma:termSetId="900c5383-e47b-439d-9cce-9c467347f799" ma:anchorId="00000000-0000-0000-0000-000000000000" ma:open="false" ma:isKeyword="false">
      <xsd:complexType>
        <xsd:sequence>
          <xsd:element ref="pc:Terms" minOccurs="0" maxOccurs="1"/>
        </xsd:sequence>
      </xsd:complexType>
    </xsd:element>
    <xsd:element name="TaxCatchAll" ma:index="12" nillable="true" ma:displayName="Taxonomy Catch All Column" ma:hidden="true" ma:list="{16a6f3c3-22a4-4592-b012-bae97d7f0233}" ma:internalName="TaxCatchAll" ma:showField="CatchAllData" ma:web="b13fa19c-70d8-4393-9c46-b3f86a84185e">
      <xsd:complexType>
        <xsd:complexContent>
          <xsd:extension base="dms:MultiChoiceLookup">
            <xsd:sequence>
              <xsd:element name="Value" type="dms:Lookup" maxOccurs="unbounded" minOccurs="0" nillable="true"/>
            </xsd:sequence>
          </xsd:extension>
        </xsd:complexContent>
      </xsd:complexType>
    </xsd:element>
    <xsd:element name="TaxCatchAllLabel" ma:index="13" nillable="true" ma:displayName="Taxonomy Catch All Column1" ma:hidden="true" ma:list="{16a6f3c3-22a4-4592-b012-bae97d7f0233}" ma:internalName="TaxCatchAllLabel" ma:readOnly="true" ma:showField="CatchAllDataLabel" ma:web="b13fa19c-70d8-4393-9c46-b3f86a84185e">
      <xsd:complexType>
        <xsd:complexContent>
          <xsd:extension base="dms:MultiChoiceLookup">
            <xsd:sequence>
              <xsd:element name="Value" type="dms:Lookup" maxOccurs="unbounded" minOccurs="0" nillable="true"/>
            </xsd:sequence>
          </xsd:extension>
        </xsd:complexContent>
      </xsd:complexType>
    </xsd:element>
    <xsd:element name="aa066adc799c4f4d8b91fdd820416889" ma:index="15" ma:taxonomy="true" ma:internalName="aa066adc799c4f4d8b91fdd820416889" ma:taxonomyFieldName="Document_x0020_Type" ma:displayName="Document Type" ma:default="" ma:fieldId="{aa066adc-799c-4f4d-8b91-fdd820416889}" ma:sspId="ba720931-14b1-49c6-a2f3-83972faad54b" ma:termSetId="ccdbad10-25b8-485d-bd0c-29c4372575b7" ma:anchorId="00000000-0000-0000-0000-000000000000" ma:open="false" ma:isKeyword="false">
      <xsd:complexType>
        <xsd:sequence>
          <xsd:element ref="pc:Terms" minOccurs="0" maxOccurs="1"/>
        </xsd:sequence>
      </xsd:complexType>
    </xsd:element>
    <xsd:element name="a68f62b1386245f98481c6c844fdd1cd" ma:index="17" ma:taxonomy="true" ma:internalName="a68f62b1386245f98481c6c844fdd1cd" ma:taxonomyFieldName="Information_x0020_Security_x0020_Classification" ma:displayName="Information Security Classification" ma:default="" ma:fieldId="{a68f62b1-3862-45f9-8481-c6c844fdd1cd}" ma:sspId="ba720931-14b1-49c6-a2f3-83972faad54b" ma:termSetId="028562e1-bdc0-445e-83db-76ac4916bc0a" ma:anchorId="00000000-0000-0000-0000-000000000000" ma:open="false" ma:isKeyword="false">
      <xsd:complexType>
        <xsd:sequence>
          <xsd:element ref="pc:Terms" minOccurs="0" maxOccurs="1"/>
        </xsd:sequence>
      </xsd:complexType>
    </xsd:element>
    <xsd:element name="p2e7b153775345e6b9fd3bb78fb5fe67" ma:index="19" nillable="true" ma:taxonomy="true" ma:internalName="p2e7b153775345e6b9fd3bb78fb5fe67" ma:taxonomyFieldName="Partner_x0020__x002F__x0020_Organization1" ma:displayName="Partner / Organization" ma:default="" ma:fieldId="{92e7b153-7753-45e6-b9fd-3bb78fb5fe67}" ma:taxonomyMulti="true" ma:sspId="ba720931-14b1-49c6-a2f3-83972faad54b" ma:termSetId="798a2bd0-8fbc-4aaa-a88b-58d05167b43f" ma:anchorId="00000000-0000-0000-0000-000000000000" ma:open="false" ma:isKeyword="false">
      <xsd:complexType>
        <xsd:sequence>
          <xsd:element ref="pc:Terms" minOccurs="0" maxOccurs="1"/>
        </xsd:sequence>
      </xsd:complexType>
    </xsd:element>
    <xsd:element name="cf3bdc0df29b4f569147adcdc965014b" ma:index="21" nillable="true" ma:taxonomy="true" ma:internalName="cf3bdc0df29b4f569147adcdc965014b" ma:taxonomyFieldName="Research_x0020_Topic" ma:displayName="Research Topic" ma:default="" ma:fieldId="{cf3bdc0d-f29b-4f56-9147-adcdc965014b}" ma:taxonomyMulti="true" ma:sspId="ba720931-14b1-49c6-a2f3-83972faad54b" ma:termSetId="56865c8a-5a60-46c0-b39b-f1d86abaca7d" ma:anchorId="00000000-0000-0000-0000-000000000000" ma:open="false" ma:isKeyword="false">
      <xsd:complexType>
        <xsd:sequence>
          <xsd:element ref="pc:Terms" minOccurs="0" maxOccurs="1"/>
        </xsd:sequence>
      </xsd:complexType>
    </xsd:element>
    <xsd:element name="SharedWithUsers" ma:index="2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4a838fc-fb6e-4b79-afc2-9e882c7525b8" elementFormDefault="qualified">
    <xsd:import namespace="http://schemas.microsoft.com/office/2006/documentManagement/types"/>
    <xsd:import namespace="http://schemas.microsoft.com/office/infopath/2007/PartnerControls"/>
    <xsd:element name="MediaServiceMetadata" ma:index="23" nillable="true" ma:displayName="MediaServiceMetadata" ma:hidden="true" ma:internalName="MediaServiceMetadata" ma:readOnly="true">
      <xsd:simpleType>
        <xsd:restriction base="dms:Note"/>
      </xsd:simpleType>
    </xsd:element>
    <xsd:element name="MediaServiceFastMetadata" ma:index="24" nillable="true" ma:displayName="MediaServiceFastMetadata" ma:hidden="true" ma:internalName="MediaServiceFastMetadata" ma:readOnly="true">
      <xsd:simpleType>
        <xsd:restriction base="dms:Note"/>
      </xsd:simpleType>
    </xsd:element>
    <xsd:element name="MediaServiceAutoKeyPoints" ma:index="25" nillable="true" ma:displayName="MediaServiceAutoKeyPoints" ma:hidden="true" ma:internalName="MediaServiceAutoKeyPoints" ma:readOnly="true">
      <xsd:simpleType>
        <xsd:restriction base="dms:Note"/>
      </xsd:simpleType>
    </xsd:element>
    <xsd:element name="MediaServiceKeyPoints" ma:index="26" nillable="true" ma:displayName="KeyPoints" ma:internalName="MediaServiceKeyPoints" ma:readOnly="true">
      <xsd:simpleType>
        <xsd:restriction base="dms:Note">
          <xsd:maxLength value="255"/>
        </xsd:restriction>
      </xsd:simpleType>
    </xsd:element>
    <xsd:element name="MediaServiceAutoTags" ma:index="29" nillable="true" ma:displayName="Tags" ma:internalName="MediaServiceAutoTags" ma:readOnly="true">
      <xsd:simpleType>
        <xsd:restriction base="dms:Text"/>
      </xsd:simpleType>
    </xsd:element>
    <xsd:element name="MediaServiceOCR" ma:index="30" nillable="true" ma:displayName="Extracted Text" ma:internalName="MediaServiceOCR" ma:readOnly="true">
      <xsd:simpleType>
        <xsd:restriction base="dms:Note">
          <xsd:maxLength value="255"/>
        </xsd:restriction>
      </xsd:simpleType>
    </xsd:element>
    <xsd:element name="MediaServiceGenerationTime" ma:index="31" nillable="true" ma:displayName="MediaServiceGenerationTime" ma:hidden="true" ma:internalName="MediaServiceGenerationTime" ma:readOnly="true">
      <xsd:simpleType>
        <xsd:restriction base="dms:Text"/>
      </xsd:simpleType>
    </xsd:element>
    <xsd:element name="MediaServiceEventHashCode" ma:index="32" nillable="true" ma:displayName="MediaServiceEventHashCode" ma:hidden="true" ma:internalName="MediaServiceEventHashCode" ma:readOnly="true">
      <xsd:simpleType>
        <xsd:restriction base="dms:Text"/>
      </xsd:simpleType>
    </xsd:element>
    <xsd:element name="lcf76f155ced4ddcb4097134ff3c332f" ma:index="34" nillable="true" ma:taxonomy="true" ma:internalName="lcf76f155ced4ddcb4097134ff3c332f" ma:taxonomyFieldName="MediaServiceImageTags" ma:displayName="Image Tags" ma:readOnly="false" ma:fieldId="{5cf76f15-5ced-4ddc-b409-7134ff3c332f}" ma:taxonomyMulti="true" ma:sspId="ba720931-14b1-49c6-a2f3-83972faad54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5" nillable="true" ma:displayName="MediaServiceObjectDetectorVersions" ma:hidden="true" ma:indexed="true" ma:internalName="MediaServiceObjectDetectorVersions" ma:readOnly="true">
      <xsd:simpleType>
        <xsd:restriction base="dms:Text"/>
      </xsd:simpleType>
    </xsd:element>
    <xsd:element name="MediaServiceSearchProperties" ma:index="36" nillable="true" ma:displayName="MediaServiceSearchProperties" ma:hidden="true" ma:internalName="MediaServiceSearchProperties" ma:readOnly="true">
      <xsd:simpleType>
        <xsd:restriction base="dms:Note"/>
      </xsd:simpleType>
    </xsd:element>
    <xsd:element name="MediaServiceDateTaken" ma:index="37"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18CED3-6090-4761-94F9-2ACFD04D61D2}">
  <ds:schemaRefs>
    <ds:schemaRef ds:uri="http://schemas.microsoft.com/sharepoint/v3/contenttype/forms"/>
  </ds:schemaRefs>
</ds:datastoreItem>
</file>

<file path=customXml/itemProps2.xml><?xml version="1.0" encoding="utf-8"?>
<ds:datastoreItem xmlns:ds="http://schemas.openxmlformats.org/officeDocument/2006/customXml" ds:itemID="{0366F9E3-B6D9-44EA-A3E9-745545815585}">
  <ds:schemaRefs>
    <ds:schemaRef ds:uri="http://schemas.microsoft.com/sharepoint/events"/>
  </ds:schemaRefs>
</ds:datastoreItem>
</file>

<file path=customXml/itemProps3.xml><?xml version="1.0" encoding="utf-8"?>
<ds:datastoreItem xmlns:ds="http://schemas.openxmlformats.org/officeDocument/2006/customXml" ds:itemID="{F8F8C9FF-2F4A-4B27-B8BC-621A2FBAD932}">
  <ds:schemaRefs>
    <ds:schemaRef ds:uri="http://purl.org/dc/elements/1.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http://purl.org/dc/dcmitype/"/>
    <ds:schemaRef ds:uri="04a838fc-fb6e-4b79-afc2-9e882c7525b8"/>
    <ds:schemaRef ds:uri="b13fa19c-70d8-4393-9c46-b3f86a84185e"/>
    <ds:schemaRef ds:uri="http://schemas.microsoft.com/office/2006/metadata/properties"/>
    <ds:schemaRef ds:uri="http://www.w3.org/XML/1998/namespace"/>
  </ds:schemaRefs>
</ds:datastoreItem>
</file>

<file path=customXml/itemProps4.xml><?xml version="1.0" encoding="utf-8"?>
<ds:datastoreItem xmlns:ds="http://schemas.openxmlformats.org/officeDocument/2006/customXml" ds:itemID="{58CFD647-8026-43D2-A6EC-C16A011ECE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3fa19c-70d8-4393-9c46-b3f86a84185e"/>
    <ds:schemaRef ds:uri="04a838fc-fb6e-4b79-afc2-9e882c7525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3a54e3a-fafe-40ce-a90f-6fa444548353}" enabled="0" method="" siteId="{a3a54e3a-fafe-40ce-a90f-6fa444548353}" removed="1"/>
</clbl:labelList>
</file>

<file path=docProps/app.xml><?xml version="1.0" encoding="utf-8"?>
<Properties xmlns="http://schemas.openxmlformats.org/officeDocument/2006/extended-properties" xmlns:vt="http://schemas.openxmlformats.org/officeDocument/2006/docPropsVTypes">
  <TotalTime>678</TotalTime>
  <Words>3851</Words>
  <Application>Microsoft Office PowerPoint</Application>
  <PresentationFormat>Widescreen</PresentationFormat>
  <Paragraphs>274</Paragraphs>
  <Slides>25</Slides>
  <Notes>25</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25</vt:i4>
      </vt:variant>
    </vt:vector>
  </HeadingPairs>
  <TitlesOfParts>
    <vt:vector size="37" baseType="lpstr">
      <vt:lpstr>Aptos</vt:lpstr>
      <vt:lpstr>Arial</vt:lpstr>
      <vt:lpstr>Calibri</vt:lpstr>
      <vt:lpstr>Calibri Light</vt:lpstr>
      <vt:lpstr>Century Gothic</vt:lpstr>
      <vt:lpstr>ITC Stone Sans Std Medium</vt:lpstr>
      <vt:lpstr>Office Theme</vt:lpstr>
      <vt:lpstr>Office Theme</vt:lpstr>
      <vt:lpstr>4_Custom Design</vt:lpstr>
      <vt:lpstr>2_Custom Design</vt:lpstr>
      <vt:lpstr>5_Custom Design</vt:lpstr>
      <vt:lpstr>1_Office Theme</vt:lpstr>
      <vt:lpstr>Principles, frameworks, and prompts for action: perspectives on data sovereignty and ‘RDM’</vt:lpstr>
      <vt:lpstr>PowerPoint Presentation</vt:lpstr>
      <vt:lpstr>What is First Nations Data? </vt:lpstr>
      <vt:lpstr>First Nations Data Sovereignty</vt:lpstr>
      <vt:lpstr>United Nations Declaration on the Rights of Indigenous People (UNDRIP)</vt:lpstr>
      <vt:lpstr>First Nations Principles of OCAP® - a framework for First Nations data governance on the path to data sovereignty</vt:lpstr>
      <vt:lpstr>Ownership</vt:lpstr>
      <vt:lpstr>Control</vt:lpstr>
      <vt:lpstr>Access</vt:lpstr>
      <vt:lpstr>Possession</vt:lpstr>
      <vt:lpstr>The First Nations Principles of OCAP®</vt:lpstr>
      <vt:lpstr>PowerPoint Presentation</vt:lpstr>
      <vt:lpstr>PowerPoint Presentation</vt:lpstr>
      <vt:lpstr>PowerPoint Presentation</vt:lpstr>
      <vt:lpstr>PowerPoint Presentation</vt:lpstr>
      <vt:lpstr>Principles (and guidelines, and standards) are prompts to action</vt:lpstr>
      <vt:lpstr>Indigenous Peoples and  Academic  Research System- RDM</vt:lpstr>
      <vt:lpstr>Research Data Management</vt:lpstr>
      <vt:lpstr>SSHRC-funded project: "Asserting and Respecting First Nations Data Sovereignty in Research Data Management"</vt:lpstr>
      <vt:lpstr>What participants told us</vt:lpstr>
      <vt:lpstr>What participants told us</vt:lpstr>
      <vt:lpstr>RDM is MDR</vt:lpstr>
      <vt:lpstr>Community Data Ownership and 3rd party Data Stewardship</vt:lpstr>
      <vt:lpstr>Examples of how we use OCAP in our work</vt:lpstr>
      <vt:lpstr>Principles (and guidelines, and standards) are prompts to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Expectations of the day and the idea of the scenario</dc:title>
  <dc:creator>Aaron Franks</dc:creator>
  <cp:lastModifiedBy>Aaron Franks</cp:lastModifiedBy>
  <cp:revision>6</cp:revision>
  <cp:lastPrinted>2024-02-12T19:54:40Z</cp:lastPrinted>
  <dcterms:created xsi:type="dcterms:W3CDTF">2023-10-20T13:41:15Z</dcterms:created>
  <dcterms:modified xsi:type="dcterms:W3CDTF">2025-10-28T11:46:38Z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0x01010051A81BC4BF5A7742B3D3620BE5BD39B600FAE29C7F8E615649BF719811A1BC4686</vt:lpwstr>
  </property>
  <property fmtid="{D5CDD505-2E9C-101B-9397-08002B2CF9AE}" pid="3" name="MediaServiceImageTags">
    <vt:lpwstr/>
  </property>
  <property fmtid="{D5CDD505-2E9C-101B-9397-08002B2CF9AE}" pid="4" name="Document_x0020_Type">
    <vt:lpwstr>14;#Research|6f6fbec8-657f-4965-b96f-daeb82c5d7db</vt:lpwstr>
  </property>
  <property fmtid="{D5CDD505-2E9C-101B-9397-08002B2CF9AE}" pid="5" name="Document Type">
    <vt:lpwstr>14;#Research|6f6fbec8-657f-4965-b96f-daeb82c5d7db</vt:lpwstr>
  </property>
  <property fmtid="{D5CDD505-2E9C-101B-9397-08002B2CF9AE}" pid="6" name="Document Status">
    <vt:lpwstr>1;#Draft|e2998671-954a-4e86-b106-a36281c664f9</vt:lpwstr>
  </property>
  <property fmtid="{D5CDD505-2E9C-101B-9397-08002B2CF9AE}" pid="7" name="Partner_x0020__x002F__x0020_Organization1">
    <vt:lpwstr/>
  </property>
  <property fmtid="{D5CDD505-2E9C-101B-9397-08002B2CF9AE}" pid="8" name="Research Topic">
    <vt:lpwstr/>
  </property>
  <property fmtid="{D5CDD505-2E9C-101B-9397-08002B2CF9AE}" pid="9" name="Partner / Organization1">
    <vt:lpwstr/>
  </property>
  <property fmtid="{D5CDD505-2E9C-101B-9397-08002B2CF9AE}" pid="10" name="Information_x0020_Security_x0020_Classification">
    <vt:lpwstr>6;#Protected|e48242ce-bec2-48fb-8d56-845df94e78f1</vt:lpwstr>
  </property>
  <property fmtid="{D5CDD505-2E9C-101B-9397-08002B2CF9AE}" pid="11" name="Research_x0020_Topic">
    <vt:lpwstr/>
  </property>
  <property fmtid="{D5CDD505-2E9C-101B-9397-08002B2CF9AE}" pid="12" name="Information Security Classification">
    <vt:lpwstr>6;#Protected|e48242ce-bec2-48fb-8d56-845df94e78f1</vt:lpwstr>
  </property>
  <property fmtid="{D5CDD505-2E9C-101B-9397-08002B2CF9AE}" pid="13" name="Document_x0020_Status">
    <vt:lpwstr>1;#Draft|e2998671-954a-4e86-b106-a36281c664f9</vt:lpwstr>
  </property>
  <property fmtid="{D5CDD505-2E9C-101B-9397-08002B2CF9AE}" pid="14" name="_dlc_DocIdItemGuid">
    <vt:lpwstr>9148cb6d-c26f-429c-ae39-aa23746b867f</vt:lpwstr>
  </property>
</Properties>
</file>