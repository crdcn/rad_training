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8">
  <p:sldMasterIdLst>
    <p:sldMasterId id="2147483696" r:id="rId1"/>
  </p:sldMasterIdLst>
  <p:notesMasterIdLst>
    <p:notesMasterId r:id="rId10"/>
  </p:notesMasterIdLst>
  <p:handoutMasterIdLst>
    <p:handoutMasterId r:id="rId11"/>
  </p:handoutMasterIdLst>
  <p:sldIdLst>
    <p:sldId id="256" r:id="rId2"/>
    <p:sldId id="332" r:id="rId3"/>
    <p:sldId id="257" r:id="rId4"/>
    <p:sldId id="331" r:id="rId5"/>
    <p:sldId id="325" r:id="rId6"/>
    <p:sldId id="333" r:id="rId7"/>
    <p:sldId id="329" r:id="rId8"/>
    <p:sldId id="319" r:id="rId9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4273E2-556F-413A-81B4-C169CCBFD552}" v="113" dt="2025-10-27T16:47:49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45" autoAdjust="0"/>
    <p:restoredTop sz="89747" autoAdjust="0"/>
  </p:normalViewPr>
  <p:slideViewPr>
    <p:cSldViewPr>
      <p:cViewPr varScale="1">
        <p:scale>
          <a:sx n="97" d="100"/>
          <a:sy n="97" d="100"/>
        </p:scale>
        <p:origin x="862" y="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6487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Zarifa" userId="44b1806d-26ee-4d86-9d70-9c39717e18eb" providerId="ADAL" clId="{6D59B333-FC28-47A5-AD7C-C074413E8ADC}"/>
    <pc:docChg chg="undo redo custSel addSld delSld modSld sldOrd modNotesMaster modHandout">
      <pc:chgData name="David Zarifa" userId="44b1806d-26ee-4d86-9d70-9c39717e18eb" providerId="ADAL" clId="{6D59B333-FC28-47A5-AD7C-C074413E8ADC}" dt="2025-10-27T16:48:50.740" v="7314" actId="20577"/>
      <pc:docMkLst>
        <pc:docMk/>
      </pc:docMkLst>
      <pc:sldChg chg="modSp mod">
        <pc:chgData name="David Zarifa" userId="44b1806d-26ee-4d86-9d70-9c39717e18eb" providerId="ADAL" clId="{6D59B333-FC28-47A5-AD7C-C074413E8ADC}" dt="2025-10-24T13:40:53.607" v="6523" actId="20577"/>
        <pc:sldMkLst>
          <pc:docMk/>
          <pc:sldMk cId="0" sldId="256"/>
        </pc:sldMkLst>
        <pc:spChg chg="mod">
          <ac:chgData name="David Zarifa" userId="44b1806d-26ee-4d86-9d70-9c39717e18eb" providerId="ADAL" clId="{6D59B333-FC28-47A5-AD7C-C074413E8ADC}" dt="2025-10-24T13:40:53.607" v="6523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David Zarifa" userId="44b1806d-26ee-4d86-9d70-9c39717e18eb" providerId="ADAL" clId="{6D59B333-FC28-47A5-AD7C-C074413E8ADC}" dt="2025-10-24T15:03:59.161" v="7088" actId="20577"/>
        <pc:sldMkLst>
          <pc:docMk/>
          <pc:sldMk cId="2183699000" sldId="257"/>
        </pc:sldMkLst>
        <pc:spChg chg="mod">
          <ac:chgData name="David Zarifa" userId="44b1806d-26ee-4d86-9d70-9c39717e18eb" providerId="ADAL" clId="{6D59B333-FC28-47A5-AD7C-C074413E8ADC}" dt="2025-10-23T16:05:06.617" v="5344" actId="20577"/>
          <ac:spMkLst>
            <pc:docMk/>
            <pc:sldMk cId="2183699000" sldId="257"/>
            <ac:spMk id="2" creationId="{00000000-0000-0000-0000-000000000000}"/>
          </ac:spMkLst>
        </pc:spChg>
        <pc:spChg chg="mod">
          <ac:chgData name="David Zarifa" userId="44b1806d-26ee-4d86-9d70-9c39717e18eb" providerId="ADAL" clId="{6D59B333-FC28-47A5-AD7C-C074413E8ADC}" dt="2025-10-24T15:03:59.161" v="7088" actId="20577"/>
          <ac:spMkLst>
            <pc:docMk/>
            <pc:sldMk cId="2183699000" sldId="257"/>
            <ac:spMk id="3" creationId="{00000000-0000-0000-0000-000000000000}"/>
          </ac:spMkLst>
        </pc:spChg>
      </pc:sldChg>
      <pc:sldChg chg="modSp add del mod ord">
        <pc:chgData name="David Zarifa" userId="44b1806d-26ee-4d86-9d70-9c39717e18eb" providerId="ADAL" clId="{6D59B333-FC28-47A5-AD7C-C074413E8ADC}" dt="2025-10-23T16:07:19.733" v="5357" actId="27636"/>
        <pc:sldMkLst>
          <pc:docMk/>
          <pc:sldMk cId="4169129227" sldId="319"/>
        </pc:sldMkLst>
        <pc:spChg chg="mod">
          <ac:chgData name="David Zarifa" userId="44b1806d-26ee-4d86-9d70-9c39717e18eb" providerId="ADAL" clId="{6D59B333-FC28-47A5-AD7C-C074413E8ADC}" dt="2025-10-23T16:07:14.582" v="5355" actId="6549"/>
          <ac:spMkLst>
            <pc:docMk/>
            <pc:sldMk cId="4169129227" sldId="319"/>
            <ac:spMk id="2" creationId="{00000000-0000-0000-0000-000000000000}"/>
          </ac:spMkLst>
        </pc:spChg>
        <pc:spChg chg="mod">
          <ac:chgData name="David Zarifa" userId="44b1806d-26ee-4d86-9d70-9c39717e18eb" providerId="ADAL" clId="{6D59B333-FC28-47A5-AD7C-C074413E8ADC}" dt="2025-10-23T16:07:19.733" v="5357" actId="27636"/>
          <ac:spMkLst>
            <pc:docMk/>
            <pc:sldMk cId="4169129227" sldId="319"/>
            <ac:spMk id="3" creationId="{00000000-0000-0000-0000-000000000000}"/>
          </ac:spMkLst>
        </pc:spChg>
      </pc:sldChg>
      <pc:sldChg chg="modSp del mod">
        <pc:chgData name="David Zarifa" userId="44b1806d-26ee-4d86-9d70-9c39717e18eb" providerId="ADAL" clId="{6D59B333-FC28-47A5-AD7C-C074413E8ADC}" dt="2025-10-23T15:14:20.891" v="4596" actId="47"/>
        <pc:sldMkLst>
          <pc:docMk/>
          <pc:sldMk cId="1067859135" sldId="320"/>
        </pc:sldMkLst>
      </pc:sldChg>
      <pc:sldChg chg="del">
        <pc:chgData name="David Zarifa" userId="44b1806d-26ee-4d86-9d70-9c39717e18eb" providerId="ADAL" clId="{6D59B333-FC28-47A5-AD7C-C074413E8ADC}" dt="2025-10-22T21:19:39.164" v="1548" actId="47"/>
        <pc:sldMkLst>
          <pc:docMk/>
          <pc:sldMk cId="2133433756" sldId="321"/>
        </pc:sldMkLst>
      </pc:sldChg>
      <pc:sldChg chg="del">
        <pc:chgData name="David Zarifa" userId="44b1806d-26ee-4d86-9d70-9c39717e18eb" providerId="ADAL" clId="{6D59B333-FC28-47A5-AD7C-C074413E8ADC}" dt="2025-10-22T21:18:45.991" v="1547" actId="47"/>
        <pc:sldMkLst>
          <pc:docMk/>
          <pc:sldMk cId="1671373668" sldId="322"/>
        </pc:sldMkLst>
      </pc:sldChg>
      <pc:sldChg chg="del">
        <pc:chgData name="David Zarifa" userId="44b1806d-26ee-4d86-9d70-9c39717e18eb" providerId="ADAL" clId="{6D59B333-FC28-47A5-AD7C-C074413E8ADC}" dt="2025-10-22T21:21:29.335" v="1551" actId="47"/>
        <pc:sldMkLst>
          <pc:docMk/>
          <pc:sldMk cId="4178170616" sldId="323"/>
        </pc:sldMkLst>
      </pc:sldChg>
      <pc:sldChg chg="del">
        <pc:chgData name="David Zarifa" userId="44b1806d-26ee-4d86-9d70-9c39717e18eb" providerId="ADAL" clId="{6D59B333-FC28-47A5-AD7C-C074413E8ADC}" dt="2025-10-22T21:21:43.954" v="1552" actId="47"/>
        <pc:sldMkLst>
          <pc:docMk/>
          <pc:sldMk cId="3606000444" sldId="324"/>
        </pc:sldMkLst>
      </pc:sldChg>
      <pc:sldChg chg="addSp delSp modSp mod">
        <pc:chgData name="David Zarifa" userId="44b1806d-26ee-4d86-9d70-9c39717e18eb" providerId="ADAL" clId="{6D59B333-FC28-47A5-AD7C-C074413E8ADC}" dt="2025-10-24T14:32:55.984" v="6732" actId="113"/>
        <pc:sldMkLst>
          <pc:docMk/>
          <pc:sldMk cId="1562635892" sldId="325"/>
        </pc:sldMkLst>
        <pc:spChg chg="mod">
          <ac:chgData name="David Zarifa" userId="44b1806d-26ee-4d86-9d70-9c39717e18eb" providerId="ADAL" clId="{6D59B333-FC28-47A5-AD7C-C074413E8ADC}" dt="2025-10-23T15:32:57.348" v="5183" actId="6549"/>
          <ac:spMkLst>
            <pc:docMk/>
            <pc:sldMk cId="1562635892" sldId="325"/>
            <ac:spMk id="2" creationId="{3654DA91-DD56-2E84-9E45-99647ABDD98C}"/>
          </ac:spMkLst>
        </pc:spChg>
        <pc:spChg chg="mod">
          <ac:chgData name="David Zarifa" userId="44b1806d-26ee-4d86-9d70-9c39717e18eb" providerId="ADAL" clId="{6D59B333-FC28-47A5-AD7C-C074413E8ADC}" dt="2025-10-24T14:32:55.984" v="6732" actId="113"/>
          <ac:spMkLst>
            <pc:docMk/>
            <pc:sldMk cId="1562635892" sldId="325"/>
            <ac:spMk id="3" creationId="{4BCBA171-AFAF-8987-177A-FE75F23A1B70}"/>
          </ac:spMkLst>
        </pc:spChg>
        <pc:picChg chg="add mod">
          <ac:chgData name="David Zarifa" userId="44b1806d-26ee-4d86-9d70-9c39717e18eb" providerId="ADAL" clId="{6D59B333-FC28-47A5-AD7C-C074413E8ADC}" dt="2025-10-24T14:04:20.587" v="6568" actId="1076"/>
          <ac:picMkLst>
            <pc:docMk/>
            <pc:sldMk cId="1562635892" sldId="325"/>
            <ac:picMk id="2052" creationId="{0868113C-4BCD-0692-7412-78A52286BB1D}"/>
          </ac:picMkLst>
        </pc:picChg>
      </pc:sldChg>
      <pc:sldChg chg="del">
        <pc:chgData name="David Zarifa" userId="44b1806d-26ee-4d86-9d70-9c39717e18eb" providerId="ADAL" clId="{6D59B333-FC28-47A5-AD7C-C074413E8ADC}" dt="2025-10-22T21:23:27.148" v="1554" actId="47"/>
        <pc:sldMkLst>
          <pc:docMk/>
          <pc:sldMk cId="1237223629" sldId="326"/>
        </pc:sldMkLst>
      </pc:sldChg>
      <pc:sldChg chg="del ord">
        <pc:chgData name="David Zarifa" userId="44b1806d-26ee-4d86-9d70-9c39717e18eb" providerId="ADAL" clId="{6D59B333-FC28-47A5-AD7C-C074413E8ADC}" dt="2025-10-23T14:46:57.954" v="3292" actId="47"/>
        <pc:sldMkLst>
          <pc:docMk/>
          <pc:sldMk cId="3721982662" sldId="327"/>
        </pc:sldMkLst>
      </pc:sldChg>
      <pc:sldChg chg="modSp add del mod">
        <pc:chgData name="David Zarifa" userId="44b1806d-26ee-4d86-9d70-9c39717e18eb" providerId="ADAL" clId="{6D59B333-FC28-47A5-AD7C-C074413E8ADC}" dt="2025-10-22T18:42:57.376" v="1211" actId="47"/>
        <pc:sldMkLst>
          <pc:docMk/>
          <pc:sldMk cId="133475462" sldId="328"/>
        </pc:sldMkLst>
      </pc:sldChg>
      <pc:sldChg chg="modSp add del mod">
        <pc:chgData name="David Zarifa" userId="44b1806d-26ee-4d86-9d70-9c39717e18eb" providerId="ADAL" clId="{6D59B333-FC28-47A5-AD7C-C074413E8ADC}" dt="2025-10-22T18:17:32.960" v="56" actId="47"/>
        <pc:sldMkLst>
          <pc:docMk/>
          <pc:sldMk cId="544817602" sldId="328"/>
        </pc:sldMkLst>
      </pc:sldChg>
      <pc:sldChg chg="modSp add mod">
        <pc:chgData name="David Zarifa" userId="44b1806d-26ee-4d86-9d70-9c39717e18eb" providerId="ADAL" clId="{6D59B333-FC28-47A5-AD7C-C074413E8ADC}" dt="2025-10-27T16:48:50.740" v="7314" actId="20577"/>
        <pc:sldMkLst>
          <pc:docMk/>
          <pc:sldMk cId="1868195700" sldId="329"/>
        </pc:sldMkLst>
        <pc:spChg chg="mod">
          <ac:chgData name="David Zarifa" userId="44b1806d-26ee-4d86-9d70-9c39717e18eb" providerId="ADAL" clId="{6D59B333-FC28-47A5-AD7C-C074413E8ADC}" dt="2025-10-23T15:33:06.426" v="5202" actId="6549"/>
          <ac:spMkLst>
            <pc:docMk/>
            <pc:sldMk cId="1868195700" sldId="329"/>
            <ac:spMk id="2" creationId="{6600999D-8FB2-B153-A34B-09C4F36625DC}"/>
          </ac:spMkLst>
        </pc:spChg>
        <pc:spChg chg="mod">
          <ac:chgData name="David Zarifa" userId="44b1806d-26ee-4d86-9d70-9c39717e18eb" providerId="ADAL" clId="{6D59B333-FC28-47A5-AD7C-C074413E8ADC}" dt="2025-10-27T16:48:50.740" v="7314" actId="20577"/>
          <ac:spMkLst>
            <pc:docMk/>
            <pc:sldMk cId="1868195700" sldId="329"/>
            <ac:spMk id="3" creationId="{EA4116D6-10C2-2C34-29EE-4EB21F282050}"/>
          </ac:spMkLst>
        </pc:spChg>
      </pc:sldChg>
      <pc:sldChg chg="modSp add del mod">
        <pc:chgData name="David Zarifa" userId="44b1806d-26ee-4d86-9d70-9c39717e18eb" providerId="ADAL" clId="{6D59B333-FC28-47A5-AD7C-C074413E8ADC}" dt="2025-10-23T14:47:02.688" v="3293" actId="47"/>
        <pc:sldMkLst>
          <pc:docMk/>
          <pc:sldMk cId="3720975927" sldId="330"/>
        </pc:sldMkLst>
      </pc:sldChg>
      <pc:sldChg chg="modSp add mod">
        <pc:chgData name="David Zarifa" userId="44b1806d-26ee-4d86-9d70-9c39717e18eb" providerId="ADAL" clId="{6D59B333-FC28-47A5-AD7C-C074413E8ADC}" dt="2025-10-24T15:09:28.671" v="7165" actId="113"/>
        <pc:sldMkLst>
          <pc:docMk/>
          <pc:sldMk cId="3910936776" sldId="331"/>
        </pc:sldMkLst>
        <pc:spChg chg="mod">
          <ac:chgData name="David Zarifa" userId="44b1806d-26ee-4d86-9d70-9c39717e18eb" providerId="ADAL" clId="{6D59B333-FC28-47A5-AD7C-C074413E8ADC}" dt="2025-10-23T16:05:14.086" v="5353" actId="20577"/>
          <ac:spMkLst>
            <pc:docMk/>
            <pc:sldMk cId="3910936776" sldId="331"/>
            <ac:spMk id="2" creationId="{F10E5FFF-E1F4-5D5D-64AB-3B35B4CB6EE9}"/>
          </ac:spMkLst>
        </pc:spChg>
        <pc:spChg chg="mod">
          <ac:chgData name="David Zarifa" userId="44b1806d-26ee-4d86-9d70-9c39717e18eb" providerId="ADAL" clId="{6D59B333-FC28-47A5-AD7C-C074413E8ADC}" dt="2025-10-24T15:09:28.671" v="7165" actId="113"/>
          <ac:spMkLst>
            <pc:docMk/>
            <pc:sldMk cId="3910936776" sldId="331"/>
            <ac:spMk id="3" creationId="{428E3EB0-4B7F-994B-B359-F344F39B1F29}"/>
          </ac:spMkLst>
        </pc:spChg>
      </pc:sldChg>
      <pc:sldChg chg="addSp delSp modSp add mod ord">
        <pc:chgData name="David Zarifa" userId="44b1806d-26ee-4d86-9d70-9c39717e18eb" providerId="ADAL" clId="{6D59B333-FC28-47A5-AD7C-C074413E8ADC}" dt="2025-10-23T16:22:48.075" v="5559" actId="20577"/>
        <pc:sldMkLst>
          <pc:docMk/>
          <pc:sldMk cId="1721995342" sldId="332"/>
        </pc:sldMkLst>
        <pc:spChg chg="mod">
          <ac:chgData name="David Zarifa" userId="44b1806d-26ee-4d86-9d70-9c39717e18eb" providerId="ADAL" clId="{6D59B333-FC28-47A5-AD7C-C074413E8ADC}" dt="2025-10-23T16:22:48.075" v="5559" actId="20577"/>
          <ac:spMkLst>
            <pc:docMk/>
            <pc:sldMk cId="1721995342" sldId="332"/>
            <ac:spMk id="2" creationId="{5EBE60F1-405B-7C9E-7879-BD629686ADFC}"/>
          </ac:spMkLst>
        </pc:spChg>
        <pc:spChg chg="mod">
          <ac:chgData name="David Zarifa" userId="44b1806d-26ee-4d86-9d70-9c39717e18eb" providerId="ADAL" clId="{6D59B333-FC28-47A5-AD7C-C074413E8ADC}" dt="2025-10-23T14:03:22.495" v="2693" actId="27636"/>
          <ac:spMkLst>
            <pc:docMk/>
            <pc:sldMk cId="1721995342" sldId="332"/>
            <ac:spMk id="3" creationId="{4D9024FF-8EB7-8ABD-4BE0-B3B5482ED89A}"/>
          </ac:spMkLst>
        </pc:spChg>
        <pc:spChg chg="add mod">
          <ac:chgData name="David Zarifa" userId="44b1806d-26ee-4d86-9d70-9c39717e18eb" providerId="ADAL" clId="{6D59B333-FC28-47A5-AD7C-C074413E8ADC}" dt="2025-10-23T16:01:04.487" v="5333" actId="14100"/>
          <ac:spMkLst>
            <pc:docMk/>
            <pc:sldMk cId="1721995342" sldId="332"/>
            <ac:spMk id="10" creationId="{B702A83D-CB25-1BD1-9769-F5C65AEF6D66}"/>
          </ac:spMkLst>
        </pc:spChg>
        <pc:spChg chg="add mod">
          <ac:chgData name="David Zarifa" userId="44b1806d-26ee-4d86-9d70-9c39717e18eb" providerId="ADAL" clId="{6D59B333-FC28-47A5-AD7C-C074413E8ADC}" dt="2025-10-23T16:01:24.459" v="5335" actId="14100"/>
          <ac:spMkLst>
            <pc:docMk/>
            <pc:sldMk cId="1721995342" sldId="332"/>
            <ac:spMk id="11" creationId="{017EB1C2-C132-C5DB-81E5-E1238CCC87E6}"/>
          </ac:spMkLst>
        </pc:spChg>
        <pc:spChg chg="add mod">
          <ac:chgData name="David Zarifa" userId="44b1806d-26ee-4d86-9d70-9c39717e18eb" providerId="ADAL" clId="{6D59B333-FC28-47A5-AD7C-C074413E8ADC}" dt="2025-10-23T16:18:58.016" v="5527" actId="1076"/>
          <ac:spMkLst>
            <pc:docMk/>
            <pc:sldMk cId="1721995342" sldId="332"/>
            <ac:spMk id="18" creationId="{6FD0E030-5343-6F18-19E9-7C9DD627BC18}"/>
          </ac:spMkLst>
        </pc:spChg>
        <pc:spChg chg="add mod">
          <ac:chgData name="David Zarifa" userId="44b1806d-26ee-4d86-9d70-9c39717e18eb" providerId="ADAL" clId="{6D59B333-FC28-47A5-AD7C-C074413E8ADC}" dt="2025-10-23T16:22:06.202" v="5548" actId="14100"/>
          <ac:spMkLst>
            <pc:docMk/>
            <pc:sldMk cId="1721995342" sldId="332"/>
            <ac:spMk id="19" creationId="{B8B8F4DF-4984-7551-3DBE-6E333CB4EC8E}"/>
          </ac:spMkLst>
        </pc:spChg>
        <pc:spChg chg="add mod">
          <ac:chgData name="David Zarifa" userId="44b1806d-26ee-4d86-9d70-9c39717e18eb" providerId="ADAL" clId="{6D59B333-FC28-47A5-AD7C-C074413E8ADC}" dt="2025-10-23T16:22:11.172" v="5549" actId="14100"/>
          <ac:spMkLst>
            <pc:docMk/>
            <pc:sldMk cId="1721995342" sldId="332"/>
            <ac:spMk id="20" creationId="{9044959F-8D28-0039-1F52-91AD061D8FFB}"/>
          </ac:spMkLst>
        </pc:spChg>
        <pc:spChg chg="add mod">
          <ac:chgData name="David Zarifa" userId="44b1806d-26ee-4d86-9d70-9c39717e18eb" providerId="ADAL" clId="{6D59B333-FC28-47A5-AD7C-C074413E8ADC}" dt="2025-10-23T16:21:41.254" v="5545" actId="14100"/>
          <ac:spMkLst>
            <pc:docMk/>
            <pc:sldMk cId="1721995342" sldId="332"/>
            <ac:spMk id="21" creationId="{FA8F2DFA-8CFA-5CD3-34FC-4F6B8DFC1DBB}"/>
          </ac:spMkLst>
        </pc:spChg>
        <pc:spChg chg="add mod">
          <ac:chgData name="David Zarifa" userId="44b1806d-26ee-4d86-9d70-9c39717e18eb" providerId="ADAL" clId="{6D59B333-FC28-47A5-AD7C-C074413E8ADC}" dt="2025-10-23T16:22:31.513" v="5551" actId="1076"/>
          <ac:spMkLst>
            <pc:docMk/>
            <pc:sldMk cId="1721995342" sldId="332"/>
            <ac:spMk id="22" creationId="{0D18CD10-E246-A446-BC6D-7CAC01A7740E}"/>
          </ac:spMkLst>
        </pc:spChg>
        <pc:spChg chg="add mod">
          <ac:chgData name="David Zarifa" userId="44b1806d-26ee-4d86-9d70-9c39717e18eb" providerId="ADAL" clId="{6D59B333-FC28-47A5-AD7C-C074413E8ADC}" dt="2025-10-23T16:20:54.835" v="5540" actId="1076"/>
          <ac:spMkLst>
            <pc:docMk/>
            <pc:sldMk cId="1721995342" sldId="332"/>
            <ac:spMk id="23" creationId="{97CC9900-C846-9750-3161-D929BDA61E4E}"/>
          </ac:spMkLst>
        </pc:spChg>
        <pc:spChg chg="add mod">
          <ac:chgData name="David Zarifa" userId="44b1806d-26ee-4d86-9d70-9c39717e18eb" providerId="ADAL" clId="{6D59B333-FC28-47A5-AD7C-C074413E8ADC}" dt="2025-10-23T16:22:24.426" v="5550" actId="1076"/>
          <ac:spMkLst>
            <pc:docMk/>
            <pc:sldMk cId="1721995342" sldId="332"/>
            <ac:spMk id="24" creationId="{93031AC5-241C-6BE3-82C8-93A3AD7F3230}"/>
          </ac:spMkLst>
        </pc:spChg>
        <pc:picChg chg="add mod">
          <ac:chgData name="David Zarifa" userId="44b1806d-26ee-4d86-9d70-9c39717e18eb" providerId="ADAL" clId="{6D59B333-FC28-47A5-AD7C-C074413E8ADC}" dt="2025-10-23T16:12:42.861" v="5364" actId="1076"/>
          <ac:picMkLst>
            <pc:docMk/>
            <pc:sldMk cId="1721995342" sldId="332"/>
            <ac:picMk id="16" creationId="{65357CA7-3735-04A7-56BD-50935E78D63D}"/>
          </ac:picMkLst>
        </pc:picChg>
      </pc:sldChg>
      <pc:sldChg chg="modSp add mod">
        <pc:chgData name="David Zarifa" userId="44b1806d-26ee-4d86-9d70-9c39717e18eb" providerId="ADAL" clId="{6D59B333-FC28-47A5-AD7C-C074413E8ADC}" dt="2025-10-27T16:48:00.221" v="7288" actId="20577"/>
        <pc:sldMkLst>
          <pc:docMk/>
          <pc:sldMk cId="2991979346" sldId="333"/>
        </pc:sldMkLst>
        <pc:spChg chg="mod">
          <ac:chgData name="David Zarifa" userId="44b1806d-26ee-4d86-9d70-9c39717e18eb" providerId="ADAL" clId="{6D59B333-FC28-47A5-AD7C-C074413E8ADC}" dt="2025-10-27T16:48:00.221" v="7288" actId="20577"/>
          <ac:spMkLst>
            <pc:docMk/>
            <pc:sldMk cId="2991979346" sldId="333"/>
            <ac:spMk id="3" creationId="{F0EBE6F8-3EF4-C427-5D08-2EDA7429C005}"/>
          </ac:spMkLst>
        </pc:spChg>
      </pc:sldChg>
      <pc:sldChg chg="add del">
        <pc:chgData name="David Zarifa" userId="44b1806d-26ee-4d86-9d70-9c39717e18eb" providerId="ADAL" clId="{6D59B333-FC28-47A5-AD7C-C074413E8ADC}" dt="2025-10-24T14:37:12.520" v="6766" actId="47"/>
        <pc:sldMkLst>
          <pc:docMk/>
          <pc:sldMk cId="3447837121" sldId="33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6"/>
            <a:ext cx="3043343" cy="465455"/>
          </a:xfrm>
          <a:prstGeom prst="rect">
            <a:avLst/>
          </a:prstGeom>
        </p:spPr>
        <p:txBody>
          <a:bodyPr vert="horz" lIns="93311" tIns="46655" rIns="93311" bIns="4665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5" y="6"/>
            <a:ext cx="3043343" cy="465455"/>
          </a:xfrm>
          <a:prstGeom prst="rect">
            <a:avLst/>
          </a:prstGeom>
        </p:spPr>
        <p:txBody>
          <a:bodyPr vert="horz" lIns="93311" tIns="46655" rIns="93311" bIns="46655" rtlCol="0"/>
          <a:lstStyle>
            <a:lvl1pPr algn="r">
              <a:defRPr sz="1200"/>
            </a:lvl1pPr>
          </a:lstStyle>
          <a:p>
            <a:fld id="{91524B69-0ED7-4D8D-9D1D-CC551E3AC101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6"/>
            <a:ext cx="3043343" cy="465455"/>
          </a:xfrm>
          <a:prstGeom prst="rect">
            <a:avLst/>
          </a:prstGeom>
        </p:spPr>
        <p:txBody>
          <a:bodyPr vert="horz" lIns="93311" tIns="46655" rIns="93311" bIns="4665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5" y="8842036"/>
            <a:ext cx="3043343" cy="465455"/>
          </a:xfrm>
          <a:prstGeom prst="rect">
            <a:avLst/>
          </a:prstGeom>
        </p:spPr>
        <p:txBody>
          <a:bodyPr vert="horz" lIns="93311" tIns="46655" rIns="93311" bIns="46655" rtlCol="0" anchor="b"/>
          <a:lstStyle>
            <a:lvl1pPr algn="r">
              <a:defRPr sz="1200"/>
            </a:lvl1pPr>
          </a:lstStyle>
          <a:p>
            <a:fld id="{EAFFBA32-85FC-427E-9D6B-14D22B111B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9319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6"/>
            <a:ext cx="3043343" cy="465455"/>
          </a:xfrm>
          <a:prstGeom prst="rect">
            <a:avLst/>
          </a:prstGeom>
        </p:spPr>
        <p:txBody>
          <a:bodyPr vert="horz" lIns="93311" tIns="46655" rIns="93311" bIns="4665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5" y="6"/>
            <a:ext cx="3043343" cy="465455"/>
          </a:xfrm>
          <a:prstGeom prst="rect">
            <a:avLst/>
          </a:prstGeom>
        </p:spPr>
        <p:txBody>
          <a:bodyPr vert="horz" lIns="93311" tIns="46655" rIns="93311" bIns="46655" rtlCol="0"/>
          <a:lstStyle>
            <a:lvl1pPr algn="r">
              <a:defRPr sz="1200"/>
            </a:lvl1pPr>
          </a:lstStyle>
          <a:p>
            <a:fld id="{41A995C0-5B2E-4A60-AA95-7570CF5A5FFB}" type="datetimeFigureOut">
              <a:rPr lang="en-US" smtClean="0"/>
              <a:pPr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11" tIns="46655" rIns="93311" bIns="4665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30"/>
            <a:ext cx="5618480" cy="4189095"/>
          </a:xfrm>
          <a:prstGeom prst="rect">
            <a:avLst/>
          </a:prstGeom>
        </p:spPr>
        <p:txBody>
          <a:bodyPr vert="horz" lIns="93311" tIns="46655" rIns="93311" bIns="4665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6"/>
            <a:ext cx="3043343" cy="465455"/>
          </a:xfrm>
          <a:prstGeom prst="rect">
            <a:avLst/>
          </a:prstGeom>
        </p:spPr>
        <p:txBody>
          <a:bodyPr vert="horz" lIns="93311" tIns="46655" rIns="93311" bIns="4665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5" y="8842036"/>
            <a:ext cx="3043343" cy="465455"/>
          </a:xfrm>
          <a:prstGeom prst="rect">
            <a:avLst/>
          </a:prstGeom>
        </p:spPr>
        <p:txBody>
          <a:bodyPr vert="horz" lIns="93311" tIns="46655" rIns="93311" bIns="46655" rtlCol="0" anchor="b"/>
          <a:lstStyle>
            <a:lvl1pPr algn="r">
              <a:defRPr sz="1200"/>
            </a:lvl1pPr>
          </a:lstStyle>
          <a:p>
            <a:fld id="{08966008-7A8E-48E2-B1B0-A1AE465D9F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7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B9D70-FED9-4F07-92A2-169CABBAB0B5}" type="datetime1">
              <a:rPr lang="en-US" smtClean="0"/>
              <a:t>10/27/2025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D2C55-4314-4E68-81DA-013DD4FF4C08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74A8C-D3AD-4392-A7DF-F29CB953FD06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E6FC9-E8EA-480E-A037-8B9BAFA04028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9563E-A24F-415F-8528-EA452E551AC7}" type="datetime1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8B912-F12F-414D-A6C1-F83FD0F09C8B}" type="datetime1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FFFBD-1DB9-4F33-81E9-CFC8987131DA}" type="datetime1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CD4D8-97B2-4185-A164-799029D622D8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7106F-2C8A-4BF9-9858-3DBA31E2A602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E1890D4-2B44-49BD-8051-B46DE142D3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8F111-DFD0-4D89-808F-5973F9C247F6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04F6E-9189-4A09-A499-0A391531ADDD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E93118B-A2F5-4DA9-8233-F0E2ADF11B6A}" type="datetime1">
              <a:rPr lang="en-US" smtClean="0"/>
              <a:t>10/27/2025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E1890D4-2B44-49BD-8051-B46DE142D3F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davidz@nipissingu.c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80000"/>
                <a:satMod val="400000"/>
              </a:schemeClr>
            </a:gs>
            <a:gs pos="25000">
              <a:schemeClr val="bg2">
                <a:tint val="83000"/>
                <a:satMod val="320000"/>
              </a:schemeClr>
            </a:gs>
            <a:gs pos="51000">
              <a:schemeClr val="bg2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358646"/>
            <a:ext cx="8686800" cy="1460754"/>
          </a:xfrm>
        </p:spPr>
        <p:txBody>
          <a:bodyPr>
            <a:noAutofit/>
          </a:bodyPr>
          <a:lstStyle/>
          <a:p>
            <a:pPr algn="ctr"/>
            <a:br>
              <a:rPr lang="en-CA" sz="4000" dirty="0">
                <a:effectLst/>
              </a:rPr>
            </a:br>
            <a:r>
              <a:rPr lang="en-US" sz="3600" dirty="0">
                <a:effectLst/>
              </a:rPr>
              <a:t>Leveraging the ELMLP for Education Research and Policy Development</a:t>
            </a:r>
            <a:br>
              <a:rPr lang="en-US" sz="3600" dirty="0">
                <a:effectLst/>
              </a:rPr>
            </a:b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2667000"/>
            <a:ext cx="7467600" cy="3810000"/>
          </a:xfrm>
        </p:spPr>
        <p:txBody>
          <a:bodyPr>
            <a:normAutofit fontScale="47500" lnSpcReduction="20000"/>
          </a:bodyPr>
          <a:lstStyle/>
          <a:p>
            <a:pPr algn="ctr"/>
            <a:endParaRPr lang="en-CA" sz="2000" b="1" dirty="0"/>
          </a:p>
          <a:p>
            <a:pPr algn="ctr"/>
            <a:endParaRPr lang="en-CA" sz="3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CA" sz="3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CA" sz="3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CA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David Zarifa</a:t>
            </a:r>
          </a:p>
          <a:p>
            <a:pPr algn="ctr"/>
            <a:r>
              <a:rPr lang="en-US" sz="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Professor of Sociology</a:t>
            </a:r>
          </a:p>
          <a:p>
            <a:pPr algn="ctr"/>
            <a:r>
              <a:rPr lang="en-CA" sz="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Nipissing University</a:t>
            </a:r>
          </a:p>
          <a:p>
            <a:pPr algn="ctr"/>
            <a:r>
              <a:rPr lang="en-CA" sz="3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davidz@nipissingu.ca</a:t>
            </a:r>
            <a:endParaRPr lang="en-CA" sz="3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CA" sz="3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CA" sz="3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CA" sz="3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Prepared for the 2025 CRDCN Opening Doors to Data Meeting, Toronto, ON</a:t>
            </a:r>
            <a:endParaRPr lang="en-CA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12C9E-DC72-A8D0-3AF3-83A69E301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E60F1-405B-7C9E-7879-BD629686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1371600"/>
          </a:xfrm>
        </p:spPr>
        <p:txBody>
          <a:bodyPr>
            <a:noAutofit/>
          </a:bodyPr>
          <a:lstStyle/>
          <a:p>
            <a:pPr algn="ctr"/>
            <a:r>
              <a:rPr lang="en-CA" sz="3600" dirty="0"/>
              <a:t>ELMLP: Education and </a:t>
            </a:r>
            <a:br>
              <a:rPr lang="en-CA" sz="3600" dirty="0"/>
            </a:br>
            <a:r>
              <a:rPr lang="en-CA" sz="3600" dirty="0"/>
              <a:t>Labour Market Longitudinal Platform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024FF-8EB7-8ABD-4BE0-B3B5482ED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72000"/>
          </a:xfrm>
        </p:spPr>
        <p:txBody>
          <a:bodyPr>
            <a:normAutofit/>
          </a:bodyPr>
          <a:lstStyle/>
          <a:p>
            <a:pPr lvl="1"/>
            <a:endParaRPr lang="en-US" sz="8600" dirty="0"/>
          </a:p>
          <a:p>
            <a:endParaRPr lang="en-US" sz="8800" dirty="0"/>
          </a:p>
          <a:p>
            <a:endParaRPr lang="en-US" sz="9600" dirty="0"/>
          </a:p>
          <a:p>
            <a:endParaRPr lang="en-US" sz="10400" dirty="0"/>
          </a:p>
          <a:p>
            <a:endParaRPr lang="en-US" sz="10400" dirty="0"/>
          </a:p>
          <a:p>
            <a:endParaRPr lang="en-US" sz="8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6A033-55E3-81EE-E0DD-064A7F20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AutoShape 6" descr="Generated image">
            <a:extLst>
              <a:ext uri="{FF2B5EF4-FFF2-40B4-BE49-F238E27FC236}">
                <a16:creationId xmlns:a16="http://schemas.microsoft.com/office/drawing/2014/main" id="{B702A83D-CB25-1BD1-9769-F5C65AEF6D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017EB1C2-C132-C5DB-81E5-E1238CCC87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357CA7-3735-04A7-56BD-50935E78D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9144000" cy="1524000"/>
          </a:xfrm>
          <a:prstGeom prst="rect">
            <a:avLst/>
          </a:prstGeom>
        </p:spPr>
      </p:pic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6FD0E030-5343-6F18-19E9-7C9DD627BC18}"/>
              </a:ext>
            </a:extLst>
          </p:cNvPr>
          <p:cNvSpPr/>
          <p:nvPr/>
        </p:nvSpPr>
        <p:spPr>
          <a:xfrm>
            <a:off x="265463" y="3975504"/>
            <a:ext cx="1447800" cy="715089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CA" dirty="0"/>
              <a:t>Elementary School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B8B8F4DF-4984-7551-3DBE-6E333CB4EC8E}"/>
              </a:ext>
            </a:extLst>
          </p:cNvPr>
          <p:cNvSpPr/>
          <p:nvPr/>
        </p:nvSpPr>
        <p:spPr>
          <a:xfrm>
            <a:off x="7391400" y="3966813"/>
            <a:ext cx="1295400" cy="72378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Labour Market</a:t>
            </a: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9044959F-8D28-0039-1F52-91AD061D8FFB}"/>
              </a:ext>
            </a:extLst>
          </p:cNvPr>
          <p:cNvSpPr/>
          <p:nvPr/>
        </p:nvSpPr>
        <p:spPr>
          <a:xfrm>
            <a:off x="4875562" y="3975503"/>
            <a:ext cx="1753838" cy="71509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Postsecondary School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FA8F2DFA-8CFA-5CD3-34FC-4F6B8DFC1DBB}"/>
              </a:ext>
            </a:extLst>
          </p:cNvPr>
          <p:cNvSpPr/>
          <p:nvPr/>
        </p:nvSpPr>
        <p:spPr>
          <a:xfrm>
            <a:off x="2547752" y="3975505"/>
            <a:ext cx="1493321" cy="715089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CA" dirty="0"/>
              <a:t>Secondary School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D18CD10-E246-A446-BC6D-7CAC01A7740E}"/>
              </a:ext>
            </a:extLst>
          </p:cNvPr>
          <p:cNvSpPr/>
          <p:nvPr/>
        </p:nvSpPr>
        <p:spPr>
          <a:xfrm>
            <a:off x="1983674" y="4177362"/>
            <a:ext cx="378526" cy="260149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7CC9900-C846-9750-3161-D929BDA61E4E}"/>
              </a:ext>
            </a:extLst>
          </p:cNvPr>
          <p:cNvSpPr/>
          <p:nvPr/>
        </p:nvSpPr>
        <p:spPr>
          <a:xfrm>
            <a:off x="4269674" y="4177362"/>
            <a:ext cx="378526" cy="260149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3031AC5-241C-6BE3-82C8-93A3AD7F3230}"/>
              </a:ext>
            </a:extLst>
          </p:cNvPr>
          <p:cNvSpPr/>
          <p:nvPr/>
        </p:nvSpPr>
        <p:spPr>
          <a:xfrm>
            <a:off x="6858742" y="4177362"/>
            <a:ext cx="378526" cy="260149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19953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1371600"/>
          </a:xfrm>
        </p:spPr>
        <p:txBody>
          <a:bodyPr>
            <a:noAutofit/>
          </a:bodyPr>
          <a:lstStyle/>
          <a:p>
            <a:pPr algn="ctr"/>
            <a:r>
              <a:rPr lang="en-CA" sz="4400" dirty="0"/>
              <a:t>ELMLP: The Progress</a:t>
            </a:r>
            <a:br>
              <a:rPr lang="en-CA" sz="4500" dirty="0"/>
            </a:br>
            <a:endParaRPr lang="en-US" sz="4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72000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/>
              <a:t>Multi-domain data integration and reduction of data silos</a:t>
            </a:r>
          </a:p>
          <a:p>
            <a:pPr lvl="1"/>
            <a:r>
              <a:rPr lang="en-US" sz="8800" b="1" dirty="0">
                <a:solidFill>
                  <a:schemeClr val="accent1"/>
                </a:solidFill>
              </a:rPr>
              <a:t>Established sustainable, trust-based infrastructure </a:t>
            </a:r>
            <a:r>
              <a:rPr lang="en-US" sz="8800" dirty="0"/>
              <a:t>to bring together education and </a:t>
            </a:r>
            <a:r>
              <a:rPr lang="en-US" sz="8800" dirty="0" err="1"/>
              <a:t>labour</a:t>
            </a:r>
            <a:r>
              <a:rPr lang="en-US" sz="8800" dirty="0"/>
              <a:t> market data</a:t>
            </a:r>
          </a:p>
          <a:p>
            <a:endParaRPr lang="en-US" sz="6400" b="1" dirty="0"/>
          </a:p>
          <a:p>
            <a:r>
              <a:rPr lang="en-US" sz="9600" b="1" dirty="0"/>
              <a:t>Enhanced large-scale empirical educational research</a:t>
            </a:r>
          </a:p>
          <a:p>
            <a:pPr lvl="1"/>
            <a:r>
              <a:rPr lang="en-US" sz="8800" b="1" dirty="0">
                <a:solidFill>
                  <a:schemeClr val="accent1"/>
                </a:solidFill>
              </a:rPr>
              <a:t>National coverage </a:t>
            </a:r>
            <a:r>
              <a:rPr lang="en-US" sz="8800" dirty="0"/>
              <a:t>(pan-Canadian) </a:t>
            </a:r>
          </a:p>
          <a:p>
            <a:pPr lvl="1"/>
            <a:r>
              <a:rPr lang="en-US" sz="8800" dirty="0"/>
              <a:t>Ability to examine </a:t>
            </a:r>
            <a:r>
              <a:rPr lang="en-US" sz="8800" b="1" dirty="0">
                <a:solidFill>
                  <a:schemeClr val="accent1"/>
                </a:solidFill>
              </a:rPr>
              <a:t>under‑represented groups</a:t>
            </a:r>
            <a:r>
              <a:rPr lang="en-US" sz="8800" dirty="0"/>
              <a:t> and equity issues</a:t>
            </a:r>
          </a:p>
          <a:p>
            <a:pPr lvl="1"/>
            <a:r>
              <a:rPr lang="en-US" sz="8800" b="1" dirty="0">
                <a:solidFill>
                  <a:schemeClr val="accent1"/>
                </a:solidFill>
              </a:rPr>
              <a:t>Jurisdictional analyses </a:t>
            </a:r>
            <a:r>
              <a:rPr lang="en-US" sz="8800" dirty="0"/>
              <a:t>(e.g., northern Ontario)</a:t>
            </a:r>
          </a:p>
          <a:p>
            <a:endParaRPr lang="en-US" sz="6400" b="1" dirty="0"/>
          </a:p>
          <a:p>
            <a:r>
              <a:rPr lang="en-US" sz="9600" b="1" dirty="0"/>
              <a:t>Improved data quality relative to surveys </a:t>
            </a:r>
          </a:p>
          <a:p>
            <a:pPr lvl="1"/>
            <a:r>
              <a:rPr lang="en-US" sz="8800" b="1" dirty="0">
                <a:solidFill>
                  <a:schemeClr val="accent1"/>
                </a:solidFill>
              </a:rPr>
              <a:t>Reduced</a:t>
            </a:r>
            <a:r>
              <a:rPr lang="en-US" sz="8800" dirty="0"/>
              <a:t> respondent burden</a:t>
            </a:r>
          </a:p>
          <a:p>
            <a:pPr lvl="1"/>
            <a:r>
              <a:rPr lang="en-US" sz="8800" b="1" dirty="0">
                <a:solidFill>
                  <a:schemeClr val="accent1"/>
                </a:solidFill>
              </a:rPr>
              <a:t>Tax data </a:t>
            </a:r>
            <a:r>
              <a:rPr lang="en-US" sz="8800" dirty="0"/>
              <a:t>as opposed to self-reported income</a:t>
            </a:r>
          </a:p>
          <a:p>
            <a:pPr marL="0" indent="0">
              <a:buNone/>
            </a:pPr>
            <a:endParaRPr lang="en-US" sz="8600" dirty="0"/>
          </a:p>
          <a:p>
            <a:pPr lvl="1"/>
            <a:endParaRPr lang="en-US" sz="8600" dirty="0"/>
          </a:p>
          <a:p>
            <a:endParaRPr lang="en-US" sz="8800" dirty="0"/>
          </a:p>
          <a:p>
            <a:endParaRPr lang="en-US" sz="9600" dirty="0"/>
          </a:p>
          <a:p>
            <a:endParaRPr lang="en-US" sz="10400" dirty="0"/>
          </a:p>
          <a:p>
            <a:endParaRPr lang="en-US" sz="10400" dirty="0"/>
          </a:p>
          <a:p>
            <a:endParaRPr lang="en-US" sz="8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69900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153BB-557A-B473-116D-E55CDE7E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5FFF-E1F4-5D5D-64AB-3B35B4CB6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1371600"/>
          </a:xfrm>
        </p:spPr>
        <p:txBody>
          <a:bodyPr>
            <a:noAutofit/>
          </a:bodyPr>
          <a:lstStyle/>
          <a:p>
            <a:pPr algn="ctr"/>
            <a:r>
              <a:rPr lang="en-CA" sz="4400" dirty="0"/>
              <a:t>ELMLP: The Progress</a:t>
            </a:r>
            <a:br>
              <a:rPr lang="en-CA" sz="4500" dirty="0"/>
            </a:br>
            <a:endParaRPr lang="en-US" sz="4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E3EB0-4B7F-994B-B359-F344F39B1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72000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/>
              <a:t>Increased opportunities for data-driven, policy-development, collaboration and institutional accountability processes</a:t>
            </a:r>
            <a:endParaRPr lang="en-US" sz="9400" b="1" dirty="0"/>
          </a:p>
          <a:p>
            <a:pPr lvl="1"/>
            <a:endParaRPr lang="en-US" sz="6400" dirty="0"/>
          </a:p>
          <a:p>
            <a:pPr lvl="1"/>
            <a:r>
              <a:rPr lang="en-US" sz="8600" dirty="0"/>
              <a:t>Educational </a:t>
            </a:r>
            <a:r>
              <a:rPr lang="en-US" sz="8600" b="1" dirty="0">
                <a:solidFill>
                  <a:schemeClr val="accent1"/>
                </a:solidFill>
              </a:rPr>
              <a:t>persistence</a:t>
            </a:r>
            <a:r>
              <a:rPr lang="en-US" sz="8600" dirty="0"/>
              <a:t> and </a:t>
            </a:r>
            <a:r>
              <a:rPr lang="en-US" sz="8600" b="1" dirty="0">
                <a:solidFill>
                  <a:schemeClr val="accent1"/>
                </a:solidFill>
              </a:rPr>
              <a:t>retention</a:t>
            </a:r>
            <a:r>
              <a:rPr lang="en-US" sz="8600" dirty="0"/>
              <a:t> </a:t>
            </a:r>
          </a:p>
          <a:p>
            <a:pPr lvl="1"/>
            <a:r>
              <a:rPr lang="en-US" sz="8600" dirty="0"/>
              <a:t>Student </a:t>
            </a:r>
            <a:r>
              <a:rPr lang="en-US" sz="8600" b="1" dirty="0">
                <a:solidFill>
                  <a:schemeClr val="accent1"/>
                </a:solidFill>
              </a:rPr>
              <a:t>trajectories</a:t>
            </a:r>
            <a:r>
              <a:rPr lang="en-US" sz="8600" dirty="0"/>
              <a:t> through high school into postsecondary education</a:t>
            </a:r>
          </a:p>
          <a:p>
            <a:pPr lvl="1"/>
            <a:r>
              <a:rPr lang="en-US" sz="8600" dirty="0"/>
              <a:t>Postsecondary </a:t>
            </a:r>
            <a:r>
              <a:rPr lang="en-US" sz="8600" b="1" dirty="0">
                <a:solidFill>
                  <a:schemeClr val="accent1"/>
                </a:solidFill>
              </a:rPr>
              <a:t>access</a:t>
            </a:r>
            <a:r>
              <a:rPr lang="en-US" sz="8600" dirty="0"/>
              <a:t> and </a:t>
            </a:r>
            <a:r>
              <a:rPr lang="en-US" sz="8600" b="1" dirty="0">
                <a:solidFill>
                  <a:schemeClr val="accent1"/>
                </a:solidFill>
              </a:rPr>
              <a:t>completion/graduation rates</a:t>
            </a:r>
          </a:p>
          <a:p>
            <a:pPr lvl="1"/>
            <a:r>
              <a:rPr lang="en-US" sz="8600" b="1" dirty="0">
                <a:solidFill>
                  <a:schemeClr val="accent1"/>
                </a:solidFill>
              </a:rPr>
              <a:t>Transfer pathways/mobility</a:t>
            </a:r>
            <a:r>
              <a:rPr lang="en-US" sz="8600" dirty="0"/>
              <a:t> within postsecondary education</a:t>
            </a:r>
          </a:p>
          <a:p>
            <a:pPr lvl="1"/>
            <a:r>
              <a:rPr lang="en-US" sz="8600" dirty="0"/>
              <a:t>Youth </a:t>
            </a:r>
            <a:r>
              <a:rPr lang="en-US" sz="8600" b="1" dirty="0">
                <a:solidFill>
                  <a:schemeClr val="accent1"/>
                </a:solidFill>
              </a:rPr>
              <a:t>migration</a:t>
            </a:r>
            <a:r>
              <a:rPr lang="en-US" sz="8600" dirty="0"/>
              <a:t> patterns</a:t>
            </a:r>
          </a:p>
          <a:p>
            <a:pPr lvl="1"/>
            <a:r>
              <a:rPr lang="en-US" sz="8600" dirty="0" err="1"/>
              <a:t>Labour</a:t>
            </a:r>
            <a:r>
              <a:rPr lang="en-US" sz="8600" dirty="0"/>
              <a:t> market outcomes (e.g., </a:t>
            </a:r>
            <a:r>
              <a:rPr lang="en-US" sz="8600" b="1" dirty="0">
                <a:solidFill>
                  <a:schemeClr val="accent1"/>
                </a:solidFill>
              </a:rPr>
              <a:t>earnings</a:t>
            </a:r>
            <a:r>
              <a:rPr lang="en-US" sz="8600" dirty="0"/>
              <a:t> by fields/trades/institutions)</a:t>
            </a:r>
          </a:p>
          <a:p>
            <a:pPr lvl="1"/>
            <a:r>
              <a:rPr lang="en-US" sz="8600" b="1" dirty="0">
                <a:solidFill>
                  <a:schemeClr val="accent1"/>
                </a:solidFill>
              </a:rPr>
              <a:t>Apprenticeship</a:t>
            </a:r>
            <a:r>
              <a:rPr lang="en-US" sz="8600" dirty="0"/>
              <a:t> pathways and employment outcomes</a:t>
            </a:r>
          </a:p>
          <a:p>
            <a:pPr lvl="1"/>
            <a:r>
              <a:rPr lang="en-US" sz="8600" dirty="0"/>
              <a:t>Etc.</a:t>
            </a:r>
          </a:p>
          <a:p>
            <a:pPr marL="393192" lvl="1" indent="0">
              <a:buNone/>
            </a:pPr>
            <a:endParaRPr lang="en-US" sz="8600" dirty="0"/>
          </a:p>
          <a:p>
            <a:pPr lvl="1"/>
            <a:endParaRPr lang="en-US" sz="8600" dirty="0"/>
          </a:p>
          <a:p>
            <a:endParaRPr lang="en-US" sz="8800" dirty="0"/>
          </a:p>
          <a:p>
            <a:endParaRPr lang="en-US" sz="9600" dirty="0"/>
          </a:p>
          <a:p>
            <a:endParaRPr lang="en-US" sz="10400" dirty="0"/>
          </a:p>
          <a:p>
            <a:endParaRPr lang="en-US" sz="10400" dirty="0"/>
          </a:p>
          <a:p>
            <a:endParaRPr lang="en-US" sz="8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2F6F8-A478-8256-C30F-AA3123D1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3677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000B7-615B-2D0A-35A2-FBAA85226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4DA91-DD56-2E84-9E45-99647ABDD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1371600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Challenges and Opportunities</a:t>
            </a:r>
            <a:br>
              <a:rPr lang="en-US" sz="4400" b="1" dirty="0"/>
            </a:br>
            <a:endParaRPr lang="en-US" sz="4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BA171-AFAF-8987-177A-FE75F23A1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72000"/>
          </a:xfrm>
        </p:spPr>
        <p:txBody>
          <a:bodyPr>
            <a:normAutofit/>
          </a:bodyPr>
          <a:lstStyle/>
          <a:p>
            <a:r>
              <a:rPr lang="en-US" sz="2400" b="1" dirty="0"/>
              <a:t>Encourage broader provincial participation in longitudinal data sharing agreements</a:t>
            </a:r>
          </a:p>
          <a:p>
            <a:pPr lvl="1"/>
            <a:endParaRPr lang="en-US" sz="1600" b="1" dirty="0"/>
          </a:p>
          <a:p>
            <a:pPr lvl="1"/>
            <a:r>
              <a:rPr lang="en-US" sz="2200" b="1" dirty="0"/>
              <a:t>Fragmented data and blind spots across provinces/territories</a:t>
            </a:r>
          </a:p>
          <a:p>
            <a:pPr lvl="2"/>
            <a:r>
              <a:rPr lang="en-US" sz="2000" b="1" dirty="0">
                <a:solidFill>
                  <a:schemeClr val="accent1"/>
                </a:solidFill>
              </a:rPr>
              <a:t>Private high schools </a:t>
            </a:r>
            <a:r>
              <a:rPr lang="en-US" sz="2000" dirty="0"/>
              <a:t>and </a:t>
            </a:r>
            <a:r>
              <a:rPr lang="en-US" sz="2000" b="1" dirty="0">
                <a:solidFill>
                  <a:schemeClr val="accent1"/>
                </a:solidFill>
              </a:rPr>
              <a:t>older cohorts in ON 9-12</a:t>
            </a:r>
          </a:p>
          <a:p>
            <a:pPr lvl="2"/>
            <a:r>
              <a:rPr lang="en-US" sz="2000" dirty="0"/>
              <a:t>Private postsecondary institutions (i.e., </a:t>
            </a:r>
            <a:r>
              <a:rPr lang="en-US" sz="2000" b="1" dirty="0">
                <a:solidFill>
                  <a:schemeClr val="accent1"/>
                </a:solidFill>
              </a:rPr>
              <a:t>colleges</a:t>
            </a:r>
            <a:r>
              <a:rPr lang="en-US" sz="2000" dirty="0"/>
              <a:t>)</a:t>
            </a:r>
          </a:p>
          <a:p>
            <a:pPr lvl="1"/>
            <a:endParaRPr lang="en-CA" sz="1600" b="1" dirty="0"/>
          </a:p>
          <a:p>
            <a:pPr lvl="1"/>
            <a:r>
              <a:rPr lang="en-CA" sz="2200" b="1" dirty="0"/>
              <a:t>Gaps in the education life course</a:t>
            </a:r>
          </a:p>
          <a:p>
            <a:pPr lvl="2"/>
            <a:r>
              <a:rPr lang="en-CA" sz="2000" dirty="0"/>
              <a:t>Lack ability to track youth from </a:t>
            </a:r>
            <a:r>
              <a:rPr lang="en-CA" sz="2000" b="1" dirty="0">
                <a:solidFill>
                  <a:schemeClr val="accent1"/>
                </a:solidFill>
              </a:rPr>
              <a:t>early years </a:t>
            </a:r>
            <a:r>
              <a:rPr lang="en-CA" sz="2000" dirty="0"/>
              <a:t>until the workforce (BC is the exception)</a:t>
            </a:r>
          </a:p>
          <a:p>
            <a:pPr lvl="2"/>
            <a:r>
              <a:rPr lang="en-US" sz="2000" b="1" dirty="0">
                <a:solidFill>
                  <a:schemeClr val="accent1"/>
                </a:solidFill>
                <a:sym typeface="Wingdings" panose="05000000000000000000" pitchFamily="2" charset="2"/>
              </a:rPr>
              <a:t>K-12 in other provinces pending…</a:t>
            </a:r>
          </a:p>
          <a:p>
            <a:pPr marL="667512" lvl="2" indent="0">
              <a:buNone/>
            </a:pPr>
            <a:endParaRPr lang="en-US" sz="8300" dirty="0">
              <a:sym typeface="Wingdings" panose="05000000000000000000" pitchFamily="2" charset="2"/>
            </a:endParaRPr>
          </a:p>
          <a:p>
            <a:pPr lvl="1"/>
            <a:endParaRPr lang="en-US" sz="8900" dirty="0"/>
          </a:p>
          <a:p>
            <a:endParaRPr lang="en-US" sz="9600" dirty="0"/>
          </a:p>
          <a:p>
            <a:pPr marL="0" indent="0">
              <a:buNone/>
            </a:pPr>
            <a:endParaRPr lang="en-US" sz="10400" dirty="0"/>
          </a:p>
          <a:p>
            <a:endParaRPr lang="en-US" sz="10400" dirty="0"/>
          </a:p>
          <a:p>
            <a:endParaRPr lang="en-US" sz="8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D7B75-B10D-182E-74B0-7F9DE16C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052" name="Picture 4" descr="Unbrick stuck at safe mode - My Cloud OS 3 - WD Community">
            <a:extLst>
              <a:ext uri="{FF2B5EF4-FFF2-40B4-BE49-F238E27FC236}">
                <a16:creationId xmlns:a16="http://schemas.microsoft.com/office/drawing/2014/main" id="{0868113C-4BCD-0692-7412-78A52286B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5532384"/>
            <a:ext cx="1752600" cy="118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63589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A6BC9-D2F8-DBF0-B8EB-87A6E5885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A25A-C027-697E-80B6-16DF15DED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1371600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Challenges and Opportunities</a:t>
            </a:r>
            <a:br>
              <a:rPr lang="en-US" sz="4400" b="1" dirty="0"/>
            </a:br>
            <a:endParaRPr lang="en-US" sz="4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BE6F8-3EF4-C427-5D08-2EDA7429C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72000"/>
          </a:xfrm>
        </p:spPr>
        <p:txBody>
          <a:bodyPr>
            <a:normAutofit/>
          </a:bodyPr>
          <a:lstStyle/>
          <a:p>
            <a:r>
              <a:rPr lang="en-US" sz="2400" b="1" dirty="0"/>
              <a:t>Increased/harmonized institutional participation to address missing measures/data quality issues</a:t>
            </a:r>
          </a:p>
          <a:p>
            <a:pPr lvl="1"/>
            <a:r>
              <a:rPr lang="en-US" sz="2200" b="1" dirty="0">
                <a:solidFill>
                  <a:schemeClr val="accent1"/>
                </a:solidFill>
              </a:rPr>
              <a:t>“Suitable for analysis in select jurisdictions only”</a:t>
            </a:r>
          </a:p>
          <a:p>
            <a:pPr lvl="1"/>
            <a:r>
              <a:rPr lang="en-CA" sz="2200" b="1" dirty="0">
                <a:solidFill>
                  <a:schemeClr val="accent1"/>
                </a:solidFill>
              </a:rPr>
              <a:t>“Not recommended for analysis” </a:t>
            </a:r>
            <a:endParaRPr lang="en-US" sz="2200" b="1" dirty="0">
              <a:solidFill>
                <a:schemeClr val="accent1"/>
              </a:solidFill>
            </a:endParaRPr>
          </a:p>
          <a:p>
            <a:pPr lvl="1"/>
            <a:endParaRPr lang="en-US" sz="1600" dirty="0"/>
          </a:p>
          <a:p>
            <a:r>
              <a:rPr lang="en-US" sz="2400" b="1" dirty="0"/>
              <a:t>Enhanced public-facing access </a:t>
            </a:r>
            <a:r>
              <a:rPr lang="en-US" sz="2400" dirty="0"/>
              <a:t>to user guides and codebooks</a:t>
            </a:r>
          </a:p>
          <a:p>
            <a:endParaRPr lang="en-US" sz="1600" dirty="0"/>
          </a:p>
          <a:p>
            <a:r>
              <a:rPr lang="en-US" sz="2400" b="1" dirty="0"/>
              <a:t>Ensure linkage keys facilitate tracking of additional school-work pathways</a:t>
            </a:r>
          </a:p>
          <a:p>
            <a:pPr lvl="1"/>
            <a:r>
              <a:rPr lang="en-US" sz="2200" dirty="0"/>
              <a:t>Secondary school to work transition (the </a:t>
            </a:r>
            <a:r>
              <a:rPr lang="en-US" sz="2200" b="1" dirty="0">
                <a:solidFill>
                  <a:schemeClr val="accent1"/>
                </a:solidFill>
              </a:rPr>
              <a:t>“forgotten half”</a:t>
            </a:r>
            <a:r>
              <a:rPr lang="en-US" sz="2200" dirty="0"/>
              <a:t>)</a:t>
            </a:r>
            <a:endParaRPr lang="en-US" sz="2200" dirty="0">
              <a:solidFill>
                <a:schemeClr val="accent1"/>
              </a:solidFill>
            </a:endParaRPr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sz="2200" dirty="0"/>
          </a:p>
          <a:p>
            <a:pPr marL="667512" lvl="2" indent="0">
              <a:buNone/>
            </a:pPr>
            <a:endParaRPr lang="en-US" sz="8300" dirty="0">
              <a:sym typeface="Wingdings" panose="05000000000000000000" pitchFamily="2" charset="2"/>
            </a:endParaRPr>
          </a:p>
          <a:p>
            <a:pPr lvl="1"/>
            <a:endParaRPr lang="en-US" sz="8900" dirty="0"/>
          </a:p>
          <a:p>
            <a:endParaRPr lang="en-US" sz="9600" dirty="0"/>
          </a:p>
          <a:p>
            <a:pPr marL="0" indent="0">
              <a:buNone/>
            </a:pPr>
            <a:endParaRPr lang="en-US" sz="10400" dirty="0"/>
          </a:p>
          <a:p>
            <a:endParaRPr lang="en-US" sz="10400" dirty="0"/>
          </a:p>
          <a:p>
            <a:endParaRPr lang="en-US" sz="8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5E436-6F32-38E2-4638-2BD3EDCE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7934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107EF-E690-7664-C6D3-488B8413E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0999D-8FB2-B153-A34B-09C4F3662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1371600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Challenges and Opportunities</a:t>
            </a:r>
            <a:br>
              <a:rPr lang="en-US" sz="4400" b="1" dirty="0"/>
            </a:br>
            <a:endParaRPr lang="en-US" sz="4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116D6-10C2-2C34-29EE-4EB21F282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72000"/>
          </a:xfrm>
        </p:spPr>
        <p:txBody>
          <a:bodyPr>
            <a:normAutofit/>
          </a:bodyPr>
          <a:lstStyle/>
          <a:p>
            <a:r>
              <a:rPr lang="en-US" sz="2400" b="1" dirty="0"/>
              <a:t>Expanded collaboration and consultation with stakeholders to broaden scope and impact</a:t>
            </a:r>
          </a:p>
          <a:p>
            <a:endParaRPr lang="en-US" sz="1600" b="1" dirty="0"/>
          </a:p>
          <a:p>
            <a:pPr lvl="1"/>
            <a:r>
              <a:rPr lang="en-US" sz="2200" b="1" dirty="0">
                <a:solidFill>
                  <a:schemeClr val="accent1"/>
                </a:solidFill>
              </a:rPr>
              <a:t>Institutional data </a:t>
            </a:r>
            <a:r>
              <a:rPr lang="en-US" sz="2200" dirty="0"/>
              <a:t>(e.g., transcripts; First generation/parent education; race/ethnicity; Indigenous status; special needs)</a:t>
            </a:r>
          </a:p>
          <a:p>
            <a:pPr lvl="1"/>
            <a:r>
              <a:rPr lang="en-US" sz="2200" dirty="0"/>
              <a:t>PSE </a:t>
            </a:r>
            <a:r>
              <a:rPr lang="en-US" sz="2200" b="1" dirty="0">
                <a:solidFill>
                  <a:schemeClr val="accent1"/>
                </a:solidFill>
              </a:rPr>
              <a:t>student engagement </a:t>
            </a:r>
            <a:r>
              <a:rPr lang="en-US" sz="2200" dirty="0"/>
              <a:t>(e.g., NSSE)</a:t>
            </a:r>
          </a:p>
          <a:p>
            <a:pPr lvl="1"/>
            <a:r>
              <a:rPr lang="en-US" sz="2200" dirty="0"/>
              <a:t>PSE </a:t>
            </a:r>
            <a:r>
              <a:rPr lang="en-US" sz="2200" b="1" dirty="0">
                <a:solidFill>
                  <a:schemeClr val="accent1"/>
                </a:solidFill>
              </a:rPr>
              <a:t>application</a:t>
            </a:r>
            <a:r>
              <a:rPr lang="en-US" sz="2200" dirty="0"/>
              <a:t> motivations and behaviors</a:t>
            </a:r>
          </a:p>
          <a:p>
            <a:pPr lvl="1"/>
            <a:r>
              <a:rPr lang="en-US" sz="2200" dirty="0"/>
              <a:t>Linkages to </a:t>
            </a:r>
            <a:r>
              <a:rPr lang="en-US" sz="2200" b="1" dirty="0">
                <a:solidFill>
                  <a:schemeClr val="accent1"/>
                </a:solidFill>
              </a:rPr>
              <a:t>international assessments </a:t>
            </a:r>
            <a:r>
              <a:rPr lang="en-US" sz="2200" dirty="0"/>
              <a:t>(e.g</a:t>
            </a:r>
            <a:r>
              <a:rPr lang="en-US" sz="2200"/>
              <a:t>., PISA, TIMSS</a:t>
            </a:r>
            <a:r>
              <a:rPr lang="en-US" sz="2200" dirty="0"/>
              <a:t>, PIRLS)</a:t>
            </a:r>
          </a:p>
          <a:p>
            <a:pPr lvl="1"/>
            <a:r>
              <a:rPr lang="en-US" sz="2200" b="1" dirty="0">
                <a:solidFill>
                  <a:schemeClr val="accent1"/>
                </a:solidFill>
              </a:rPr>
              <a:t>“New” survey data</a:t>
            </a:r>
            <a:r>
              <a:rPr lang="en-US" sz="2200" dirty="0"/>
              <a:t> (e.g., YITS 2.0) </a:t>
            </a:r>
          </a:p>
          <a:p>
            <a:pPr marL="393192" lvl="1" indent="0">
              <a:buNone/>
            </a:pPr>
            <a:endParaRPr lang="en-US" sz="2200" dirty="0"/>
          </a:p>
          <a:p>
            <a:pPr lvl="1"/>
            <a:endParaRPr lang="en-US" sz="8800" dirty="0"/>
          </a:p>
          <a:p>
            <a:pPr lvl="1"/>
            <a:endParaRPr lang="en-US" sz="8800" dirty="0"/>
          </a:p>
          <a:p>
            <a:endParaRPr lang="en-US" sz="9600" dirty="0"/>
          </a:p>
          <a:p>
            <a:endParaRPr lang="en-US" sz="10400" dirty="0"/>
          </a:p>
          <a:p>
            <a:endParaRPr lang="en-US" sz="10400" dirty="0"/>
          </a:p>
          <a:p>
            <a:endParaRPr lang="en-US" sz="8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60ED8-D371-9E80-9470-2EF490BC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9570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400" dirty="0"/>
            </a:b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800" b="1" dirty="0"/>
              <a:t>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890D4-2B44-49BD-8051-B46DE142D3F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129227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40692</TotalTime>
  <Words>419</Words>
  <Application>Microsoft Office PowerPoint</Application>
  <PresentationFormat>On-screen Show (4:3)</PresentationFormat>
  <Paragraphs>110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Constantia</vt:lpstr>
      <vt:lpstr>Wingdings</vt:lpstr>
      <vt:lpstr>Wingdings 2</vt:lpstr>
      <vt:lpstr>Flow</vt:lpstr>
      <vt:lpstr> Leveraging the ELMLP for Education Research and Policy Development </vt:lpstr>
      <vt:lpstr>ELMLP: Education and  Labour Market Longitudinal Platform</vt:lpstr>
      <vt:lpstr>ELMLP: The Progress </vt:lpstr>
      <vt:lpstr>ELMLP: The Progress </vt:lpstr>
      <vt:lpstr>Challenges and Opportunities </vt:lpstr>
      <vt:lpstr>Challenges and Opportunities </vt:lpstr>
      <vt:lpstr>Challenges and Opportunities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 and Outcomes: The Points of Differentiation in Higher Education</dc:title>
  <dc:creator>David Zarifa</dc:creator>
  <cp:lastModifiedBy>David Zarifa</cp:lastModifiedBy>
  <cp:revision>601</cp:revision>
  <cp:lastPrinted>2025-10-24T15:11:38Z</cp:lastPrinted>
  <dcterms:created xsi:type="dcterms:W3CDTF">2012-05-07T14:50:46Z</dcterms:created>
  <dcterms:modified xsi:type="dcterms:W3CDTF">2025-10-27T16:48:59Z</dcterms:modified>
</cp:coreProperties>
</file>