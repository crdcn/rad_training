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4"/>
    <p:sldMasterId id="2147483648" r:id="rId5"/>
    <p:sldMasterId id="2147483660" r:id="rId6"/>
  </p:sldMasterIdLst>
  <p:notesMasterIdLst>
    <p:notesMasterId r:id="rId31"/>
  </p:notesMasterIdLst>
  <p:sldIdLst>
    <p:sldId id="266" r:id="rId7"/>
    <p:sldId id="300" r:id="rId8"/>
    <p:sldId id="325" r:id="rId9"/>
    <p:sldId id="273" r:id="rId10"/>
    <p:sldId id="322" r:id="rId11"/>
    <p:sldId id="331" r:id="rId12"/>
    <p:sldId id="319" r:id="rId13"/>
    <p:sldId id="2561" r:id="rId14"/>
    <p:sldId id="2580" r:id="rId15"/>
    <p:sldId id="2577" r:id="rId16"/>
    <p:sldId id="2572" r:id="rId17"/>
    <p:sldId id="2573" r:id="rId18"/>
    <p:sldId id="326" r:id="rId19"/>
    <p:sldId id="2579" r:id="rId20"/>
    <p:sldId id="2564" r:id="rId21"/>
    <p:sldId id="2565" r:id="rId22"/>
    <p:sldId id="329" r:id="rId23"/>
    <p:sldId id="327" r:id="rId24"/>
    <p:sldId id="2576" r:id="rId25"/>
    <p:sldId id="2568" r:id="rId26"/>
    <p:sldId id="2569" r:id="rId27"/>
    <p:sldId id="328" r:id="rId28"/>
    <p:sldId id="312" r:id="rId29"/>
    <p:sldId id="33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DAAF205-0B38-88D4-F037-209D0C61A4E2}" name="Grant Gibson" initials="GG" userId="S::grant.gibson@crdcn.ca::986fbb49-9b20-40cb-b792-7e1154e60928" providerId="AD"/>
  <p188:author id="{CCF6A472-A9E1-553A-076F-34CE813467FC}" name="Aimée Dubeau" initials="" userId="S::aimee.dubeau@crdcn.ca::36507897-0e00-4821-a6ca-cde950bccb41" providerId="AD"/>
  <p188:author id="{7A321EAA-CB0E-4758-CC72-AB6E5F122C6E}" name="Johanne Provençal" initials="JP" userId="S::johanne.provencal@crdcn.ca::91505ee1-49e7-4482-8c3c-80c96976f4a1" providerId="AD"/>
  <p188:author id="{922003CF-7758-7713-707D-B0B6E8B2B9B4}" name="Tess Hudson" initials="TH" userId="S::tess.hudson@crdcn.ca::9c726d75-65b4-46a9-92d0-bb94f222346d" providerId="AD"/>
  <p188:author id="{E642F1FB-A5DA-54A3-468F-A3411A6804D3}" name="Natalie Harrower" initials="NH" userId="S::natalie.harrower@crdcn.ca::e53cfc70-a269-4ad5-8da5-0483a3863770" providerId="AD"/>
  <p188:author id="{712DD5FE-E96C-25D8-7D6A-BB1AF1C2106D}" name="Michèle Anderson" initials="MA" userId="S::michele.anderson@crdcn.ca::2fbc88df-71dd-498a-af0a-517750797bea"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Grant Gibson" initials="GG" lastIdx="1" clrIdx="0">
    <p:extLst>
      <p:ext uri="{19B8F6BF-5375-455C-9EA6-DF929625EA0E}">
        <p15:presenceInfo xmlns:p15="http://schemas.microsoft.com/office/powerpoint/2012/main" userId="S::grant.gibson@crdcn.ca::986fbb49-9b20-40cb-b792-7e1154e609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516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27BA7E-09CE-BB63-7DDF-516805165081}" v="55" dt="2025-10-27T15:36:27.8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8/10/relationships/authors" Target="authors.xml"/><Relationship Id="rId21" Type="http://schemas.openxmlformats.org/officeDocument/2006/relationships/slide" Target="slides/slide15.xml"/><Relationship Id="rId34"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commentAuthors" Target="commentAuthors.xml"/><Relationship Id="rId37"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nt Gibson" userId="S::grant.gibson@crdcn.ca::986fbb49-9b20-40cb-b792-7e1154e60928" providerId="AD" clId="Web-{5927BA7E-09CE-BB63-7DDF-516805165081}"/>
    <pc:docChg chg="addSld delSld modSld sldOrd addMainMaster modMainMaster">
      <pc:chgData name="Grant Gibson" userId="S::grant.gibson@crdcn.ca::986fbb49-9b20-40cb-b792-7e1154e60928" providerId="AD" clId="Web-{5927BA7E-09CE-BB63-7DDF-516805165081}" dt="2025-10-27T15:36:27.703" v="40" actId="20577"/>
      <pc:docMkLst>
        <pc:docMk/>
      </pc:docMkLst>
      <pc:sldChg chg="modSp">
        <pc:chgData name="Grant Gibson" userId="S::grant.gibson@crdcn.ca::986fbb49-9b20-40cb-b792-7e1154e60928" providerId="AD" clId="Web-{5927BA7E-09CE-BB63-7DDF-516805165081}" dt="2025-10-27T15:36:01.827" v="34" actId="20577"/>
        <pc:sldMkLst>
          <pc:docMk/>
          <pc:sldMk cId="1408242251" sldId="312"/>
        </pc:sldMkLst>
        <pc:spChg chg="mod">
          <ac:chgData name="Grant Gibson" userId="S::grant.gibson@crdcn.ca::986fbb49-9b20-40cb-b792-7e1154e60928" providerId="AD" clId="Web-{5927BA7E-09CE-BB63-7DDF-516805165081}" dt="2025-10-27T15:36:01.827" v="34" actId="20577"/>
          <ac:spMkLst>
            <pc:docMk/>
            <pc:sldMk cId="1408242251" sldId="312"/>
            <ac:spMk id="8" creationId="{7E295623-AEA4-CC95-5959-BE7418D26084}"/>
          </ac:spMkLst>
        </pc:spChg>
      </pc:sldChg>
      <pc:sldChg chg="ord">
        <pc:chgData name="Grant Gibson" userId="S::grant.gibson@crdcn.ca::986fbb49-9b20-40cb-b792-7e1154e60928" providerId="AD" clId="Web-{5927BA7E-09CE-BB63-7DDF-516805165081}" dt="2025-10-27T15:33:38.086" v="17"/>
        <pc:sldMkLst>
          <pc:docMk/>
          <pc:sldMk cId="1686039269" sldId="326"/>
        </pc:sldMkLst>
      </pc:sldChg>
      <pc:sldChg chg="modSp">
        <pc:chgData name="Grant Gibson" userId="S::grant.gibson@crdcn.ca::986fbb49-9b20-40cb-b792-7e1154e60928" providerId="AD" clId="Web-{5927BA7E-09CE-BB63-7DDF-516805165081}" dt="2025-10-27T15:36:27.703" v="40" actId="20577"/>
        <pc:sldMkLst>
          <pc:docMk/>
          <pc:sldMk cId="1119304078" sldId="330"/>
        </pc:sldMkLst>
        <pc:spChg chg="mod">
          <ac:chgData name="Grant Gibson" userId="S::grant.gibson@crdcn.ca::986fbb49-9b20-40cb-b792-7e1154e60928" providerId="AD" clId="Web-{5927BA7E-09CE-BB63-7DDF-516805165081}" dt="2025-10-27T15:36:27.703" v="40" actId="20577"/>
          <ac:spMkLst>
            <pc:docMk/>
            <pc:sldMk cId="1119304078" sldId="330"/>
            <ac:spMk id="19" creationId="{4ACEF5E3-0E6D-68EC-C21B-4A5832E39E6C}"/>
          </ac:spMkLst>
        </pc:spChg>
      </pc:sldChg>
      <pc:sldChg chg="modSp add del">
        <pc:chgData name="Grant Gibson" userId="S::grant.gibson@crdcn.ca::986fbb49-9b20-40cb-b792-7e1154e60928" providerId="AD" clId="Web-{5927BA7E-09CE-BB63-7DDF-516805165081}" dt="2025-10-27T15:33:12.209" v="15" actId="20577"/>
        <pc:sldMkLst>
          <pc:docMk/>
          <pc:sldMk cId="1023771458" sldId="2561"/>
        </pc:sldMkLst>
        <pc:spChg chg="mod">
          <ac:chgData name="Grant Gibson" userId="S::grant.gibson@crdcn.ca::986fbb49-9b20-40cb-b792-7e1154e60928" providerId="AD" clId="Web-{5927BA7E-09CE-BB63-7DDF-516805165081}" dt="2025-10-27T15:33:12.209" v="15" actId="20577"/>
          <ac:spMkLst>
            <pc:docMk/>
            <pc:sldMk cId="1023771458" sldId="2561"/>
            <ac:spMk id="3" creationId="{6889558D-1EBD-B72E-0083-9B9B43E169F2}"/>
          </ac:spMkLst>
        </pc:spChg>
      </pc:sldChg>
      <pc:sldChg chg="add del">
        <pc:chgData name="Grant Gibson" userId="S::grant.gibson@crdcn.ca::986fbb49-9b20-40cb-b792-7e1154e60928" providerId="AD" clId="Web-{5927BA7E-09CE-BB63-7DDF-516805165081}" dt="2025-10-27T15:32:52.145" v="13"/>
        <pc:sldMkLst>
          <pc:docMk/>
          <pc:sldMk cId="1392652026" sldId="2564"/>
        </pc:sldMkLst>
      </pc:sldChg>
      <pc:sldChg chg="add del">
        <pc:chgData name="Grant Gibson" userId="S::grant.gibson@crdcn.ca::986fbb49-9b20-40cb-b792-7e1154e60928" providerId="AD" clId="Web-{5927BA7E-09CE-BB63-7DDF-516805165081}" dt="2025-10-27T15:32:52.505" v="14"/>
        <pc:sldMkLst>
          <pc:docMk/>
          <pc:sldMk cId="3198300360" sldId="2565"/>
        </pc:sldMkLst>
      </pc:sldChg>
      <pc:sldChg chg="add">
        <pc:chgData name="Grant Gibson" userId="S::grant.gibson@crdcn.ca::986fbb49-9b20-40cb-b792-7e1154e60928" providerId="AD" clId="Web-{5927BA7E-09CE-BB63-7DDF-516805165081}" dt="2025-10-27T15:35:11.840" v="25"/>
        <pc:sldMkLst>
          <pc:docMk/>
          <pc:sldMk cId="868808701" sldId="2568"/>
        </pc:sldMkLst>
      </pc:sldChg>
      <pc:sldChg chg="add">
        <pc:chgData name="Grant Gibson" userId="S::grant.gibson@crdcn.ca::986fbb49-9b20-40cb-b792-7e1154e60928" providerId="AD" clId="Web-{5927BA7E-09CE-BB63-7DDF-516805165081}" dt="2025-10-27T15:35:12.731" v="26"/>
        <pc:sldMkLst>
          <pc:docMk/>
          <pc:sldMk cId="4246498316" sldId="2569"/>
        </pc:sldMkLst>
      </pc:sldChg>
      <pc:sldChg chg="add">
        <pc:chgData name="Grant Gibson" userId="S::grant.gibson@crdcn.ca::986fbb49-9b20-40cb-b792-7e1154e60928" providerId="AD" clId="Web-{5927BA7E-09CE-BB63-7DDF-516805165081}" dt="2025-10-27T15:33:57.806" v="19"/>
        <pc:sldMkLst>
          <pc:docMk/>
          <pc:sldMk cId="1554303047" sldId="2572"/>
        </pc:sldMkLst>
      </pc:sldChg>
      <pc:sldChg chg="modSp add">
        <pc:chgData name="Grant Gibson" userId="S::grant.gibson@crdcn.ca::986fbb49-9b20-40cb-b792-7e1154e60928" providerId="AD" clId="Web-{5927BA7E-09CE-BB63-7DDF-516805165081}" dt="2025-10-27T15:34:38.229" v="23" actId="20577"/>
        <pc:sldMkLst>
          <pc:docMk/>
          <pc:sldMk cId="3967637742" sldId="2573"/>
        </pc:sldMkLst>
        <pc:spChg chg="mod">
          <ac:chgData name="Grant Gibson" userId="S::grant.gibson@crdcn.ca::986fbb49-9b20-40cb-b792-7e1154e60928" providerId="AD" clId="Web-{5927BA7E-09CE-BB63-7DDF-516805165081}" dt="2025-10-27T15:34:38.229" v="23" actId="20577"/>
          <ac:spMkLst>
            <pc:docMk/>
            <pc:sldMk cId="3967637742" sldId="2573"/>
            <ac:spMk id="8" creationId="{B066EF68-3F85-4414-A95F-86728E15A81F}"/>
          </ac:spMkLst>
        </pc:spChg>
      </pc:sldChg>
      <pc:sldChg chg="add">
        <pc:chgData name="Grant Gibson" userId="S::grant.gibson@crdcn.ca::986fbb49-9b20-40cb-b792-7e1154e60928" providerId="AD" clId="Web-{5927BA7E-09CE-BB63-7DDF-516805165081}" dt="2025-10-27T15:35:11.481" v="24"/>
        <pc:sldMkLst>
          <pc:docMk/>
          <pc:sldMk cId="3954778443" sldId="2576"/>
        </pc:sldMkLst>
      </pc:sldChg>
      <pc:sldChg chg="add">
        <pc:chgData name="Grant Gibson" userId="S::grant.gibson@crdcn.ca::986fbb49-9b20-40cb-b792-7e1154e60928" providerId="AD" clId="Web-{5927BA7E-09CE-BB63-7DDF-516805165081}" dt="2025-10-27T15:33:57.415" v="18"/>
        <pc:sldMkLst>
          <pc:docMk/>
          <pc:sldMk cId="3879412760" sldId="2577"/>
        </pc:sldMkLst>
      </pc:sldChg>
      <pc:sldChg chg="modSp add del">
        <pc:chgData name="Grant Gibson" userId="S::grant.gibson@crdcn.ca::986fbb49-9b20-40cb-b792-7e1154e60928" providerId="AD" clId="Web-{5927BA7E-09CE-BB63-7DDF-516805165081}" dt="2025-10-27T15:33:16.787" v="16" actId="20577"/>
        <pc:sldMkLst>
          <pc:docMk/>
          <pc:sldMk cId="1220278798" sldId="2579"/>
        </pc:sldMkLst>
        <pc:spChg chg="mod">
          <ac:chgData name="Grant Gibson" userId="S::grant.gibson@crdcn.ca::986fbb49-9b20-40cb-b792-7e1154e60928" providerId="AD" clId="Web-{5927BA7E-09CE-BB63-7DDF-516805165081}" dt="2025-10-27T15:33:16.787" v="16" actId="20577"/>
          <ac:spMkLst>
            <pc:docMk/>
            <pc:sldMk cId="1220278798" sldId="2579"/>
            <ac:spMk id="3" creationId="{C9B1DF32-364B-2D9D-C88D-AA8E8E90EC60}"/>
          </ac:spMkLst>
        </pc:spChg>
      </pc:sldChg>
      <pc:sldChg chg="modSp add del">
        <pc:chgData name="Grant Gibson" userId="S::grant.gibson@crdcn.ca::986fbb49-9b20-40cb-b792-7e1154e60928" providerId="AD" clId="Web-{5927BA7E-09CE-BB63-7DDF-516805165081}" dt="2025-10-27T15:35:21.169" v="27" actId="1076"/>
        <pc:sldMkLst>
          <pc:docMk/>
          <pc:sldMk cId="2467849512" sldId="2580"/>
        </pc:sldMkLst>
        <pc:spChg chg="mod">
          <ac:chgData name="Grant Gibson" userId="S::grant.gibson@crdcn.ca::986fbb49-9b20-40cb-b792-7e1154e60928" providerId="AD" clId="Web-{5927BA7E-09CE-BB63-7DDF-516805165081}" dt="2025-10-27T15:35:21.169" v="27" actId="1076"/>
          <ac:spMkLst>
            <pc:docMk/>
            <pc:sldMk cId="2467849512" sldId="2580"/>
            <ac:spMk id="8" creationId="{3514BBDF-DBEB-49DA-A445-7A6BF54F8995}"/>
          </ac:spMkLst>
        </pc:spChg>
      </pc:sldChg>
      <pc:sldMasterChg chg="modSldLayout">
        <pc:chgData name="Grant Gibson" userId="S::grant.gibson@crdcn.ca::986fbb49-9b20-40cb-b792-7e1154e60928" providerId="AD" clId="Web-{5927BA7E-09CE-BB63-7DDF-516805165081}" dt="2025-10-27T15:32:51.426" v="10"/>
        <pc:sldMasterMkLst>
          <pc:docMk/>
          <pc:sldMasterMk cId="0" sldId="2147483648"/>
        </pc:sldMasterMkLst>
        <pc:sldLayoutChg chg="replId">
          <pc:chgData name="Grant Gibson" userId="S::grant.gibson@crdcn.ca::986fbb49-9b20-40cb-b792-7e1154e60928" providerId="AD" clId="Web-{5927BA7E-09CE-BB63-7DDF-516805165081}" dt="2025-10-27T15:32:51.426" v="10"/>
          <pc:sldLayoutMkLst>
            <pc:docMk/>
            <pc:sldMasterMk cId="0" sldId="2147483648"/>
            <pc:sldLayoutMk cId="545237330" sldId="2147483710"/>
          </pc:sldLayoutMkLst>
        </pc:sldLayoutChg>
        <pc:sldLayoutChg chg="replId">
          <pc:chgData name="Grant Gibson" userId="S::grant.gibson@crdcn.ca::986fbb49-9b20-40cb-b792-7e1154e60928" providerId="AD" clId="Web-{5927BA7E-09CE-BB63-7DDF-516805165081}" dt="2025-10-27T15:32:51.426" v="10"/>
          <pc:sldLayoutMkLst>
            <pc:docMk/>
            <pc:sldMasterMk cId="0" sldId="2147483648"/>
            <pc:sldLayoutMk cId="506279046" sldId="2147483711"/>
          </pc:sldLayoutMkLst>
        </pc:sldLayoutChg>
        <pc:sldLayoutChg chg="replId">
          <pc:chgData name="Grant Gibson" userId="S::grant.gibson@crdcn.ca::986fbb49-9b20-40cb-b792-7e1154e60928" providerId="AD" clId="Web-{5927BA7E-09CE-BB63-7DDF-516805165081}" dt="2025-10-27T15:32:51.426" v="10"/>
          <pc:sldLayoutMkLst>
            <pc:docMk/>
            <pc:sldMasterMk cId="0" sldId="2147483648"/>
            <pc:sldLayoutMk cId="3309657245" sldId="2147483712"/>
          </pc:sldLayoutMkLst>
        </pc:sldLayoutChg>
        <pc:sldLayoutChg chg="replId">
          <pc:chgData name="Grant Gibson" userId="S::grant.gibson@crdcn.ca::986fbb49-9b20-40cb-b792-7e1154e60928" providerId="AD" clId="Web-{5927BA7E-09CE-BB63-7DDF-516805165081}" dt="2025-10-27T15:32:51.426" v="10"/>
          <pc:sldLayoutMkLst>
            <pc:docMk/>
            <pc:sldMasterMk cId="0" sldId="2147483648"/>
            <pc:sldLayoutMk cId="1115323487" sldId="2147483715"/>
          </pc:sldLayoutMkLst>
        </pc:sldLayoutChg>
        <pc:sldLayoutChg chg="replId">
          <pc:chgData name="Grant Gibson" userId="S::grant.gibson@crdcn.ca::986fbb49-9b20-40cb-b792-7e1154e60928" providerId="AD" clId="Web-{5927BA7E-09CE-BB63-7DDF-516805165081}" dt="2025-10-27T15:32:51.426" v="10"/>
          <pc:sldLayoutMkLst>
            <pc:docMk/>
            <pc:sldMasterMk cId="0" sldId="2147483648"/>
            <pc:sldLayoutMk cId="189898458" sldId="2147483716"/>
          </pc:sldLayoutMkLst>
        </pc:sldLayoutChg>
      </pc:sldMasterChg>
      <pc:sldMasterChg chg="add addSldLayout">
        <pc:chgData name="Grant Gibson" userId="S::grant.gibson@crdcn.ca::986fbb49-9b20-40cb-b792-7e1154e60928" providerId="AD" clId="Web-{5927BA7E-09CE-BB63-7DDF-516805165081}" dt="2025-10-27T15:32:51.426" v="10"/>
        <pc:sldMasterMkLst>
          <pc:docMk/>
          <pc:sldMasterMk cId="1421108751" sldId="2147483660"/>
        </pc:sldMasterMkLst>
        <pc:sldLayoutChg chg="add">
          <pc:chgData name="Grant Gibson" userId="S::grant.gibson@crdcn.ca::986fbb49-9b20-40cb-b792-7e1154e60928" providerId="AD" clId="Web-{5927BA7E-09CE-BB63-7DDF-516805165081}" dt="2025-10-27T15:32:51.426" v="10"/>
          <pc:sldLayoutMkLst>
            <pc:docMk/>
            <pc:sldMasterMk cId="1421108751" sldId="2147483660"/>
            <pc:sldLayoutMk cId="2905079113" sldId="2147483661"/>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3731437424" sldId="2147483662"/>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1809475241" sldId="2147483663"/>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1255249133" sldId="2147483664"/>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4114902686" sldId="2147483665"/>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4174835157" sldId="2147483666"/>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2278548444" sldId="2147483667"/>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3871790479" sldId="2147483668"/>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852449514" sldId="2147483669"/>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1057092544" sldId="2147483670"/>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2834526146" sldId="2147483671"/>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1744762967" sldId="2147483672"/>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1634543769" sldId="2147483673"/>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3317240922" sldId="2147483674"/>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687956530" sldId="2147483675"/>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1201881990" sldId="2147483676"/>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2955191873" sldId="2147483677"/>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1955755146" sldId="2147483678"/>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2423361942" sldId="2147483679"/>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3609538174" sldId="2147483680"/>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3865592131" sldId="2147483681"/>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1374848642" sldId="2147483682"/>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1012106908" sldId="2147483683"/>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1070420777" sldId="2147483684"/>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3933363855" sldId="2147483685"/>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147453686" sldId="2147483686"/>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306612123" sldId="2147483687"/>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3722234963" sldId="2147483688"/>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4087903999" sldId="2147483689"/>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1507840817" sldId="2147483690"/>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2096730017" sldId="2147483691"/>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3269870943" sldId="2147483692"/>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3911989113" sldId="2147483693"/>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2563478041" sldId="2147483694"/>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2615833136" sldId="2147483695"/>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2782626815" sldId="2147483696"/>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3500027449" sldId="2147483697"/>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1041422527" sldId="2147483698"/>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3639508718" sldId="2147483699"/>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318751963" sldId="2147483700"/>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611979061" sldId="2147483701"/>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3039376765" sldId="2147483702"/>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2970992235" sldId="2147483703"/>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2621366568" sldId="2147483704"/>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3293735867" sldId="2147483705"/>
          </pc:sldLayoutMkLst>
        </pc:sldLayoutChg>
        <pc:sldLayoutChg chg="add">
          <pc:chgData name="Grant Gibson" userId="S::grant.gibson@crdcn.ca::986fbb49-9b20-40cb-b792-7e1154e60928" providerId="AD" clId="Web-{5927BA7E-09CE-BB63-7DDF-516805165081}" dt="2025-10-27T15:32:51.426" v="10"/>
          <pc:sldLayoutMkLst>
            <pc:docMk/>
            <pc:sldMasterMk cId="1421108751" sldId="2147483660"/>
            <pc:sldLayoutMk cId="2658668291" sldId="2147483706"/>
          </pc:sldLayoutMkLst>
        </pc:sldLayoutChg>
      </pc:sldMasterChg>
      <pc:sldMasterChg chg="replId addSldLayout delSldLayout modSldLayout">
        <pc:chgData name="Grant Gibson" userId="S::grant.gibson@crdcn.ca::986fbb49-9b20-40cb-b792-7e1154e60928" providerId="AD" clId="Web-{5927BA7E-09CE-BB63-7DDF-516805165081}" dt="2025-10-27T15:32:51.426" v="10"/>
        <pc:sldMasterMkLst>
          <pc:docMk/>
          <pc:sldMasterMk cId="3680167699" sldId="2147483707"/>
        </pc:sldMasterMkLst>
        <pc:sldLayoutChg chg="add del">
          <pc:chgData name="Grant Gibson" userId="S::grant.gibson@crdcn.ca::986fbb49-9b20-40cb-b792-7e1154e60928" providerId="AD" clId="Web-{5927BA7E-09CE-BB63-7DDF-516805165081}" dt="2025-10-27T15:32:42.098" v="8"/>
          <pc:sldLayoutMkLst>
            <pc:docMk/>
            <pc:sldMasterMk cId="3680167699" sldId="2147483707"/>
            <pc:sldLayoutMk cId="3852517498" sldId="2147483677"/>
          </pc:sldLayoutMkLst>
        </pc:sldLayoutChg>
        <pc:sldLayoutChg chg="add del">
          <pc:chgData name="Grant Gibson" userId="S::grant.gibson@crdcn.ca::986fbb49-9b20-40cb-b792-7e1154e60928" providerId="AD" clId="Web-{5927BA7E-09CE-BB63-7DDF-516805165081}" dt="2025-10-27T15:32:42.098" v="6"/>
          <pc:sldLayoutMkLst>
            <pc:docMk/>
            <pc:sldMasterMk cId="3680167699" sldId="2147483707"/>
            <pc:sldLayoutMk cId="3171279340" sldId="2147483678"/>
          </pc:sldLayoutMkLst>
        </pc:sldLayoutChg>
        <pc:sldLayoutChg chg="replId">
          <pc:chgData name="Grant Gibson" userId="S::grant.gibson@crdcn.ca::986fbb49-9b20-40cb-b792-7e1154e60928" providerId="AD" clId="Web-{5927BA7E-09CE-BB63-7DDF-516805165081}" dt="2025-10-27T15:32:51.426" v="10"/>
          <pc:sldLayoutMkLst>
            <pc:docMk/>
            <pc:sldMasterMk cId="3680167699" sldId="2147483707"/>
            <pc:sldLayoutMk cId="2493307032" sldId="2147483708"/>
          </pc:sldLayoutMkLst>
        </pc:sldLayoutChg>
        <pc:sldLayoutChg chg="replId">
          <pc:chgData name="Grant Gibson" userId="S::grant.gibson@crdcn.ca::986fbb49-9b20-40cb-b792-7e1154e60928" providerId="AD" clId="Web-{5927BA7E-09CE-BB63-7DDF-516805165081}" dt="2025-10-27T15:32:51.426" v="10"/>
          <pc:sldLayoutMkLst>
            <pc:docMk/>
            <pc:sldMasterMk cId="3680167699" sldId="2147483707"/>
            <pc:sldLayoutMk cId="3591928037" sldId="2147483709"/>
          </pc:sldLayoutMkLst>
        </pc:sldLayoutChg>
        <pc:sldLayoutChg chg="replId">
          <pc:chgData name="Grant Gibson" userId="S::grant.gibson@crdcn.ca::986fbb49-9b20-40cb-b792-7e1154e60928" providerId="AD" clId="Web-{5927BA7E-09CE-BB63-7DDF-516805165081}" dt="2025-10-27T15:32:51.426" v="10"/>
          <pc:sldLayoutMkLst>
            <pc:docMk/>
            <pc:sldMasterMk cId="3680167699" sldId="2147483707"/>
            <pc:sldLayoutMk cId="2145882831" sldId="2147483713"/>
          </pc:sldLayoutMkLst>
        </pc:sldLayoutChg>
        <pc:sldLayoutChg chg="replId">
          <pc:chgData name="Grant Gibson" userId="S::grant.gibson@crdcn.ca::986fbb49-9b20-40cb-b792-7e1154e60928" providerId="AD" clId="Web-{5927BA7E-09CE-BB63-7DDF-516805165081}" dt="2025-10-27T15:32:51.426" v="10"/>
          <pc:sldLayoutMkLst>
            <pc:docMk/>
            <pc:sldMasterMk cId="3680167699" sldId="2147483707"/>
            <pc:sldLayoutMk cId="959543808" sldId="2147483714"/>
          </pc:sldLayoutMkLst>
        </pc:sldLayoutChg>
        <pc:sldLayoutChg chg="replId">
          <pc:chgData name="Grant Gibson" userId="S::grant.gibson@crdcn.ca::986fbb49-9b20-40cb-b792-7e1154e60928" providerId="AD" clId="Web-{5927BA7E-09CE-BB63-7DDF-516805165081}" dt="2025-10-27T15:32:51.426" v="10"/>
          <pc:sldLayoutMkLst>
            <pc:docMk/>
            <pc:sldMasterMk cId="3680167699" sldId="2147483707"/>
            <pc:sldLayoutMk cId="2356256565" sldId="2147483717"/>
          </pc:sldLayoutMkLst>
        </pc:sldLayoutChg>
        <pc:sldLayoutChg chg="replId">
          <pc:chgData name="Grant Gibson" userId="S::grant.gibson@crdcn.ca::986fbb49-9b20-40cb-b792-7e1154e60928" providerId="AD" clId="Web-{5927BA7E-09CE-BB63-7DDF-516805165081}" dt="2025-10-27T15:32:51.426" v="10"/>
          <pc:sldLayoutMkLst>
            <pc:docMk/>
            <pc:sldMasterMk cId="3680167699" sldId="2147483707"/>
            <pc:sldLayoutMk cId="1864663466" sldId="2147483718"/>
          </pc:sldLayoutMkLst>
        </pc:sldLayoutChg>
        <pc:sldLayoutChg chg="replId">
          <pc:chgData name="Grant Gibson" userId="S::grant.gibson@crdcn.ca::986fbb49-9b20-40cb-b792-7e1154e60928" providerId="AD" clId="Web-{5927BA7E-09CE-BB63-7DDF-516805165081}" dt="2025-10-27T15:32:51.426" v="10"/>
          <pc:sldLayoutMkLst>
            <pc:docMk/>
            <pc:sldMasterMk cId="3680167699" sldId="2147483707"/>
            <pc:sldLayoutMk cId="1717929187" sldId="2147483719"/>
          </pc:sldLayoutMkLst>
        </pc:sldLayoutChg>
        <pc:sldLayoutChg chg="replId">
          <pc:chgData name="Grant Gibson" userId="S::grant.gibson@crdcn.ca::986fbb49-9b20-40cb-b792-7e1154e60928" providerId="AD" clId="Web-{5927BA7E-09CE-BB63-7DDF-516805165081}" dt="2025-10-27T15:32:51.426" v="10"/>
          <pc:sldLayoutMkLst>
            <pc:docMk/>
            <pc:sldMasterMk cId="3680167699" sldId="2147483707"/>
            <pc:sldLayoutMk cId="1940462379" sldId="2147483720"/>
          </pc:sldLayoutMkLst>
        </pc:sldLayoutChg>
        <pc:sldLayoutChg chg="replId">
          <pc:chgData name="Grant Gibson" userId="S::grant.gibson@crdcn.ca::986fbb49-9b20-40cb-b792-7e1154e60928" providerId="AD" clId="Web-{5927BA7E-09CE-BB63-7DDF-516805165081}" dt="2025-10-27T15:32:51.426" v="10"/>
          <pc:sldLayoutMkLst>
            <pc:docMk/>
            <pc:sldMasterMk cId="3680167699" sldId="2147483707"/>
            <pc:sldLayoutMk cId="1528104846" sldId="2147483721"/>
          </pc:sldLayoutMkLst>
        </pc:sldLayoutChg>
      </pc:sldMasterChg>
    </pc:docChg>
  </pc:docChgLst>
  <pc:docChgLst>
    <pc:chgData name="Johanne Provençal" userId="91505ee1-49e7-4482-8c3c-80c96976f4a1" providerId="ADAL" clId="{0D5E6232-A593-47A6-8053-D61FDF74FDD8}"/>
    <pc:docChg chg="undo custSel addSld delSld modSld sldOrd">
      <pc:chgData name="Johanne Provençal" userId="91505ee1-49e7-4482-8c3c-80c96976f4a1" providerId="ADAL" clId="{0D5E6232-A593-47A6-8053-D61FDF74FDD8}" dt="2025-10-21T13:41:10.213" v="2593" actId="948"/>
      <pc:docMkLst>
        <pc:docMk/>
      </pc:docMkLst>
      <pc:sldChg chg="modSp mod">
        <pc:chgData name="Johanne Provençal" userId="91505ee1-49e7-4482-8c3c-80c96976f4a1" providerId="ADAL" clId="{0D5E6232-A593-47A6-8053-D61FDF74FDD8}" dt="2025-10-20T19:37:12.025" v="167" actId="1076"/>
        <pc:sldMkLst>
          <pc:docMk/>
          <pc:sldMk cId="723683264" sldId="266"/>
        </pc:sldMkLst>
        <pc:spChg chg="mod">
          <ac:chgData name="Johanne Provençal" userId="91505ee1-49e7-4482-8c3c-80c96976f4a1" providerId="ADAL" clId="{0D5E6232-A593-47A6-8053-D61FDF74FDD8}" dt="2025-10-20T19:36:27.271" v="154" actId="14100"/>
          <ac:spMkLst>
            <pc:docMk/>
            <pc:sldMk cId="723683264" sldId="266"/>
            <ac:spMk id="7" creationId="{00000000-0000-0000-0000-000000000000}"/>
          </ac:spMkLst>
        </pc:spChg>
        <pc:spChg chg="mod">
          <ac:chgData name="Johanne Provençal" userId="91505ee1-49e7-4482-8c3c-80c96976f4a1" providerId="ADAL" clId="{0D5E6232-A593-47A6-8053-D61FDF74FDD8}" dt="2025-10-20T19:37:12.025" v="167" actId="1076"/>
          <ac:spMkLst>
            <pc:docMk/>
            <pc:sldMk cId="723683264" sldId="266"/>
            <ac:spMk id="8" creationId="{00000000-0000-0000-0000-000000000000}"/>
          </ac:spMkLst>
        </pc:spChg>
      </pc:sldChg>
      <pc:sldChg chg="ord">
        <pc:chgData name="Johanne Provençal" userId="91505ee1-49e7-4482-8c3c-80c96976f4a1" providerId="ADAL" clId="{0D5E6232-A593-47A6-8053-D61FDF74FDD8}" dt="2025-10-20T20:32:35.738" v="1762"/>
        <pc:sldMkLst>
          <pc:docMk/>
          <pc:sldMk cId="3367948393" sldId="273"/>
        </pc:sldMkLst>
      </pc:sldChg>
      <pc:sldChg chg="modSp mod ord">
        <pc:chgData name="Johanne Provençal" userId="91505ee1-49e7-4482-8c3c-80c96976f4a1" providerId="ADAL" clId="{0D5E6232-A593-47A6-8053-D61FDF74FDD8}" dt="2025-10-20T20:06:05.476" v="832" actId="207"/>
        <pc:sldMkLst>
          <pc:docMk/>
          <pc:sldMk cId="2974737869" sldId="300"/>
        </pc:sldMkLst>
        <pc:spChg chg="mod">
          <ac:chgData name="Johanne Provençal" userId="91505ee1-49e7-4482-8c3c-80c96976f4a1" providerId="ADAL" clId="{0D5E6232-A593-47A6-8053-D61FDF74FDD8}" dt="2025-10-20T20:06:05.476" v="832" actId="207"/>
          <ac:spMkLst>
            <pc:docMk/>
            <pc:sldMk cId="2974737869" sldId="300"/>
            <ac:spMk id="19" creationId="{795E566D-9B19-4429-817F-335B8C788DAE}"/>
          </ac:spMkLst>
        </pc:spChg>
      </pc:sldChg>
      <pc:sldChg chg="modSp mod">
        <pc:chgData name="Johanne Provençal" userId="91505ee1-49e7-4482-8c3c-80c96976f4a1" providerId="ADAL" clId="{0D5E6232-A593-47A6-8053-D61FDF74FDD8}" dt="2025-10-20T20:27:31.680" v="1623" actId="20577"/>
        <pc:sldMkLst>
          <pc:docMk/>
          <pc:sldMk cId="1408242251" sldId="312"/>
        </pc:sldMkLst>
        <pc:spChg chg="mod">
          <ac:chgData name="Johanne Provençal" userId="91505ee1-49e7-4482-8c3c-80c96976f4a1" providerId="ADAL" clId="{0D5E6232-A593-47A6-8053-D61FDF74FDD8}" dt="2025-10-20T20:27:12.589" v="1616" actId="255"/>
          <ac:spMkLst>
            <pc:docMk/>
            <pc:sldMk cId="1408242251" sldId="312"/>
            <ac:spMk id="7" creationId="{3D7B78C7-BC93-1CCB-D1D4-D54CF9A2BDE2}"/>
          </ac:spMkLst>
        </pc:spChg>
        <pc:spChg chg="mod">
          <ac:chgData name="Johanne Provençal" userId="91505ee1-49e7-4482-8c3c-80c96976f4a1" providerId="ADAL" clId="{0D5E6232-A593-47A6-8053-D61FDF74FDD8}" dt="2025-10-20T20:27:31.680" v="1623" actId="20577"/>
          <ac:spMkLst>
            <pc:docMk/>
            <pc:sldMk cId="1408242251" sldId="312"/>
            <ac:spMk id="8" creationId="{7E295623-AEA4-CC95-5959-BE7418D26084}"/>
          </ac:spMkLst>
        </pc:spChg>
        <pc:spChg chg="mod">
          <ac:chgData name="Johanne Provençal" userId="91505ee1-49e7-4482-8c3c-80c96976f4a1" providerId="ADAL" clId="{0D5E6232-A593-47A6-8053-D61FDF74FDD8}" dt="2025-10-20T20:27:12.589" v="1616" actId="255"/>
          <ac:spMkLst>
            <pc:docMk/>
            <pc:sldMk cId="1408242251" sldId="312"/>
            <ac:spMk id="10" creationId="{B56D4067-17F1-8D66-31AF-21778A3BB0F9}"/>
          </ac:spMkLst>
        </pc:spChg>
      </pc:sldChg>
      <pc:sldChg chg="modSp mod">
        <pc:chgData name="Johanne Provençal" userId="91505ee1-49e7-4482-8c3c-80c96976f4a1" providerId="ADAL" clId="{0D5E6232-A593-47A6-8053-D61FDF74FDD8}" dt="2025-10-20T20:18:30.159" v="1157" actId="20577"/>
        <pc:sldMkLst>
          <pc:docMk/>
          <pc:sldMk cId="327756674" sldId="319"/>
        </pc:sldMkLst>
        <pc:spChg chg="mod">
          <ac:chgData name="Johanne Provençal" userId="91505ee1-49e7-4482-8c3c-80c96976f4a1" providerId="ADAL" clId="{0D5E6232-A593-47A6-8053-D61FDF74FDD8}" dt="2025-10-20T20:18:30.159" v="1157" actId="20577"/>
          <ac:spMkLst>
            <pc:docMk/>
            <pc:sldMk cId="327756674" sldId="319"/>
            <ac:spMk id="19" creationId="{9636EA13-002A-BF1B-CCF1-95264E5A4E74}"/>
          </ac:spMkLst>
        </pc:spChg>
      </pc:sldChg>
      <pc:sldChg chg="modSp mod ord">
        <pc:chgData name="Johanne Provençal" userId="91505ee1-49e7-4482-8c3c-80c96976f4a1" providerId="ADAL" clId="{0D5E6232-A593-47A6-8053-D61FDF74FDD8}" dt="2025-10-21T13:41:10.213" v="2593" actId="948"/>
        <pc:sldMkLst>
          <pc:docMk/>
          <pc:sldMk cId="1400896264" sldId="322"/>
        </pc:sldMkLst>
        <pc:spChg chg="mod">
          <ac:chgData name="Johanne Provençal" userId="91505ee1-49e7-4482-8c3c-80c96976f4a1" providerId="ADAL" clId="{0D5E6232-A593-47A6-8053-D61FDF74FDD8}" dt="2025-10-21T13:41:10.213" v="2593" actId="948"/>
          <ac:spMkLst>
            <pc:docMk/>
            <pc:sldMk cId="1400896264" sldId="322"/>
            <ac:spMk id="8" creationId="{695286E5-9AAD-0C63-139E-AAEBA5866873}"/>
          </ac:spMkLst>
        </pc:spChg>
      </pc:sldChg>
      <pc:sldChg chg="addSp modSp add mod ord">
        <pc:chgData name="Johanne Provençal" userId="91505ee1-49e7-4482-8c3c-80c96976f4a1" providerId="ADAL" clId="{0D5E6232-A593-47A6-8053-D61FDF74FDD8}" dt="2025-10-20T20:32:05.529" v="1758" actId="207"/>
        <pc:sldMkLst>
          <pc:docMk/>
          <pc:sldMk cId="3607474938" sldId="325"/>
        </pc:sldMkLst>
        <pc:spChg chg="mod">
          <ac:chgData name="Johanne Provençal" userId="91505ee1-49e7-4482-8c3c-80c96976f4a1" providerId="ADAL" clId="{0D5E6232-A593-47A6-8053-D61FDF74FDD8}" dt="2025-10-20T20:06:11.301" v="833" actId="207"/>
          <ac:spMkLst>
            <pc:docMk/>
            <pc:sldMk cId="3607474938" sldId="325"/>
            <ac:spMk id="19" creationId="{D9D7A3E6-BBAA-128F-BD7D-DDF6D079B10E}"/>
          </ac:spMkLst>
        </pc:spChg>
        <pc:graphicFrameChg chg="add mod modGraphic">
          <ac:chgData name="Johanne Provençal" userId="91505ee1-49e7-4482-8c3c-80c96976f4a1" providerId="ADAL" clId="{0D5E6232-A593-47A6-8053-D61FDF74FDD8}" dt="2025-10-20T20:32:05.529" v="1758" actId="207"/>
          <ac:graphicFrameMkLst>
            <pc:docMk/>
            <pc:sldMk cId="3607474938" sldId="325"/>
            <ac:graphicFrameMk id="2" creationId="{6753D732-E71B-B551-2BFB-AF4673A0F25D}"/>
          </ac:graphicFrameMkLst>
        </pc:graphicFrameChg>
      </pc:sldChg>
      <pc:sldChg chg="modSp add mod">
        <pc:chgData name="Johanne Provençal" userId="91505ee1-49e7-4482-8c3c-80c96976f4a1" providerId="ADAL" clId="{0D5E6232-A593-47A6-8053-D61FDF74FDD8}" dt="2025-10-20T20:18:49.403" v="1159" actId="20577"/>
        <pc:sldMkLst>
          <pc:docMk/>
          <pc:sldMk cId="1686039269" sldId="326"/>
        </pc:sldMkLst>
        <pc:spChg chg="mod">
          <ac:chgData name="Johanne Provençal" userId="91505ee1-49e7-4482-8c3c-80c96976f4a1" providerId="ADAL" clId="{0D5E6232-A593-47A6-8053-D61FDF74FDD8}" dt="2025-10-20T20:18:49.403" v="1159" actId="20577"/>
          <ac:spMkLst>
            <pc:docMk/>
            <pc:sldMk cId="1686039269" sldId="326"/>
            <ac:spMk id="19" creationId="{4B37AA97-CAB4-51DD-B861-B0FE348B5233}"/>
          </ac:spMkLst>
        </pc:spChg>
      </pc:sldChg>
      <pc:sldChg chg="modSp add mod">
        <pc:chgData name="Johanne Provençal" userId="91505ee1-49e7-4482-8c3c-80c96976f4a1" providerId="ADAL" clId="{0D5E6232-A593-47A6-8053-D61FDF74FDD8}" dt="2025-10-20T20:19:44.678" v="1173" actId="948"/>
        <pc:sldMkLst>
          <pc:docMk/>
          <pc:sldMk cId="2282506325" sldId="327"/>
        </pc:sldMkLst>
        <pc:spChg chg="mod">
          <ac:chgData name="Johanne Provençal" userId="91505ee1-49e7-4482-8c3c-80c96976f4a1" providerId="ADAL" clId="{0D5E6232-A593-47A6-8053-D61FDF74FDD8}" dt="2025-10-20T20:19:44.678" v="1173" actId="948"/>
          <ac:spMkLst>
            <pc:docMk/>
            <pc:sldMk cId="2282506325" sldId="327"/>
            <ac:spMk id="19" creationId="{8FE09F6E-79F6-464D-7F23-88644EF9B5E4}"/>
          </ac:spMkLst>
        </pc:spChg>
      </pc:sldChg>
      <pc:sldChg chg="modSp add mod">
        <pc:chgData name="Johanne Provençal" userId="91505ee1-49e7-4482-8c3c-80c96976f4a1" providerId="ADAL" clId="{0D5E6232-A593-47A6-8053-D61FDF74FDD8}" dt="2025-10-20T20:20:36.999" v="1189" actId="14100"/>
        <pc:sldMkLst>
          <pc:docMk/>
          <pc:sldMk cId="1377006017" sldId="328"/>
        </pc:sldMkLst>
        <pc:spChg chg="mod">
          <ac:chgData name="Johanne Provençal" userId="91505ee1-49e7-4482-8c3c-80c96976f4a1" providerId="ADAL" clId="{0D5E6232-A593-47A6-8053-D61FDF74FDD8}" dt="2025-10-20T20:20:36.999" v="1189" actId="14100"/>
          <ac:spMkLst>
            <pc:docMk/>
            <pc:sldMk cId="1377006017" sldId="328"/>
            <ac:spMk id="19" creationId="{DFBB9F9C-6282-E1BB-1044-A1C428A474ED}"/>
          </ac:spMkLst>
        </pc:spChg>
      </pc:sldChg>
      <pc:sldChg chg="modSp add mod ord">
        <pc:chgData name="Johanne Provençal" userId="91505ee1-49e7-4482-8c3c-80c96976f4a1" providerId="ADAL" clId="{0D5E6232-A593-47A6-8053-D61FDF74FDD8}" dt="2025-10-20T20:19:50.524" v="1176" actId="20577"/>
        <pc:sldMkLst>
          <pc:docMk/>
          <pc:sldMk cId="2431723113" sldId="329"/>
        </pc:sldMkLst>
        <pc:spChg chg="mod">
          <ac:chgData name="Johanne Provençal" userId="91505ee1-49e7-4482-8c3c-80c96976f4a1" providerId="ADAL" clId="{0D5E6232-A593-47A6-8053-D61FDF74FDD8}" dt="2025-10-20T20:19:50.524" v="1176" actId="20577"/>
          <ac:spMkLst>
            <pc:docMk/>
            <pc:sldMk cId="2431723113" sldId="329"/>
            <ac:spMk id="19" creationId="{BC77898E-935E-256E-06E2-E607FBAA4BA6}"/>
          </ac:spMkLst>
        </pc:spChg>
      </pc:sldChg>
      <pc:sldChg chg="modSp add mod ord">
        <pc:chgData name="Johanne Provençal" userId="91505ee1-49e7-4482-8c3c-80c96976f4a1" providerId="ADAL" clId="{0D5E6232-A593-47A6-8053-D61FDF74FDD8}" dt="2025-10-20T20:29:40.173" v="1750" actId="20577"/>
        <pc:sldMkLst>
          <pc:docMk/>
          <pc:sldMk cId="1119304078" sldId="330"/>
        </pc:sldMkLst>
        <pc:spChg chg="mod">
          <ac:chgData name="Johanne Provençal" userId="91505ee1-49e7-4482-8c3c-80c96976f4a1" providerId="ADAL" clId="{0D5E6232-A593-47A6-8053-D61FDF74FDD8}" dt="2025-10-20T20:29:40.173" v="1750" actId="20577"/>
          <ac:spMkLst>
            <pc:docMk/>
            <pc:sldMk cId="1119304078" sldId="330"/>
            <ac:spMk id="19" creationId="{4ACEF5E3-0E6D-68EC-C21B-4A5832E39E6C}"/>
          </ac:spMkLst>
        </pc:spChg>
      </pc:sldChg>
      <pc:sldChg chg="add">
        <pc:chgData name="Johanne Provençal" userId="91505ee1-49e7-4482-8c3c-80c96976f4a1" providerId="ADAL" clId="{0D5E6232-A593-47A6-8053-D61FDF74FDD8}" dt="2025-10-20T20:32:40.295" v="1763" actId="2890"/>
        <pc:sldMkLst>
          <pc:docMk/>
          <pc:sldMk cId="2909546469" sldId="331"/>
        </pc:sldMkLst>
      </pc:sldChg>
    </pc:docChg>
  </pc:docChgLst>
  <pc:docChgLst>
    <pc:chgData name="Grant Gibson" userId="S::grant.gibson@crdcn.ca::986fbb49-9b20-40cb-b792-7e1154e60928" providerId="AD" clId="Web-{19A33175-D9D6-2A71-0CA9-720AA44C6E0A}"/>
    <pc:docChg chg="modSld">
      <pc:chgData name="Grant Gibson" userId="S::grant.gibson@crdcn.ca::986fbb49-9b20-40cb-b792-7e1154e60928" providerId="AD" clId="Web-{19A33175-D9D6-2A71-0CA9-720AA44C6E0A}" dt="2025-10-21T12:27:31.038" v="10" actId="20577"/>
      <pc:docMkLst>
        <pc:docMk/>
      </pc:docMkLst>
      <pc:sldChg chg="modSp">
        <pc:chgData name="Grant Gibson" userId="S::grant.gibson@crdcn.ca::986fbb49-9b20-40cb-b792-7e1154e60928" providerId="AD" clId="Web-{19A33175-D9D6-2A71-0CA9-720AA44C6E0A}" dt="2025-10-21T12:27:15.475" v="4" actId="20577"/>
        <pc:sldMkLst>
          <pc:docMk/>
          <pc:sldMk cId="1686039269" sldId="326"/>
        </pc:sldMkLst>
        <pc:spChg chg="mod">
          <ac:chgData name="Grant Gibson" userId="S::grant.gibson@crdcn.ca::986fbb49-9b20-40cb-b792-7e1154e60928" providerId="AD" clId="Web-{19A33175-D9D6-2A71-0CA9-720AA44C6E0A}" dt="2025-10-21T12:27:15.475" v="4" actId="20577"/>
          <ac:spMkLst>
            <pc:docMk/>
            <pc:sldMk cId="1686039269" sldId="326"/>
            <ac:spMk id="19" creationId="{4B37AA97-CAB4-51DD-B861-B0FE348B5233}"/>
          </ac:spMkLst>
        </pc:spChg>
      </pc:sldChg>
      <pc:sldChg chg="modSp">
        <pc:chgData name="Grant Gibson" userId="S::grant.gibson@crdcn.ca::986fbb49-9b20-40cb-b792-7e1154e60928" providerId="AD" clId="Web-{19A33175-D9D6-2A71-0CA9-720AA44C6E0A}" dt="2025-10-21T12:27:31.038" v="10" actId="20577"/>
        <pc:sldMkLst>
          <pc:docMk/>
          <pc:sldMk cId="2431723113" sldId="329"/>
        </pc:sldMkLst>
        <pc:spChg chg="mod">
          <ac:chgData name="Grant Gibson" userId="S::grant.gibson@crdcn.ca::986fbb49-9b20-40cb-b792-7e1154e60928" providerId="AD" clId="Web-{19A33175-D9D6-2A71-0CA9-720AA44C6E0A}" dt="2025-10-21T12:27:31.038" v="10" actId="20577"/>
          <ac:spMkLst>
            <pc:docMk/>
            <pc:sldMk cId="2431723113" sldId="329"/>
            <ac:spMk id="19" creationId="{BC77898E-935E-256E-06E2-E607FBAA4BA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2866AB-5879-457F-8F72-7A0AF9BD56BB}" type="datetimeFigureOut">
              <a:rPr lang="en-CA" smtClean="0"/>
              <a:t>2025-10-27</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77251-9BD6-4CF8-A9D4-2BC73CE29A4C}" type="slidenum">
              <a:rPr lang="en-CA" smtClean="0"/>
              <a:t>‹#›</a:t>
            </a:fld>
            <a:endParaRPr lang="en-CA"/>
          </a:p>
        </p:txBody>
      </p:sp>
    </p:spTree>
    <p:extLst>
      <p:ext uri="{BB962C8B-B14F-4D97-AF65-F5344CB8AC3E}">
        <p14:creationId xmlns:p14="http://schemas.microsoft.com/office/powerpoint/2010/main" val="3977797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This presentation explores the current landscape of data related to health, education, and labour markets in Canada. We will examine key data sources, recent trends, and challenges in data quality and accessibility across these critical sectors.
</a:t>
            </a:r>
          </a:p>
        </p:txBody>
      </p:sp>
      <p:sp>
        <p:nvSpPr>
          <p:cNvPr id="4" name="Slide Number Placeholder 3"/>
          <p:cNvSpPr>
            <a:spLocks noGrp="1"/>
          </p:cNvSpPr>
          <p:nvPr>
            <p:ph type="sldNum" sz="quarter" idx="5"/>
          </p:nvPr>
        </p:nvSpPr>
        <p:spPr/>
        <p:txBody>
          <a:bodyPr/>
          <a:lstStyle/>
          <a:p>
            <a:fld id="{0D06272F-25C3-4B96-BDFC-7B2FB017E2AD}" type="slidenum">
              <a:rPr lang="en-US" smtClean="0"/>
              <a:t>8</a:t>
            </a:fld>
            <a:endParaRPr lang="en-US"/>
          </a:p>
        </p:txBody>
      </p:sp>
    </p:spTree>
    <p:extLst>
      <p:ext uri="{BB962C8B-B14F-4D97-AF65-F5344CB8AC3E}">
        <p14:creationId xmlns:p14="http://schemas.microsoft.com/office/powerpoint/2010/main" val="1702567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50B567-3BEC-4282-8B02-6C7989360FD5}" type="slidenum">
              <a:rPr lang="en-US" smtClean="0"/>
              <a:t>9</a:t>
            </a:fld>
            <a:endParaRPr lang="en-US"/>
          </a:p>
        </p:txBody>
      </p:sp>
    </p:spTree>
    <p:extLst>
      <p:ext uri="{BB962C8B-B14F-4D97-AF65-F5344CB8AC3E}">
        <p14:creationId xmlns:p14="http://schemas.microsoft.com/office/powerpoint/2010/main" val="9402191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33B0D-8FA7-C226-27EF-F38F329D4D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D2F7B4-BFF1-6FE9-357F-880156423E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AD909A-3387-0BDC-56BC-652333605D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4F6AD4-A024-CD02-10DE-102AC77459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06272F-25C3-4B96-BDFC-7B2FB017E2A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697841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06272F-25C3-4B96-BDFC-7B2FB017E2AD}" type="slidenum">
              <a:rPr lang="en-US" smtClean="0"/>
              <a:t>11</a:t>
            </a:fld>
            <a:endParaRPr lang="en-US"/>
          </a:p>
        </p:txBody>
      </p:sp>
    </p:spTree>
    <p:extLst>
      <p:ext uri="{BB962C8B-B14F-4D97-AF65-F5344CB8AC3E}">
        <p14:creationId xmlns:p14="http://schemas.microsoft.com/office/powerpoint/2010/main" val="3550761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06272F-25C3-4B96-BDFC-7B2FB017E2AD}" type="slidenum">
              <a:rPr lang="en-US" smtClean="0"/>
              <a:t>12</a:t>
            </a:fld>
            <a:endParaRPr lang="en-US"/>
          </a:p>
        </p:txBody>
      </p:sp>
    </p:spTree>
    <p:extLst>
      <p:ext uri="{BB962C8B-B14F-4D97-AF65-F5344CB8AC3E}">
        <p14:creationId xmlns:p14="http://schemas.microsoft.com/office/powerpoint/2010/main" val="3855060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D3F84-15C8-D29E-861E-39A76FC3B3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3DF7E5-503E-2746-8085-023A09804D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895D53-8810-EC95-A79B-7A4983ABF368}"/>
              </a:ext>
            </a:extLst>
          </p:cNvPr>
          <p:cNvSpPr>
            <a:spLocks noGrp="1"/>
          </p:cNvSpPr>
          <p:nvPr>
            <p:ph type="body" idx="1"/>
          </p:nvPr>
        </p:nvSpPr>
        <p:spPr/>
        <p:txBody>
          <a:bodyPr/>
          <a:lstStyle/>
          <a:p>
            <a:r>
              <a:rPr lang="en-US" dirty="0"/>
              <a:t>
</a:t>
            </a:r>
          </a:p>
        </p:txBody>
      </p:sp>
      <p:sp>
        <p:nvSpPr>
          <p:cNvPr id="4" name="Slide Number Placeholder 3">
            <a:extLst>
              <a:ext uri="{FF2B5EF4-FFF2-40B4-BE49-F238E27FC236}">
                <a16:creationId xmlns:a16="http://schemas.microsoft.com/office/drawing/2014/main" id="{5B4764D7-AF82-C0A6-B1A5-A99418277762}"/>
              </a:ext>
            </a:extLst>
          </p:cNvPr>
          <p:cNvSpPr>
            <a:spLocks noGrp="1"/>
          </p:cNvSpPr>
          <p:nvPr>
            <p:ph type="sldNum" sz="quarter" idx="5"/>
          </p:nvPr>
        </p:nvSpPr>
        <p:spPr/>
        <p:txBody>
          <a:bodyPr/>
          <a:lstStyle/>
          <a:p>
            <a:fld id="{0D06272F-25C3-4B96-BDFC-7B2FB017E2AD}" type="slidenum">
              <a:rPr lang="en-US" smtClean="0"/>
              <a:t>10</a:t>
            </a:fld>
            <a:endParaRPr lang="en-US"/>
          </a:p>
        </p:txBody>
      </p:sp>
    </p:spTree>
    <p:extLst>
      <p:ext uri="{BB962C8B-B14F-4D97-AF65-F5344CB8AC3E}">
        <p14:creationId xmlns:p14="http://schemas.microsoft.com/office/powerpoint/2010/main" val="3793801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06272F-25C3-4B96-BDFC-7B2FB017E2AD}" type="slidenum">
              <a:rPr lang="en-US" smtClean="0"/>
              <a:t>11</a:t>
            </a:fld>
            <a:endParaRPr lang="en-US"/>
          </a:p>
        </p:txBody>
      </p:sp>
    </p:spTree>
    <p:extLst>
      <p:ext uri="{BB962C8B-B14F-4D97-AF65-F5344CB8AC3E}">
        <p14:creationId xmlns:p14="http://schemas.microsoft.com/office/powerpoint/2010/main" val="1576300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06272F-25C3-4B96-BDFC-7B2FB017E2AD}" type="slidenum">
              <a:rPr lang="en-US" smtClean="0"/>
              <a:t>12</a:t>
            </a:fld>
            <a:endParaRPr lang="en-US"/>
          </a:p>
        </p:txBody>
      </p:sp>
    </p:spTree>
    <p:extLst>
      <p:ext uri="{BB962C8B-B14F-4D97-AF65-F5344CB8AC3E}">
        <p14:creationId xmlns:p14="http://schemas.microsoft.com/office/powerpoint/2010/main" val="2412240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F94C0-393E-F832-0ABC-52732DA689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68C34-9449-D445-129F-302B08C641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2A7C1A-5C70-54F8-0610-1898A87D48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C68A25A-9DB1-42E1-C4D2-8BC873A285F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06272F-25C3-4B96-BDFC-7B2FB017E2A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70670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06272F-25C3-4B96-BDFC-7B2FB017E2AD}" type="slidenum">
              <a:rPr lang="en-US" smtClean="0"/>
              <a:t>20</a:t>
            </a:fld>
            <a:endParaRPr lang="en-US"/>
          </a:p>
        </p:txBody>
      </p:sp>
    </p:spTree>
    <p:extLst>
      <p:ext uri="{BB962C8B-B14F-4D97-AF65-F5344CB8AC3E}">
        <p14:creationId xmlns:p14="http://schemas.microsoft.com/office/powerpoint/2010/main" val="29573756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06272F-25C3-4B96-BDFC-7B2FB017E2AD}" type="slidenum">
              <a:rPr lang="en-US" smtClean="0"/>
              <a:t>21</a:t>
            </a:fld>
            <a:endParaRPr lang="en-US"/>
          </a:p>
        </p:txBody>
      </p:sp>
    </p:spTree>
    <p:extLst>
      <p:ext uri="{BB962C8B-B14F-4D97-AF65-F5344CB8AC3E}">
        <p14:creationId xmlns:p14="http://schemas.microsoft.com/office/powerpoint/2010/main" val="838069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ECE62-7654-4FA9-92DF-193222C40A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8A653328-5636-4F0A-8441-7ACFB843D2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60AEBD94-1EE2-4454-957A-4C36A36527A8}"/>
              </a:ext>
            </a:extLst>
          </p:cNvPr>
          <p:cNvSpPr>
            <a:spLocks noGrp="1"/>
          </p:cNvSpPr>
          <p:nvPr>
            <p:ph type="dt" sz="half" idx="10"/>
          </p:nvPr>
        </p:nvSpPr>
        <p:spPr/>
        <p:txBody>
          <a:bodyPr/>
          <a:lstStyle/>
          <a:p>
            <a:fld id="{17F47CE0-5509-430C-BE72-EA262CB2E4BD}" type="datetimeFigureOut">
              <a:rPr lang="en-CA" smtClean="0"/>
              <a:t>2025-10-27</a:t>
            </a:fld>
            <a:endParaRPr lang="en-CA"/>
          </a:p>
        </p:txBody>
      </p:sp>
      <p:sp>
        <p:nvSpPr>
          <p:cNvPr id="5" name="Footer Placeholder 4">
            <a:extLst>
              <a:ext uri="{FF2B5EF4-FFF2-40B4-BE49-F238E27FC236}">
                <a16:creationId xmlns:a16="http://schemas.microsoft.com/office/drawing/2014/main" id="{3E2D8289-6461-4BA0-9B1F-C5C1C58A7DC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1267679-386C-4B2E-897D-71838D3D1787}"/>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2493307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75077-EF1A-49E2-9D8D-86529E7C425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F6231155-B833-4369-AE8C-04474791CD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08FDD54-2DE7-48A4-89DB-BBF4AF845F4E}"/>
              </a:ext>
            </a:extLst>
          </p:cNvPr>
          <p:cNvSpPr>
            <a:spLocks noGrp="1"/>
          </p:cNvSpPr>
          <p:nvPr>
            <p:ph type="dt" sz="half" idx="10"/>
          </p:nvPr>
        </p:nvSpPr>
        <p:spPr/>
        <p:txBody>
          <a:bodyPr/>
          <a:lstStyle/>
          <a:p>
            <a:fld id="{17F47CE0-5509-430C-BE72-EA262CB2E4BD}" type="datetimeFigureOut">
              <a:rPr lang="en-CA" smtClean="0"/>
              <a:t>2025-10-27</a:t>
            </a:fld>
            <a:endParaRPr lang="en-CA"/>
          </a:p>
        </p:txBody>
      </p:sp>
      <p:sp>
        <p:nvSpPr>
          <p:cNvPr id="5" name="Footer Placeholder 4">
            <a:extLst>
              <a:ext uri="{FF2B5EF4-FFF2-40B4-BE49-F238E27FC236}">
                <a16:creationId xmlns:a16="http://schemas.microsoft.com/office/drawing/2014/main" id="{009AC975-601F-48A4-8E84-CC3FF18E998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F33274B-892C-447F-A95E-C9791C126486}"/>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3591928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44AC4-6C74-4717-B34A-621F71FD144D}"/>
              </a:ext>
            </a:extLst>
          </p:cNvPr>
          <p:cNvSpPr>
            <a:spLocks noGrp="1"/>
          </p:cNvSpPr>
          <p:nvPr>
            <p:ph type="title"/>
          </p:nvPr>
        </p:nvSpPr>
        <p:spPr>
          <a:xfrm>
            <a:off x="831850" y="1106905"/>
            <a:ext cx="10515600" cy="985086"/>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3B65A3E0-C3F7-4562-8B7B-3510980E2890}"/>
              </a:ext>
            </a:extLst>
          </p:cNvPr>
          <p:cNvSpPr>
            <a:spLocks noGrp="1"/>
          </p:cNvSpPr>
          <p:nvPr>
            <p:ph type="body" idx="1"/>
          </p:nvPr>
        </p:nvSpPr>
        <p:spPr>
          <a:xfrm>
            <a:off x="831850" y="2091991"/>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A25E8C-E350-4E58-BF07-6B2DE54AA327}"/>
              </a:ext>
            </a:extLst>
          </p:cNvPr>
          <p:cNvSpPr>
            <a:spLocks noGrp="1"/>
          </p:cNvSpPr>
          <p:nvPr>
            <p:ph type="dt" sz="half" idx="10"/>
          </p:nvPr>
        </p:nvSpPr>
        <p:spPr/>
        <p:txBody>
          <a:bodyPr/>
          <a:lstStyle/>
          <a:p>
            <a:fld id="{17F47CE0-5509-430C-BE72-EA262CB2E4BD}" type="datetimeFigureOut">
              <a:rPr lang="en-CA" smtClean="0"/>
              <a:t>2025-10-27</a:t>
            </a:fld>
            <a:endParaRPr lang="en-CA"/>
          </a:p>
        </p:txBody>
      </p:sp>
      <p:sp>
        <p:nvSpPr>
          <p:cNvPr id="5" name="Footer Placeholder 4">
            <a:extLst>
              <a:ext uri="{FF2B5EF4-FFF2-40B4-BE49-F238E27FC236}">
                <a16:creationId xmlns:a16="http://schemas.microsoft.com/office/drawing/2014/main" id="{7AF44346-2CEC-4AB0-8EEA-91B09DBB5FB1}"/>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584B917-B538-4C76-979B-12B6F9152466}"/>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23562565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1227F-4BFE-409A-AD58-9EA971BB141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F483B76-CF75-4B7F-B162-B091BAF8B4E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A04AEA79-B6E2-4346-B1C8-79B27EF12FE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98C064EF-7CB3-4CF0-BCFE-CC3F5D94EAED}"/>
              </a:ext>
            </a:extLst>
          </p:cNvPr>
          <p:cNvSpPr>
            <a:spLocks noGrp="1"/>
          </p:cNvSpPr>
          <p:nvPr>
            <p:ph type="dt" sz="half" idx="10"/>
          </p:nvPr>
        </p:nvSpPr>
        <p:spPr/>
        <p:txBody>
          <a:bodyPr/>
          <a:lstStyle/>
          <a:p>
            <a:fld id="{17F47CE0-5509-430C-BE72-EA262CB2E4BD}" type="datetimeFigureOut">
              <a:rPr lang="en-CA" smtClean="0"/>
              <a:t>2025-10-27</a:t>
            </a:fld>
            <a:endParaRPr lang="en-CA"/>
          </a:p>
        </p:txBody>
      </p:sp>
      <p:sp>
        <p:nvSpPr>
          <p:cNvPr id="6" name="Footer Placeholder 5">
            <a:extLst>
              <a:ext uri="{FF2B5EF4-FFF2-40B4-BE49-F238E27FC236}">
                <a16:creationId xmlns:a16="http://schemas.microsoft.com/office/drawing/2014/main" id="{143CB702-8805-4EEC-991A-3DAFE5627407}"/>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E1E5F35-B22B-4EAF-915D-199E3FDE9992}"/>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1864663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5771B-8CE4-4051-B9EE-51F0A1C9D4E2}"/>
              </a:ext>
            </a:extLst>
          </p:cNvPr>
          <p:cNvSpPr>
            <a:spLocks noGrp="1"/>
          </p:cNvSpPr>
          <p:nvPr>
            <p:ph type="title"/>
          </p:nvPr>
        </p:nvSpPr>
        <p:spPr>
          <a:xfrm>
            <a:off x="839788" y="1018674"/>
            <a:ext cx="10515600" cy="672014"/>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C5825E40-0F6C-43E5-AB88-5377579F27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5D0C5F-FE79-4417-8F74-AD961B71E2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66D924E8-5ADE-43EB-8156-C4906FB729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C4BD93-7C02-4848-9CF9-76B51EC4F5E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E496F153-7944-47CF-A8CC-A8ACE97903C7}"/>
              </a:ext>
            </a:extLst>
          </p:cNvPr>
          <p:cNvSpPr>
            <a:spLocks noGrp="1"/>
          </p:cNvSpPr>
          <p:nvPr>
            <p:ph type="dt" sz="half" idx="10"/>
          </p:nvPr>
        </p:nvSpPr>
        <p:spPr/>
        <p:txBody>
          <a:bodyPr/>
          <a:lstStyle/>
          <a:p>
            <a:fld id="{17F47CE0-5509-430C-BE72-EA262CB2E4BD}" type="datetimeFigureOut">
              <a:rPr lang="en-CA" smtClean="0"/>
              <a:t>2025-10-27</a:t>
            </a:fld>
            <a:endParaRPr lang="en-CA"/>
          </a:p>
        </p:txBody>
      </p:sp>
      <p:sp>
        <p:nvSpPr>
          <p:cNvPr id="8" name="Footer Placeholder 7">
            <a:extLst>
              <a:ext uri="{FF2B5EF4-FFF2-40B4-BE49-F238E27FC236}">
                <a16:creationId xmlns:a16="http://schemas.microsoft.com/office/drawing/2014/main" id="{68066F71-C986-4DF9-84FA-77E8FBBCCAEC}"/>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A9D7844D-B867-49BC-868D-E4D396B5B5E4}"/>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1717929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E88D2-9270-41AF-A3CC-CD22109A86F0}"/>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D0EF6A8A-447D-4CB2-9157-9B119EF9174E}"/>
              </a:ext>
            </a:extLst>
          </p:cNvPr>
          <p:cNvSpPr>
            <a:spLocks noGrp="1"/>
          </p:cNvSpPr>
          <p:nvPr>
            <p:ph type="dt" sz="half" idx="10"/>
          </p:nvPr>
        </p:nvSpPr>
        <p:spPr/>
        <p:txBody>
          <a:bodyPr/>
          <a:lstStyle/>
          <a:p>
            <a:fld id="{17F47CE0-5509-430C-BE72-EA262CB2E4BD}" type="datetimeFigureOut">
              <a:rPr lang="en-CA" smtClean="0"/>
              <a:t>2025-10-27</a:t>
            </a:fld>
            <a:endParaRPr lang="en-CA"/>
          </a:p>
        </p:txBody>
      </p:sp>
      <p:sp>
        <p:nvSpPr>
          <p:cNvPr id="4" name="Footer Placeholder 3">
            <a:extLst>
              <a:ext uri="{FF2B5EF4-FFF2-40B4-BE49-F238E27FC236}">
                <a16:creationId xmlns:a16="http://schemas.microsoft.com/office/drawing/2014/main" id="{59408110-DADE-4212-819F-DF2091C388A7}"/>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A0E5D60B-0F02-4BB1-BD08-6D70238234FF}"/>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2145882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DD11A7-7C73-4B21-83D1-BBC267EB71B7}"/>
              </a:ext>
            </a:extLst>
          </p:cNvPr>
          <p:cNvSpPr>
            <a:spLocks noGrp="1"/>
          </p:cNvSpPr>
          <p:nvPr>
            <p:ph type="dt" sz="half" idx="10"/>
          </p:nvPr>
        </p:nvSpPr>
        <p:spPr/>
        <p:txBody>
          <a:bodyPr/>
          <a:lstStyle/>
          <a:p>
            <a:fld id="{17F47CE0-5509-430C-BE72-EA262CB2E4BD}" type="datetimeFigureOut">
              <a:rPr lang="en-CA" smtClean="0"/>
              <a:t>2025-10-27</a:t>
            </a:fld>
            <a:endParaRPr lang="en-CA"/>
          </a:p>
        </p:txBody>
      </p:sp>
      <p:sp>
        <p:nvSpPr>
          <p:cNvPr id="3" name="Footer Placeholder 2">
            <a:extLst>
              <a:ext uri="{FF2B5EF4-FFF2-40B4-BE49-F238E27FC236}">
                <a16:creationId xmlns:a16="http://schemas.microsoft.com/office/drawing/2014/main" id="{91DE8E9C-8C3B-4080-81A2-D317123F0CC8}"/>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9A7CCE25-F2DE-4547-8CBA-8D164A657F29}"/>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959543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B8366-A0F8-4C97-B9D0-BBBE29E85D41}"/>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724D7DD2-4C4D-492C-A21B-C3A4C11245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2C7C0719-CE2B-4C39-AC4A-2E70FCF5CB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44A76B-4C72-4894-8BD3-5DC5334297A4}"/>
              </a:ext>
            </a:extLst>
          </p:cNvPr>
          <p:cNvSpPr>
            <a:spLocks noGrp="1"/>
          </p:cNvSpPr>
          <p:nvPr>
            <p:ph type="dt" sz="half" idx="10"/>
          </p:nvPr>
        </p:nvSpPr>
        <p:spPr/>
        <p:txBody>
          <a:bodyPr/>
          <a:lstStyle/>
          <a:p>
            <a:fld id="{17F47CE0-5509-430C-BE72-EA262CB2E4BD}" type="datetimeFigureOut">
              <a:rPr lang="en-CA" smtClean="0"/>
              <a:t>2025-10-27</a:t>
            </a:fld>
            <a:endParaRPr lang="en-CA"/>
          </a:p>
        </p:txBody>
      </p:sp>
      <p:sp>
        <p:nvSpPr>
          <p:cNvPr id="6" name="Footer Placeholder 5">
            <a:extLst>
              <a:ext uri="{FF2B5EF4-FFF2-40B4-BE49-F238E27FC236}">
                <a16:creationId xmlns:a16="http://schemas.microsoft.com/office/drawing/2014/main" id="{453CBA1D-B5AE-45CE-8C62-708E18ED1D5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9C936D7E-2629-48B6-B98A-4C610119FEFE}"/>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1940462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856DD-85F7-40BF-AD6A-8CC45FA3EAF7}"/>
              </a:ext>
            </a:extLst>
          </p:cNvPr>
          <p:cNvSpPr>
            <a:spLocks noGrp="1"/>
          </p:cNvSpPr>
          <p:nvPr>
            <p:ph type="title"/>
          </p:nvPr>
        </p:nvSpPr>
        <p:spPr>
          <a:xfrm>
            <a:off x="839788" y="987424"/>
            <a:ext cx="3932237" cy="1069975"/>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54A83E46-FDC5-4F10-B724-AADFABB78E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F0CC63C5-C2ED-4F9A-B51E-5952CAC8FA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12DEEC-BCC4-41DD-BD90-3938B822B24C}"/>
              </a:ext>
            </a:extLst>
          </p:cNvPr>
          <p:cNvSpPr>
            <a:spLocks noGrp="1"/>
          </p:cNvSpPr>
          <p:nvPr>
            <p:ph type="dt" sz="half" idx="10"/>
          </p:nvPr>
        </p:nvSpPr>
        <p:spPr/>
        <p:txBody>
          <a:bodyPr/>
          <a:lstStyle/>
          <a:p>
            <a:fld id="{17F47CE0-5509-430C-BE72-EA262CB2E4BD}" type="datetimeFigureOut">
              <a:rPr lang="en-CA" smtClean="0"/>
              <a:t>2025-10-27</a:t>
            </a:fld>
            <a:endParaRPr lang="en-CA"/>
          </a:p>
        </p:txBody>
      </p:sp>
      <p:sp>
        <p:nvSpPr>
          <p:cNvPr id="6" name="Footer Placeholder 5">
            <a:extLst>
              <a:ext uri="{FF2B5EF4-FFF2-40B4-BE49-F238E27FC236}">
                <a16:creationId xmlns:a16="http://schemas.microsoft.com/office/drawing/2014/main" id="{C1563AB1-9A4A-40F3-AFB2-7E9BC01B98C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3EC396D1-9308-4BD5-B554-054D4C13EA45}"/>
              </a:ext>
            </a:extLst>
          </p:cNvPr>
          <p:cNvSpPr>
            <a:spLocks noGrp="1"/>
          </p:cNvSpPr>
          <p:nvPr>
            <p:ph type="sldNum" sz="quarter" idx="12"/>
          </p:nvPr>
        </p:nvSpPr>
        <p:spPr/>
        <p:txBody>
          <a:bodyPr/>
          <a:lstStyle/>
          <a:p>
            <a:fld id="{115E7A3B-5097-470E-BF33-71AA6A02D719}" type="slidenum">
              <a:rPr lang="en-CA" smtClean="0"/>
              <a:t>‹#›</a:t>
            </a:fld>
            <a:endParaRPr lang="en-CA"/>
          </a:p>
        </p:txBody>
      </p:sp>
    </p:spTree>
    <p:extLst>
      <p:ext uri="{BB962C8B-B14F-4D97-AF65-F5344CB8AC3E}">
        <p14:creationId xmlns:p14="http://schemas.microsoft.com/office/powerpoint/2010/main" val="15281048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452373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5062790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09657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700"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00">
                <a:solidFill>
                  <a:schemeClr val="tx1">
                    <a:tint val="75000"/>
                  </a:schemeClr>
                </a:solidFill>
              </a:defRPr>
            </a:lvl1pPr>
            <a:lvl2pPr marL="304815" indent="0">
              <a:buNone/>
              <a:defRPr sz="1200">
                <a:solidFill>
                  <a:schemeClr val="tx1">
                    <a:tint val="75000"/>
                  </a:schemeClr>
                </a:solidFill>
              </a:defRPr>
            </a:lvl2pPr>
            <a:lvl3pPr marL="609630" indent="0">
              <a:buNone/>
              <a:defRPr sz="1100">
                <a:solidFill>
                  <a:schemeClr val="tx1">
                    <a:tint val="75000"/>
                  </a:schemeClr>
                </a:solidFill>
              </a:defRPr>
            </a:lvl3pPr>
            <a:lvl4pPr marL="914446" indent="0">
              <a:buNone/>
              <a:defRPr sz="900">
                <a:solidFill>
                  <a:schemeClr val="tx1">
                    <a:tint val="75000"/>
                  </a:schemeClr>
                </a:solidFill>
              </a:defRPr>
            </a:lvl4pPr>
            <a:lvl5pPr marL="1219261" indent="0">
              <a:buNone/>
              <a:defRPr sz="900">
                <a:solidFill>
                  <a:schemeClr val="tx1">
                    <a:tint val="75000"/>
                  </a:schemeClr>
                </a:solidFill>
              </a:defRPr>
            </a:lvl5pPr>
            <a:lvl6pPr marL="1524076" indent="0">
              <a:buNone/>
              <a:defRPr sz="900">
                <a:solidFill>
                  <a:schemeClr val="tx1">
                    <a:tint val="75000"/>
                  </a:schemeClr>
                </a:solidFill>
              </a:defRPr>
            </a:lvl6pPr>
            <a:lvl7pPr marL="1828891" indent="0">
              <a:buNone/>
              <a:defRPr sz="900">
                <a:solidFill>
                  <a:schemeClr val="tx1">
                    <a:tint val="75000"/>
                  </a:schemeClr>
                </a:solidFill>
              </a:defRPr>
            </a:lvl7pPr>
            <a:lvl8pPr marL="2133707" indent="0">
              <a:buNone/>
              <a:defRPr sz="900">
                <a:solidFill>
                  <a:schemeClr val="tx1">
                    <a:tint val="75000"/>
                  </a:schemeClr>
                </a:solidFill>
              </a:defRPr>
            </a:lvl8pPr>
            <a:lvl9pPr marL="2438522" indent="0">
              <a:buNone/>
              <a:defRPr sz="9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900"/>
            </a:lvl1pPr>
            <a:lvl2pPr>
              <a:defRPr sz="1600"/>
            </a:lvl2pPr>
            <a:lvl3pPr>
              <a:defRPr sz="13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900"/>
            </a:lvl1pPr>
            <a:lvl2pPr>
              <a:defRPr sz="1600"/>
            </a:lvl2pPr>
            <a:lvl3pPr>
              <a:defRPr sz="13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00" b="1"/>
            </a:lvl2pPr>
            <a:lvl3pPr marL="609630" indent="0">
              <a:buNone/>
              <a:defRPr sz="1200" b="1"/>
            </a:lvl3pPr>
            <a:lvl4pPr marL="914446" indent="0">
              <a:buNone/>
              <a:defRPr sz="1100" b="1"/>
            </a:lvl4pPr>
            <a:lvl5pPr marL="1219261" indent="0">
              <a:buNone/>
              <a:defRPr sz="1100" b="1"/>
            </a:lvl5pPr>
            <a:lvl6pPr marL="1524076" indent="0">
              <a:buNone/>
              <a:defRPr sz="1100" b="1"/>
            </a:lvl6pPr>
            <a:lvl7pPr marL="1828891" indent="0">
              <a:buNone/>
              <a:defRPr sz="1100" b="1"/>
            </a:lvl7pPr>
            <a:lvl8pPr marL="2133707" indent="0">
              <a:buNone/>
              <a:defRPr sz="1100" b="1"/>
            </a:lvl8pPr>
            <a:lvl9pPr marL="2438522" indent="0">
              <a:buNone/>
              <a:defRPr sz="1100"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00" b="1"/>
            </a:lvl2pPr>
            <a:lvl3pPr marL="609630" indent="0">
              <a:buNone/>
              <a:defRPr sz="1200" b="1"/>
            </a:lvl3pPr>
            <a:lvl4pPr marL="914446" indent="0">
              <a:buNone/>
              <a:defRPr sz="1100" b="1"/>
            </a:lvl4pPr>
            <a:lvl5pPr marL="1219261" indent="0">
              <a:buNone/>
              <a:defRPr sz="1100" b="1"/>
            </a:lvl5pPr>
            <a:lvl6pPr marL="1524076" indent="0">
              <a:buNone/>
              <a:defRPr sz="1100" b="1"/>
            </a:lvl6pPr>
            <a:lvl7pPr marL="1828891" indent="0">
              <a:buNone/>
              <a:defRPr sz="1100" b="1"/>
            </a:lvl7pPr>
            <a:lvl8pPr marL="2133707" indent="0">
              <a:buNone/>
              <a:defRPr sz="1100" b="1"/>
            </a:lvl8pPr>
            <a:lvl9pPr marL="2438522" indent="0">
              <a:buNone/>
              <a:defRPr sz="1100"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1153234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898984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00"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00"/>
            </a:lvl1pPr>
            <a:lvl2pPr>
              <a:defRPr sz="1900"/>
            </a:lvl2pPr>
            <a:lvl3pPr>
              <a:defRPr sz="1600"/>
            </a:lvl3pPr>
            <a:lvl4pPr>
              <a:defRPr sz="1300"/>
            </a:lvl4pPr>
            <a:lvl5pPr>
              <a:defRPr sz="1300"/>
            </a:lvl5pPr>
            <a:lvl6pPr>
              <a:defRPr sz="1300"/>
            </a:lvl6pPr>
            <a:lvl7pPr>
              <a:defRPr sz="1300"/>
            </a:lvl7pPr>
            <a:lvl8pPr>
              <a:defRPr sz="1300"/>
            </a:lvl8pPr>
            <a:lvl9pPr>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00"/>
            </a:lvl1pPr>
            <a:lvl2pPr marL="304815" indent="0">
              <a:buNone/>
              <a:defRPr sz="800"/>
            </a:lvl2pPr>
            <a:lvl3pPr marL="609630" indent="0">
              <a:buNone/>
              <a:defRPr sz="700"/>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00"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00"/>
            </a:lvl1pPr>
            <a:lvl2pPr marL="304815" indent="0">
              <a:buNone/>
              <a:defRPr sz="1900"/>
            </a:lvl2pPr>
            <a:lvl3pPr marL="609630" indent="0">
              <a:buNone/>
              <a:defRPr sz="1600"/>
            </a:lvl3pPr>
            <a:lvl4pPr marL="914446" indent="0">
              <a:buNone/>
              <a:defRPr sz="1300"/>
            </a:lvl4pPr>
            <a:lvl5pPr marL="1219261" indent="0">
              <a:buNone/>
              <a:defRPr sz="1300"/>
            </a:lvl5pPr>
            <a:lvl6pPr marL="1524076" indent="0">
              <a:buNone/>
              <a:defRPr sz="1300"/>
            </a:lvl6pPr>
            <a:lvl7pPr marL="1828891" indent="0">
              <a:buNone/>
              <a:defRPr sz="1300"/>
            </a:lvl7pPr>
            <a:lvl8pPr marL="2133707" indent="0">
              <a:buNone/>
              <a:defRPr sz="1300"/>
            </a:lvl8pPr>
            <a:lvl9pPr marL="2438522" indent="0">
              <a:buNone/>
              <a:defRPr sz="1300"/>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00"/>
            </a:lvl1pPr>
            <a:lvl2pPr marL="304815" indent="0">
              <a:buNone/>
              <a:defRPr sz="800"/>
            </a:lvl2pPr>
            <a:lvl3pPr marL="609630" indent="0">
              <a:buNone/>
              <a:defRPr sz="700"/>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31172" y="3425399"/>
            <a:ext cx="7685140" cy="2621154"/>
          </a:xfrm>
        </p:spPr>
        <p:txBody>
          <a:bodyPr anchor="b">
            <a:noAutofit/>
          </a:bodyPr>
          <a:lstStyle>
            <a:lvl1pPr algn="l">
              <a:defRPr sz="7200">
                <a:solidFill>
                  <a:schemeClr val="bg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31172" y="415057"/>
            <a:ext cx="7685139" cy="1414091"/>
          </a:xfrm>
        </p:spPr>
        <p:txBody>
          <a:bodyP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B04EF954-66B1-4168-AF40-97F3DAF43FC4}" type="datetime1">
              <a:rPr lang="en-US" smtClean="0"/>
              <a:t>10/27/2025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2905079113"/>
      </p:ext>
    </p:extLst>
  </p:cSld>
  <p:clrMapOvr>
    <a:masterClrMapping/>
  </p:clrMapOvr>
  <p:extLst>
    <p:ext uri="{DCECCB84-F9BA-43D5-87BE-67443E8EF086}">
      <p15:sldGuideLst xmlns:p15="http://schemas.microsoft.com/office/powerpoint/2012/main">
        <p15:guide id="3" orient="horz" pos="2160">
          <p15:clr>
            <a:srgbClr val="FBAE40"/>
          </p15:clr>
        </p15:guide>
        <p15:guide id="4"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26233410-150A-4A72-BF63-6D3ACBC30148}" type="datetime1">
              <a:rPr lang="en-US" smtClean="0"/>
              <a:t>10/27/2025</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37314374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1_Section Head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431172" y="553616"/>
            <a:ext cx="7914087" cy="4008859"/>
          </a:xfrm>
        </p:spPr>
        <p:txBody>
          <a:bodyPr anchor="t">
            <a:normAutofit/>
          </a:bodyPr>
          <a:lstStyle>
            <a:lvl1pPr>
              <a:defRPr sz="60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431172" y="5088156"/>
            <a:ext cx="7914087" cy="1166648"/>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a:xfrm>
            <a:off x="431172" y="6490524"/>
            <a:ext cx="2841959" cy="336141"/>
          </a:xfrm>
        </p:spPr>
        <p:txBody>
          <a:bodyPr/>
          <a:lstStyle/>
          <a:p>
            <a:fld id="{91AF1D09-6B76-4716-AD3D-9F53166D3BF5}" type="datetime1">
              <a:rPr lang="en-US" smtClean="0"/>
              <a:t>10/27/2025</a:t>
            </a:fld>
            <a:endParaRPr lang="en-US" dirty="0"/>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a:xfrm>
            <a:off x="8893370" y="6490524"/>
            <a:ext cx="2662834" cy="336141"/>
          </a:xfrm>
        </p:spPr>
        <p:txBody>
          <a:bodyPr/>
          <a:lstStyle/>
          <a:p>
            <a:r>
              <a:rPr lang="en-US" dirty="0"/>
              <a:t>Sample Footer Text</a:t>
            </a:r>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18094752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31172" y="293302"/>
            <a:ext cx="11125032" cy="965101"/>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31172" y="1384847"/>
            <a:ext cx="11125032" cy="4905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21D4C7-8630-4B98-978C-30388BBD4EE8}" type="datetime1">
              <a:rPr lang="en-US" smtClean="0"/>
              <a:t>10/27/2025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84C450F2-3BB4-4AE4-8A35-A9D7AEA4C850}" type="slidenum">
              <a:rPr lang="en-US" smtClean="0"/>
              <a:t>‹#›</a:t>
            </a:fld>
            <a:endParaRPr lang="en-US" dirty="0"/>
          </a:p>
        </p:txBody>
      </p:sp>
    </p:spTree>
    <p:extLst>
      <p:ext uri="{BB962C8B-B14F-4D97-AF65-F5344CB8AC3E}">
        <p14:creationId xmlns:p14="http://schemas.microsoft.com/office/powerpoint/2010/main" val="125524913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Photo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5276088"/>
            <a:ext cx="11347704" cy="786384"/>
          </a:xfrm>
        </p:spPr>
        <p:txBody>
          <a:bodyPr anchor="b">
            <a:normAutofit/>
          </a:bodyPr>
          <a:lstStyle>
            <a:lvl1pPr algn="l">
              <a:defRPr sz="44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5980176"/>
            <a:ext cx="11347704" cy="530352"/>
          </a:xfrm>
        </p:spPr>
        <p:txBody>
          <a:bodyPr anchor="ctr">
            <a:normAutofit/>
          </a:bodyPr>
          <a:lstStyle>
            <a:lvl1pPr marL="0" indent="0" algn="l">
              <a:buNone/>
              <a:defRPr sz="1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9" name="Picture Placeholder 8">
            <a:extLst>
              <a:ext uri="{FF2B5EF4-FFF2-40B4-BE49-F238E27FC236}">
                <a16:creationId xmlns:a16="http://schemas.microsoft.com/office/drawing/2014/main" id="{A9E06FED-92D3-C4D6-28D7-600D842F7AC3}"/>
              </a:ext>
            </a:extLst>
          </p:cNvPr>
          <p:cNvSpPr>
            <a:spLocks noGrp="1"/>
          </p:cNvSpPr>
          <p:nvPr>
            <p:ph type="pic" sz="quarter" idx="13"/>
          </p:nvPr>
        </p:nvSpPr>
        <p:spPr>
          <a:xfrm>
            <a:off x="0" y="0"/>
            <a:ext cx="11733150" cy="5135804"/>
          </a:xfrm>
          <a:custGeom>
            <a:avLst/>
            <a:gdLst>
              <a:gd name="connsiteX0" fmla="*/ 0 w 11733150"/>
              <a:gd name="connsiteY0" fmla="*/ 0 h 5135804"/>
              <a:gd name="connsiteX1" fmla="*/ 11733150 w 11733150"/>
              <a:gd name="connsiteY1" fmla="*/ 0 h 5135804"/>
              <a:gd name="connsiteX2" fmla="*/ 11733150 w 11733150"/>
              <a:gd name="connsiteY2" fmla="*/ 4533808 h 5135804"/>
              <a:gd name="connsiteX3" fmla="*/ 11131154 w 11733150"/>
              <a:gd name="connsiteY3" fmla="*/ 5135804 h 5135804"/>
              <a:gd name="connsiteX4" fmla="*/ 0 w 11733150"/>
              <a:gd name="connsiteY4" fmla="*/ 5135804 h 5135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5135804">
                <a:moveTo>
                  <a:pt x="0" y="0"/>
                </a:moveTo>
                <a:lnTo>
                  <a:pt x="11733150" y="0"/>
                </a:lnTo>
                <a:lnTo>
                  <a:pt x="11733150" y="4533808"/>
                </a:lnTo>
                <a:cubicBezTo>
                  <a:pt x="11733150" y="4866281"/>
                  <a:pt x="11463627" y="5135804"/>
                  <a:pt x="11131154" y="5135804"/>
                </a:cubicBezTo>
                <a:lnTo>
                  <a:pt x="0" y="51358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37160" y="6519672"/>
            <a:ext cx="3494314" cy="365125"/>
          </a:xfrm>
        </p:spPr>
        <p:txBody>
          <a:bodyPr/>
          <a:lstStyle>
            <a:lvl1pPr>
              <a:defRPr>
                <a:solidFill>
                  <a:schemeClr val="bg1"/>
                </a:solidFill>
                <a:effectLst/>
              </a:defRPr>
            </a:lvl1pPr>
          </a:lstStyle>
          <a:p>
            <a:fld id="{8C13480A-5F85-4A30-80F2-F92581C6474C}" type="datetime1">
              <a:rPr lang="en-US" smtClean="0"/>
              <a:t>10/27/2025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8876521" y="6519672"/>
            <a:ext cx="2805405" cy="365125"/>
          </a:xfrm>
        </p:spPr>
        <p:txBody>
          <a:bodyPr/>
          <a:lstStyle>
            <a:lvl1pPr>
              <a:defRPr>
                <a:solidFill>
                  <a:schemeClr val="bg1"/>
                </a:solidFill>
                <a:effectLst/>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519672"/>
            <a:ext cx="429207" cy="365125"/>
          </a:xfrm>
        </p:spPr>
        <p:txBody>
          <a:bodyPr vert="horz" lIns="91440" tIns="45720" rIns="91440" bIns="45720" rtlCol="0" anchor="ctr"/>
          <a:lstStyle>
            <a:lvl1pPr>
              <a:defRPr lang="en-US" smtClean="0">
                <a:solidFill>
                  <a:schemeClr val="bg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1490268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4590288" cy="3739896"/>
          </a:xfrm>
        </p:spPr>
        <p:txBody>
          <a:bodyPr anchor="t">
            <a:normAutofit/>
          </a:bodyPr>
          <a:lstStyle>
            <a:lvl1pPr algn="l">
              <a:defRPr sz="5200">
                <a:solidFill>
                  <a:schemeClr val="tx2"/>
                </a:solidFill>
              </a:defRPr>
            </a:lvl1pPr>
          </a:lstStyle>
          <a:p>
            <a:r>
              <a:rPr lang="en-US" dirty="0"/>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5" name="Picture Placeholder 6">
            <a:extLst>
              <a:ext uri="{FF2B5EF4-FFF2-40B4-BE49-F238E27FC236}">
                <a16:creationId xmlns:a16="http://schemas.microsoft.com/office/drawing/2014/main" id="{3D161DAC-42AF-C3D9-37A1-04B90F30DEED}"/>
              </a:ext>
            </a:extLst>
          </p:cNvPr>
          <p:cNvSpPr>
            <a:spLocks noGrp="1"/>
          </p:cNvSpPr>
          <p:nvPr>
            <p:ph type="pic" sz="quarter" idx="13"/>
          </p:nvPr>
        </p:nvSpPr>
        <p:spPr>
          <a:xfrm>
            <a:off x="5586160" y="0"/>
            <a:ext cx="6605841" cy="6399152"/>
          </a:xfrm>
          <a:custGeom>
            <a:avLst/>
            <a:gdLst>
              <a:gd name="connsiteX0" fmla="*/ 0 w 6605841"/>
              <a:gd name="connsiteY0" fmla="*/ 0 h 6399152"/>
              <a:gd name="connsiteX1" fmla="*/ 6605841 w 6605841"/>
              <a:gd name="connsiteY1" fmla="*/ 0 h 6399152"/>
              <a:gd name="connsiteX2" fmla="*/ 6605841 w 6605841"/>
              <a:gd name="connsiteY2" fmla="*/ 6399152 h 6399152"/>
              <a:gd name="connsiteX3" fmla="*/ 601995 w 6605841"/>
              <a:gd name="connsiteY3" fmla="*/ 6399152 h 6399152"/>
              <a:gd name="connsiteX4" fmla="*/ 0 w 6605841"/>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5841" h="6399152">
                <a:moveTo>
                  <a:pt x="0" y="0"/>
                </a:moveTo>
                <a:lnTo>
                  <a:pt x="6605841" y="0"/>
                </a:lnTo>
                <a:lnTo>
                  <a:pt x="6605841"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B2BF18D3-87BE-4A2D-AD2C-B21E415FD900}" type="datetime1">
              <a:rPr lang="en-US" smtClean="0"/>
              <a:t>10/27/2025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41748351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Photo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29768" y="411480"/>
            <a:ext cx="5330952" cy="3739896"/>
          </a:xfrm>
        </p:spPr>
        <p:txBody>
          <a:bodyPr anchor="t">
            <a:normAutofit/>
          </a:bodyPr>
          <a:lstStyle>
            <a:lvl1pPr algn="l">
              <a:defRPr sz="66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29768" y="4873752"/>
            <a:ext cx="4517136"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6">
            <a:extLst>
              <a:ext uri="{FF2B5EF4-FFF2-40B4-BE49-F238E27FC236}">
                <a16:creationId xmlns:a16="http://schemas.microsoft.com/office/drawing/2014/main" id="{DEE3B02A-3B83-3083-3F07-26E25C6C135D}"/>
              </a:ext>
            </a:extLst>
          </p:cNvPr>
          <p:cNvSpPr>
            <a:spLocks noGrp="1"/>
          </p:cNvSpPr>
          <p:nvPr>
            <p:ph type="pic" sz="quarter" idx="13"/>
          </p:nvPr>
        </p:nvSpPr>
        <p:spPr>
          <a:xfrm>
            <a:off x="6517248" y="0"/>
            <a:ext cx="5674753" cy="6399152"/>
          </a:xfrm>
          <a:custGeom>
            <a:avLst/>
            <a:gdLst>
              <a:gd name="connsiteX0" fmla="*/ 0 w 5674753"/>
              <a:gd name="connsiteY0" fmla="*/ 0 h 6399152"/>
              <a:gd name="connsiteX1" fmla="*/ 5674753 w 5674753"/>
              <a:gd name="connsiteY1" fmla="*/ 0 h 6399152"/>
              <a:gd name="connsiteX2" fmla="*/ 5674753 w 5674753"/>
              <a:gd name="connsiteY2" fmla="*/ 6399152 h 6399152"/>
              <a:gd name="connsiteX3" fmla="*/ 601996 w 5674753"/>
              <a:gd name="connsiteY3" fmla="*/ 6399152 h 6399152"/>
              <a:gd name="connsiteX4" fmla="*/ 0 w 5674753"/>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74753" h="6399152">
                <a:moveTo>
                  <a:pt x="0" y="0"/>
                </a:moveTo>
                <a:lnTo>
                  <a:pt x="5674753" y="0"/>
                </a:lnTo>
                <a:lnTo>
                  <a:pt x="5674753"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73F0B94E-0195-4FC9-AEFD-CCBB878ACEDF}" type="datetime1">
              <a:rPr lang="en-US" smtClean="0"/>
              <a:t>10/27/2025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2785484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Photo 4">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269480" y="411480"/>
            <a:ext cx="4361688" cy="3968496"/>
          </a:xfrm>
        </p:spPr>
        <p:txBody>
          <a:bodyPr anchor="t">
            <a:normAutofit/>
          </a:bodyPr>
          <a:lstStyle>
            <a:lvl1pPr algn="l">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269480" y="4873752"/>
            <a:ext cx="4206240" cy="1380744"/>
          </a:xfrm>
        </p:spPr>
        <p:txBody>
          <a:bodyPr anchor="b">
            <a:normAutofit/>
          </a:bodyPr>
          <a:lstStyle>
            <a:lvl1pPr marL="0" indent="0" algn="l">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1" name="Picture Placeholder 6">
            <a:extLst>
              <a:ext uri="{FF2B5EF4-FFF2-40B4-BE49-F238E27FC236}">
                <a16:creationId xmlns:a16="http://schemas.microsoft.com/office/drawing/2014/main" id="{1D6AB98B-BD95-F9FC-BB22-1A89B6EE3246}"/>
              </a:ext>
            </a:extLst>
          </p:cNvPr>
          <p:cNvSpPr>
            <a:spLocks noGrp="1"/>
          </p:cNvSpPr>
          <p:nvPr>
            <p:ph type="pic" sz="quarter" idx="13"/>
          </p:nvPr>
        </p:nvSpPr>
        <p:spPr>
          <a:xfrm>
            <a:off x="0" y="0"/>
            <a:ext cx="6604503" cy="6399152"/>
          </a:xfrm>
          <a:custGeom>
            <a:avLst/>
            <a:gdLst>
              <a:gd name="connsiteX0" fmla="*/ 0 w 6604503"/>
              <a:gd name="connsiteY0" fmla="*/ 0 h 6399152"/>
              <a:gd name="connsiteX1" fmla="*/ 6604503 w 6604503"/>
              <a:gd name="connsiteY1" fmla="*/ 0 h 6399152"/>
              <a:gd name="connsiteX2" fmla="*/ 6604503 w 6604503"/>
              <a:gd name="connsiteY2" fmla="*/ 5797156 h 6399152"/>
              <a:gd name="connsiteX3" fmla="*/ 6002507 w 6604503"/>
              <a:gd name="connsiteY3" fmla="*/ 6399152 h 6399152"/>
              <a:gd name="connsiteX4" fmla="*/ 0 w 6604503"/>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04503" h="6399152">
                <a:moveTo>
                  <a:pt x="0" y="0"/>
                </a:moveTo>
                <a:lnTo>
                  <a:pt x="6604503" y="0"/>
                </a:lnTo>
                <a:lnTo>
                  <a:pt x="6604503" y="5797156"/>
                </a:lnTo>
                <a:cubicBezTo>
                  <a:pt x="6604503" y="6129629"/>
                  <a:pt x="6334980" y="6399152"/>
                  <a:pt x="6002507"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effectLst/>
              </a:defRPr>
            </a:lvl1pPr>
          </a:lstStyle>
          <a:p>
            <a:fld id="{9B0F68CC-6BDD-49E7-8971-97164A4B1FA2}" type="datetime1">
              <a:rPr lang="en-US" smtClean="0"/>
              <a:t>10/27/2025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87179047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29768" y="411480"/>
            <a:ext cx="11045952" cy="1828800"/>
          </a:xfrm>
        </p:spPr>
        <p:txBody>
          <a:bodyPr anchor="t">
            <a:normAutofit/>
          </a:bodyPr>
          <a:lstStyle>
            <a:lvl1pPr>
              <a:defRPr sz="8000"/>
            </a:lvl1pPr>
          </a:lstStyle>
          <a:p>
            <a:r>
              <a:rPr lang="en-US" dirty="0"/>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272784" y="2423160"/>
            <a:ext cx="5202936" cy="3858768"/>
          </a:xfrm>
        </p:spPr>
        <p:txBody>
          <a:bodyPr vert="horz" lIns="91440" tIns="45720" rIns="91440" bIns="45720" rtlCol="0">
            <a:normAutofit/>
          </a:bodyPr>
          <a:lstStyle>
            <a:lvl1pPr marL="457200" indent="-457200">
              <a:buFont typeface="+mj-lt"/>
              <a:buAutoNum type="arabicPeriod"/>
              <a:defRPr lang="en-US" dirty="0"/>
            </a:lvl1pPr>
            <a:lvl2pPr marL="571500" indent="-342900">
              <a:buFont typeface="+mj-lt"/>
              <a:buAutoNum type="alphaLcPeriod"/>
              <a:defRPr lang="en-US" dirty="0"/>
            </a:lvl2pPr>
            <a:lvl3pPr marL="800100" indent="-342900">
              <a:buFont typeface="+mj-lt"/>
              <a:buAutoNum type="romanLcPeriod"/>
              <a:defRPr lang="en-US" dirty="0"/>
            </a:lvl3pPr>
            <a:lvl4pPr marL="914400" indent="-228600">
              <a:buFont typeface="+mj-lt"/>
              <a:buAutoNum type="arabicParenR"/>
              <a:defRPr lang="en-US" dirty="0"/>
            </a:lvl4pPr>
            <a:lvl5pPr marL="1143000" indent="-228600">
              <a:buFont typeface="+mj-lt"/>
              <a:buAutoNum type="alphaLcParen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E244D5D5-F2FF-4BCB-BACC-FA9A736697CB}" type="datetime1">
              <a:rPr lang="en-US" smtClean="0"/>
              <a:t>10/27/2025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852449514"/>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691006" y="998230"/>
            <a:ext cx="3951469" cy="1947672"/>
          </a:xfrm>
        </p:spPr>
        <p:txBody>
          <a:bodyPr anchor="b">
            <a:noAutofit/>
          </a:bodyPr>
          <a:lstStyle>
            <a:lvl1pPr>
              <a:defRPr sz="4400"/>
            </a:lvl1pPr>
          </a:lstStyle>
          <a:p>
            <a:r>
              <a:rPr lang="en-US" dirty="0"/>
              <a:t>Click to edit Master title style</a:t>
            </a:r>
          </a:p>
        </p:txBody>
      </p:sp>
      <p:sp>
        <p:nvSpPr>
          <p:cNvPr id="9" name="Picture Placeholder 3">
            <a:extLst>
              <a:ext uri="{FF2B5EF4-FFF2-40B4-BE49-F238E27FC236}">
                <a16:creationId xmlns:a16="http://schemas.microsoft.com/office/drawing/2014/main" id="{DD60ACDC-1760-F721-E270-0D2FC4872DF2}"/>
              </a:ext>
            </a:extLst>
          </p:cNvPr>
          <p:cNvSpPr>
            <a:spLocks noGrp="1"/>
          </p:cNvSpPr>
          <p:nvPr>
            <p:ph type="pic" sz="quarter" idx="15"/>
          </p:nvPr>
        </p:nvSpPr>
        <p:spPr>
          <a:xfrm>
            <a:off x="0" y="0"/>
            <a:ext cx="7002464" cy="6399152"/>
          </a:xfrm>
          <a:custGeom>
            <a:avLst/>
            <a:gdLst>
              <a:gd name="connsiteX0" fmla="*/ 0 w 7002464"/>
              <a:gd name="connsiteY0" fmla="*/ 0 h 6399152"/>
              <a:gd name="connsiteX1" fmla="*/ 7002464 w 7002464"/>
              <a:gd name="connsiteY1" fmla="*/ 0 h 6399152"/>
              <a:gd name="connsiteX2" fmla="*/ 7002464 w 7002464"/>
              <a:gd name="connsiteY2" fmla="*/ 5797156 h 6399152"/>
              <a:gd name="connsiteX3" fmla="*/ 6400468 w 7002464"/>
              <a:gd name="connsiteY3" fmla="*/ 6399152 h 6399152"/>
              <a:gd name="connsiteX4" fmla="*/ 0 w 7002464"/>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02464" h="6399152">
                <a:moveTo>
                  <a:pt x="0" y="0"/>
                </a:moveTo>
                <a:lnTo>
                  <a:pt x="7002464" y="0"/>
                </a:lnTo>
                <a:lnTo>
                  <a:pt x="7002464" y="5797156"/>
                </a:lnTo>
                <a:cubicBezTo>
                  <a:pt x="7002464" y="6129629"/>
                  <a:pt x="6732941" y="6399152"/>
                  <a:pt x="6400468" y="6399152"/>
                </a:cubicBezTo>
                <a:lnTo>
                  <a:pt x="0" y="6399152"/>
                </a:lnTo>
                <a:close/>
              </a:path>
            </a:pathLst>
          </a:custGeom>
          <a:blipFill dpi="0" rotWithShape="1">
            <a:blip r:embed="rId2" cstate="screen">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691007" y="3099815"/>
            <a:ext cx="3951469" cy="3084599"/>
          </a:xfrm>
        </p:spPr>
        <p:txBody>
          <a:bodyPr>
            <a:normAutofit/>
          </a:bodyPr>
          <a:lstStyle>
            <a:lvl1pPr marL="342900" indent="-342900">
              <a:buFont typeface="+mj-lt"/>
              <a:buAutoNum type="arabicPeriod"/>
              <a:defRPr sz="1800"/>
            </a:lvl1pPr>
            <a:lvl2pPr marL="571500" indent="-342900">
              <a:buFont typeface="+mj-lt"/>
              <a:buAutoNum type="alphaLcPeriod"/>
              <a:defRPr sz="1600"/>
            </a:lvl2pPr>
            <a:lvl3pPr marL="800100" indent="-342900">
              <a:buFont typeface="+mj-lt"/>
              <a:buAutoNum type="romanLcPeriod"/>
              <a:defRPr sz="1400"/>
            </a:lvl3pPr>
            <a:lvl4pPr marL="914400" indent="-228600">
              <a:buFont typeface="+mj-lt"/>
              <a:buAutoNum type="arabicParenR"/>
              <a:defRPr sz="1200"/>
            </a:lvl4pPr>
            <a:lvl5pPr marL="1143000" indent="-228600">
              <a:buFont typeface="+mj-lt"/>
              <a:buAutoNum type="alphaLcParen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C747D10D-DAA6-49BD-BCDC-42DE71F72A89}"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57092544"/>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478024"/>
            <a:ext cx="4325112" cy="2454796"/>
          </a:xfrm>
        </p:spPr>
        <p:txBody>
          <a:bodyPr anchor="t">
            <a:normAutofit/>
          </a:bodyPr>
          <a:lstStyle>
            <a:lvl1pPr>
              <a:defRPr sz="4400"/>
            </a:lvl1pPr>
          </a:lstStyle>
          <a:p>
            <a:r>
              <a:rPr lang="en-US"/>
              <a:t>Click to edit Master title style</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478024"/>
            <a:ext cx="4325112" cy="245479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marL="228600" marR="0" lvl="0" indent="-228600" algn="l" defTabSz="914400" rtl="0" eaLnBrk="1" fontAlgn="auto" latinLnBrk="0" hangingPunct="1">
              <a:lnSpc>
                <a:spcPct val="120000"/>
              </a:lnSpc>
              <a:spcBef>
                <a:spcPts val="10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131313"/>
                </a:solidFill>
                <a:effectLst/>
                <a:uLnTx/>
                <a:uFillTx/>
                <a:latin typeface="Neue Haas Grotesk Text Pro"/>
                <a:ea typeface="+mn-ea"/>
                <a:cs typeface="+mn-cs"/>
              </a:rPr>
              <a:t>Click to edit Master text styles</a:t>
            </a:r>
          </a:p>
          <a:p>
            <a:pPr marL="457200" marR="0" lvl="1"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srgbClr val="131313"/>
                </a:solidFill>
                <a:effectLst/>
                <a:uLnTx/>
                <a:uFillTx/>
                <a:latin typeface="Neue Haas Grotesk Text Pro"/>
                <a:ea typeface="+mn-ea"/>
                <a:cs typeface="+mn-cs"/>
              </a:rPr>
              <a:t>Second level</a:t>
            </a:r>
          </a:p>
          <a:p>
            <a:pPr marL="685800" marR="0" lvl="2"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31313"/>
                </a:solidFill>
                <a:effectLst/>
                <a:uLnTx/>
                <a:uFillTx/>
                <a:latin typeface="Neue Haas Grotesk Text Pro"/>
                <a:ea typeface="+mn-ea"/>
                <a:cs typeface="+mn-cs"/>
              </a:rPr>
              <a:t>Third level</a:t>
            </a:r>
          </a:p>
          <a:p>
            <a:pPr marL="914400" marR="0" lvl="3"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31313"/>
                </a:solidFill>
                <a:effectLst/>
                <a:uLnTx/>
                <a:uFillTx/>
                <a:latin typeface="Neue Haas Grotesk Text Pro"/>
                <a:ea typeface="+mn-ea"/>
                <a:cs typeface="+mn-cs"/>
              </a:rPr>
              <a:t>Fourth level</a:t>
            </a:r>
          </a:p>
          <a:p>
            <a:pPr marL="1143000" marR="0" lvl="4" indent="-228600" algn="l" defTabSz="914400" rtl="0" eaLnBrk="1" fontAlgn="auto" latinLnBrk="0" hangingPunct="1">
              <a:lnSpc>
                <a:spcPct val="120000"/>
              </a:lnSpc>
              <a:spcBef>
                <a:spcPts val="500"/>
              </a:spcBef>
              <a:spcAft>
                <a:spcPts val="0"/>
              </a:spcAft>
              <a:buClrTx/>
              <a:buSzTx/>
              <a:buFont typeface="Arial" panose="020B0604020202020204" pitchFamily="34" charset="0"/>
              <a:buChar char="•"/>
              <a:tabLst/>
              <a:defRPr/>
            </a:pPr>
            <a:r>
              <a:rPr kumimoji="0" lang="en-US" sz="1100" b="0" i="0" u="none" strike="noStrike" kern="1200" cap="none" spc="0" normalizeH="0" baseline="0" noProof="0" dirty="0">
                <a:ln>
                  <a:noFill/>
                </a:ln>
                <a:solidFill>
                  <a:srgbClr val="131313"/>
                </a:solidFill>
                <a:effectLst/>
                <a:uLnTx/>
                <a:uFillTx/>
                <a:latin typeface="Neue Haas Grotesk Text Pro"/>
                <a:ea typeface="+mn-ea"/>
                <a:cs typeface="+mn-cs"/>
              </a:rPr>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A99C55D-C47D-42B9-AD20-3E2CCE08596C}" type="datetime1">
              <a:rPr lang="en-US" smtClean="0"/>
              <a:t>10/27/2025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83452614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14984" y="2039112"/>
            <a:ext cx="3813048" cy="353872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422392" y="2039112"/>
            <a:ext cx="5047488" cy="3538728"/>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1EA44AD-1FB0-4882-B380-D102D5E41B49}" type="datetime1">
              <a:rPr lang="en-US" smtClean="0"/>
              <a:t>10/27/2025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7447629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00200"/>
            <a:ext cx="4142232" cy="46360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422392" y="1600200"/>
            <a:ext cx="5788152" cy="463600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21FD0E9-BB2A-40F4-9FCA-339953EA9BCB}" type="datetime1">
              <a:rPr lang="en-US" smtClean="0"/>
              <a:t>10/27/2025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63454376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7" y="640079"/>
            <a:ext cx="4032505" cy="3621024"/>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422392" y="640715"/>
            <a:ext cx="5968098" cy="5719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82DCE86-7B4C-43EC-801D-4B957536C306}" type="datetime1">
              <a:rPr lang="en-US" smtClean="0"/>
              <a:t>10/27/2025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3172409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640080"/>
            <a:ext cx="3493008" cy="3621024"/>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25696" y="640080"/>
            <a:ext cx="7159752" cy="572414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FD3FCD9-BE24-4676-9D2E-63D9ED82EDA2}" type="datetime1">
              <a:rPr lang="en-US" smtClean="0"/>
              <a:t>10/27/2025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68795653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b">
            <a:normAutofit/>
          </a:bodyPr>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29450"/>
            <a:ext cx="11924209" cy="6199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1CA290A-121B-47D5-B4CD-63E70D76A5D5}" type="datetime1">
              <a:rPr lang="en-US" smtClean="0"/>
              <a:t>10/27/2025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2018819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Content Photo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4480560"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7" y="2276856"/>
            <a:ext cx="448056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CE823DF8-AABE-3B17-254E-81CD7CA2B5BF}"/>
              </a:ext>
            </a:extLst>
          </p:cNvPr>
          <p:cNvSpPr>
            <a:spLocks noGrp="1"/>
          </p:cNvSpPr>
          <p:nvPr>
            <p:ph type="pic" sz="quarter" idx="15"/>
          </p:nvPr>
        </p:nvSpPr>
        <p:spPr>
          <a:xfrm>
            <a:off x="5737594" y="0"/>
            <a:ext cx="6454406" cy="6399152"/>
          </a:xfrm>
          <a:custGeom>
            <a:avLst/>
            <a:gdLst>
              <a:gd name="connsiteX0" fmla="*/ 0 w 6454406"/>
              <a:gd name="connsiteY0" fmla="*/ 0 h 6399152"/>
              <a:gd name="connsiteX1" fmla="*/ 6454406 w 6454406"/>
              <a:gd name="connsiteY1" fmla="*/ 0 h 6399152"/>
              <a:gd name="connsiteX2" fmla="*/ 6454406 w 6454406"/>
              <a:gd name="connsiteY2" fmla="*/ 6399152 h 6399152"/>
              <a:gd name="connsiteX3" fmla="*/ 601995 w 6454406"/>
              <a:gd name="connsiteY3" fmla="*/ 6399152 h 6399152"/>
              <a:gd name="connsiteX4" fmla="*/ 0 w 6454406"/>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6" h="6399152">
                <a:moveTo>
                  <a:pt x="0" y="0"/>
                </a:moveTo>
                <a:lnTo>
                  <a:pt x="6454406" y="0"/>
                </a:lnTo>
                <a:lnTo>
                  <a:pt x="6454406" y="6399152"/>
                </a:lnTo>
                <a:lnTo>
                  <a:pt x="601995" y="6399152"/>
                </a:lnTo>
                <a:cubicBezTo>
                  <a:pt x="269522"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60A58D8-7EDF-40A6-A98C-8CBDF59A319E}"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9551918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601755"/>
            <a:ext cx="4389120"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6F26914B-7405-10AB-A859-8165D7B1A93C}"/>
              </a:ext>
            </a:extLst>
          </p:cNvPr>
          <p:cNvSpPr>
            <a:spLocks noGrp="1"/>
          </p:cNvSpPr>
          <p:nvPr>
            <p:ph type="pic" sz="quarter" idx="15"/>
          </p:nvPr>
        </p:nvSpPr>
        <p:spPr>
          <a:xfrm>
            <a:off x="0" y="1"/>
            <a:ext cx="6591300" cy="6410303"/>
          </a:xfrm>
          <a:custGeom>
            <a:avLst/>
            <a:gdLst>
              <a:gd name="connsiteX0" fmla="*/ 0 w 6591300"/>
              <a:gd name="connsiteY0" fmla="*/ 0 h 6410303"/>
              <a:gd name="connsiteX1" fmla="*/ 6591300 w 6591300"/>
              <a:gd name="connsiteY1" fmla="*/ 0 h 6410303"/>
              <a:gd name="connsiteX2" fmla="*/ 6591300 w 6591300"/>
              <a:gd name="connsiteY2" fmla="*/ 5807073 h 6410303"/>
              <a:gd name="connsiteX3" fmla="*/ 5988070 w 6591300"/>
              <a:gd name="connsiteY3" fmla="*/ 6410303 h 6410303"/>
              <a:gd name="connsiteX4" fmla="*/ 0 w 6591300"/>
              <a:gd name="connsiteY4" fmla="*/ 6410303 h 64103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410303">
                <a:moveTo>
                  <a:pt x="0" y="0"/>
                </a:moveTo>
                <a:lnTo>
                  <a:pt x="6591300" y="0"/>
                </a:lnTo>
                <a:lnTo>
                  <a:pt x="6591300" y="5807073"/>
                </a:lnTo>
                <a:cubicBezTo>
                  <a:pt x="6591300" y="6140228"/>
                  <a:pt x="6321225" y="6410303"/>
                  <a:pt x="5988070" y="6410303"/>
                </a:cubicBezTo>
                <a:lnTo>
                  <a:pt x="0" y="6410303"/>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2276856"/>
            <a:ext cx="4389120" cy="40416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6DF7C3E-B5DF-4043-B2F9-CD94B277B81B}"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9557551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3401568" cy="152704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29768"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58FA1BA0-D099-705F-F85E-3FBC782F7651}"/>
              </a:ext>
            </a:extLst>
          </p:cNvPr>
          <p:cNvSpPr>
            <a:spLocks noGrp="1"/>
          </p:cNvSpPr>
          <p:nvPr>
            <p:ph type="pic" sz="quarter" idx="15"/>
          </p:nvPr>
        </p:nvSpPr>
        <p:spPr>
          <a:xfrm>
            <a:off x="4502843" y="2"/>
            <a:ext cx="7689157" cy="6399151"/>
          </a:xfrm>
          <a:custGeom>
            <a:avLst/>
            <a:gdLst>
              <a:gd name="connsiteX0" fmla="*/ 0 w 7689157"/>
              <a:gd name="connsiteY0" fmla="*/ 0 h 6399151"/>
              <a:gd name="connsiteX1" fmla="*/ 7689157 w 7689157"/>
              <a:gd name="connsiteY1" fmla="*/ 0 h 6399151"/>
              <a:gd name="connsiteX2" fmla="*/ 7689157 w 7689157"/>
              <a:gd name="connsiteY2" fmla="*/ 6399151 h 6399151"/>
              <a:gd name="connsiteX3" fmla="*/ 601997 w 7689157"/>
              <a:gd name="connsiteY3" fmla="*/ 6399151 h 6399151"/>
              <a:gd name="connsiteX4" fmla="*/ 0 w 7689157"/>
              <a:gd name="connsiteY4" fmla="*/ 5797155 h 63991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1">
                <a:moveTo>
                  <a:pt x="0" y="0"/>
                </a:moveTo>
                <a:lnTo>
                  <a:pt x="7689157" y="0"/>
                </a:lnTo>
                <a:lnTo>
                  <a:pt x="7689157" y="6399151"/>
                </a:lnTo>
                <a:lnTo>
                  <a:pt x="601997" y="6399151"/>
                </a:lnTo>
                <a:cubicBezTo>
                  <a:pt x="269523" y="6399151"/>
                  <a:pt x="0" y="6129628"/>
                  <a:pt x="0" y="5797155"/>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84F04B89-F088-43E2-8F95-5A2E5E9F612E}"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4233619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21040" y="603504"/>
            <a:ext cx="3401568" cy="152704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F44EE1A0-D83B-FE6C-4495-F55C5070D5D1}"/>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21040" y="2276856"/>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A0FCFF8D-E3E3-4D6C-85D1-1D24204FD961}"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60953817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Content Photo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4162318"/>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8">
            <a:extLst>
              <a:ext uri="{FF2B5EF4-FFF2-40B4-BE49-F238E27FC236}">
                <a16:creationId xmlns:a16="http://schemas.microsoft.com/office/drawing/2014/main" id="{0696DEB7-ADC8-3E90-7A63-F11D6535D0E4}"/>
              </a:ext>
            </a:extLst>
          </p:cNvPr>
          <p:cNvSpPr>
            <a:spLocks noGrp="1"/>
          </p:cNvSpPr>
          <p:nvPr>
            <p:ph type="pic" sz="quarter" idx="15"/>
          </p:nvPr>
        </p:nvSpPr>
        <p:spPr>
          <a:xfrm>
            <a:off x="0" y="0"/>
            <a:ext cx="11750040" cy="3806246"/>
          </a:xfrm>
          <a:custGeom>
            <a:avLst/>
            <a:gdLst>
              <a:gd name="connsiteX0" fmla="*/ 0 w 11733150"/>
              <a:gd name="connsiteY0" fmla="*/ 0 h 3806246"/>
              <a:gd name="connsiteX1" fmla="*/ 11733150 w 11733150"/>
              <a:gd name="connsiteY1" fmla="*/ 0 h 3806246"/>
              <a:gd name="connsiteX2" fmla="*/ 11733150 w 11733150"/>
              <a:gd name="connsiteY2" fmla="*/ 3204250 h 3806246"/>
              <a:gd name="connsiteX3" fmla="*/ 11131154 w 11733150"/>
              <a:gd name="connsiteY3" fmla="*/ 3806246 h 3806246"/>
              <a:gd name="connsiteX4" fmla="*/ 0 w 11733150"/>
              <a:gd name="connsiteY4" fmla="*/ 3806246 h 38062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33150" h="3806246">
                <a:moveTo>
                  <a:pt x="0" y="0"/>
                </a:moveTo>
                <a:lnTo>
                  <a:pt x="11733150" y="0"/>
                </a:lnTo>
                <a:lnTo>
                  <a:pt x="11733150" y="3204250"/>
                </a:lnTo>
                <a:cubicBezTo>
                  <a:pt x="11733150" y="3536723"/>
                  <a:pt x="11463627" y="3806246"/>
                  <a:pt x="11131154" y="3806246"/>
                </a:cubicBezTo>
                <a:lnTo>
                  <a:pt x="0" y="380624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479AD81-0F74-4052-9D15-1FCBE10FF531}"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86559213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61425"/>
            <a:ext cx="2953618" cy="189280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561425"/>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20558516-7088-BB33-D6DC-15ED4C60CBAF}"/>
              </a:ext>
            </a:extLst>
          </p:cNvPr>
          <p:cNvSpPr>
            <a:spLocks noGrp="1"/>
          </p:cNvSpPr>
          <p:nvPr>
            <p:ph type="pic" sz="quarter" idx="15"/>
          </p:nvPr>
        </p:nvSpPr>
        <p:spPr>
          <a:xfrm>
            <a:off x="441960" y="3067414"/>
            <a:ext cx="11750040" cy="3790586"/>
          </a:xfrm>
          <a:custGeom>
            <a:avLst/>
            <a:gdLst>
              <a:gd name="connsiteX0" fmla="*/ 603695 w 11750040"/>
              <a:gd name="connsiteY0" fmla="*/ 0 h 3790586"/>
              <a:gd name="connsiteX1" fmla="*/ 11750040 w 11750040"/>
              <a:gd name="connsiteY1" fmla="*/ 0 h 3790586"/>
              <a:gd name="connsiteX2" fmla="*/ 11750040 w 11750040"/>
              <a:gd name="connsiteY2" fmla="*/ 3790586 h 3790586"/>
              <a:gd name="connsiteX3" fmla="*/ 0 w 11750040"/>
              <a:gd name="connsiteY3" fmla="*/ 3790586 h 3790586"/>
              <a:gd name="connsiteX4" fmla="*/ 0 w 11750040"/>
              <a:gd name="connsiteY4" fmla="*/ 603695 h 3790586"/>
              <a:gd name="connsiteX5" fmla="*/ 603695 w 11750040"/>
              <a:gd name="connsiteY5" fmla="*/ 0 h 379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750040" h="3790586">
                <a:moveTo>
                  <a:pt x="603695" y="0"/>
                </a:moveTo>
                <a:lnTo>
                  <a:pt x="11750040" y="0"/>
                </a:lnTo>
                <a:lnTo>
                  <a:pt x="11750040" y="3790586"/>
                </a:lnTo>
                <a:lnTo>
                  <a:pt x="0" y="3790586"/>
                </a:lnTo>
                <a:lnTo>
                  <a:pt x="0" y="603695"/>
                </a:lnTo>
                <a:cubicBezTo>
                  <a:pt x="0" y="270283"/>
                  <a:pt x="270283" y="0"/>
                  <a:pt x="603695" y="0"/>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40460"/>
            <a:ext cx="3494314" cy="338328"/>
          </a:xfrm>
        </p:spPr>
        <p:txBody>
          <a:bodyPr/>
          <a:lstStyle/>
          <a:p>
            <a:fld id="{58567813-D47B-4BA9-A366-45E7794B6608}"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40460"/>
            <a:ext cx="2805405"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40460"/>
            <a:ext cx="429207" cy="338328"/>
          </a:xfrm>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3748486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1078992"/>
            <a:ext cx="3273552" cy="1947672"/>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8073E866-A871-62F7-1E54-F2A44278F834}"/>
              </a:ext>
            </a:extLst>
          </p:cNvPr>
          <p:cNvSpPr>
            <a:spLocks noGrp="1"/>
          </p:cNvSpPr>
          <p:nvPr>
            <p:ph type="pic" sz="quarter" idx="15"/>
          </p:nvPr>
        </p:nvSpPr>
        <p:spPr>
          <a:xfrm>
            <a:off x="0" y="0"/>
            <a:ext cx="7734300" cy="6399152"/>
          </a:xfrm>
          <a:custGeom>
            <a:avLst/>
            <a:gdLst>
              <a:gd name="connsiteX0" fmla="*/ 0 w 7734300"/>
              <a:gd name="connsiteY0" fmla="*/ 0 h 6399152"/>
              <a:gd name="connsiteX1" fmla="*/ 7734300 w 7734300"/>
              <a:gd name="connsiteY1" fmla="*/ 0 h 6399152"/>
              <a:gd name="connsiteX2" fmla="*/ 7734300 w 7734300"/>
              <a:gd name="connsiteY2" fmla="*/ 5797156 h 6399152"/>
              <a:gd name="connsiteX3" fmla="*/ 7132304 w 7734300"/>
              <a:gd name="connsiteY3" fmla="*/ 6399152 h 6399152"/>
              <a:gd name="connsiteX4" fmla="*/ 0 w 7734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34300" h="6399152">
                <a:moveTo>
                  <a:pt x="0" y="0"/>
                </a:moveTo>
                <a:lnTo>
                  <a:pt x="7734300" y="0"/>
                </a:lnTo>
                <a:lnTo>
                  <a:pt x="7734300" y="5797156"/>
                </a:lnTo>
                <a:cubicBezTo>
                  <a:pt x="7734300" y="6129629"/>
                  <a:pt x="7464777" y="6399152"/>
                  <a:pt x="7132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3099816"/>
            <a:ext cx="3273552" cy="2953512"/>
          </a:xfrm>
        </p:spPr>
        <p:txBody>
          <a:bodyPr>
            <a:normAutofit/>
          </a:bodyPr>
          <a:lstStyle>
            <a:lvl1pPr marL="285750" indent="-285750">
              <a:buFont typeface="Arial" panose="020B0604020202020204" pitchFamily="34" charset="0"/>
              <a:buChar char="•"/>
              <a:defRPr sz="1600"/>
            </a:lvl1pPr>
            <a:lvl2pPr marL="514350" indent="-285750">
              <a:buFont typeface="Arial" panose="020B0604020202020204" pitchFamily="34" charset="0"/>
              <a:buChar char="•"/>
              <a:defRPr sz="1400"/>
            </a:lvl2pPr>
            <a:lvl3pPr marL="628650" indent="-171450">
              <a:buFont typeface="Arial" panose="020B0604020202020204" pitchFamily="34" charset="0"/>
              <a:buChar char="•"/>
              <a:defRPr sz="1200"/>
            </a:lvl3pPr>
            <a:lvl4pPr marL="857250" indent="-171450">
              <a:buFont typeface="Arial" panose="020B0604020202020204" pitchFamily="34" charset="0"/>
              <a:buChar char="•"/>
              <a:defRPr sz="1100"/>
            </a:lvl4pPr>
            <a:lvl5pPr marL="1085850" indent="-171450">
              <a:buFont typeface="Arial" panose="020B0604020202020204" pitchFamily="34" charset="0"/>
              <a:buChar char="•"/>
              <a:defRPr sz="105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D3C75A4F-7395-44C0-9A76-83F0F6EA512A}"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1210690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Content Photo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21733" y="5111854"/>
            <a:ext cx="3945468" cy="1389888"/>
          </a:xfrm>
        </p:spPr>
        <p:txBody>
          <a:bodyPr anchor="t">
            <a:norm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584372" y="5111854"/>
            <a:ext cx="6168356" cy="1389888"/>
          </a:xfrm>
        </p:spPr>
        <p:txBody>
          <a:bodyPr>
            <a:noAutofit/>
          </a:bodyPr>
          <a:lstStyle>
            <a:lvl1pPr marL="0" indent="0">
              <a:buFont typeface="Arial" panose="020B0604020202020204" pitchFamily="34" charset="0"/>
              <a:buNone/>
              <a:defRPr sz="1400"/>
            </a:lvl1pPr>
            <a:lvl2pPr marL="228600" indent="0">
              <a:buFont typeface="Arial" panose="020B0604020202020204" pitchFamily="34" charset="0"/>
              <a:buNone/>
              <a:defRPr sz="1200"/>
            </a:lvl2pPr>
            <a:lvl3pPr marL="457200" indent="0">
              <a:buFont typeface="Arial" panose="020B0604020202020204" pitchFamily="34" charset="0"/>
              <a:buNone/>
              <a:defRPr sz="1100"/>
            </a:lvl3pPr>
            <a:lvl4pPr marL="685800" indent="0">
              <a:buFont typeface="Arial" panose="020B0604020202020204" pitchFamily="34" charset="0"/>
              <a:buNone/>
              <a:defRPr sz="1050"/>
            </a:lvl4pPr>
            <a:lvl5pPr marL="914400" indent="0">
              <a:buFont typeface="Arial" panose="020B0604020202020204" pitchFamily="34" charset="0"/>
              <a:buNone/>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Picture Placeholder 8">
            <a:extLst>
              <a:ext uri="{FF2B5EF4-FFF2-40B4-BE49-F238E27FC236}">
                <a16:creationId xmlns:a16="http://schemas.microsoft.com/office/drawing/2014/main" id="{815B30A2-D0D1-DED2-1133-A673CEA16AE9}"/>
              </a:ext>
            </a:extLst>
          </p:cNvPr>
          <p:cNvSpPr>
            <a:spLocks noGrp="1"/>
          </p:cNvSpPr>
          <p:nvPr>
            <p:ph type="pic" sz="quarter" idx="15"/>
          </p:nvPr>
        </p:nvSpPr>
        <p:spPr>
          <a:xfrm>
            <a:off x="0" y="0"/>
            <a:ext cx="11750040" cy="4724868"/>
          </a:xfrm>
          <a:custGeom>
            <a:avLst/>
            <a:gdLst>
              <a:gd name="connsiteX0" fmla="*/ 0 w 11750040"/>
              <a:gd name="connsiteY0" fmla="*/ 0 h 4724868"/>
              <a:gd name="connsiteX1" fmla="*/ 11750040 w 11750040"/>
              <a:gd name="connsiteY1" fmla="*/ 0 h 4724868"/>
              <a:gd name="connsiteX2" fmla="*/ 11750040 w 11750040"/>
              <a:gd name="connsiteY2" fmla="*/ 4122872 h 4724868"/>
              <a:gd name="connsiteX3" fmla="*/ 11148044 w 11750040"/>
              <a:gd name="connsiteY3" fmla="*/ 4724868 h 4724868"/>
              <a:gd name="connsiteX4" fmla="*/ 0 w 11750040"/>
              <a:gd name="connsiteY4" fmla="*/ 4724868 h 4724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50040" h="4724868">
                <a:moveTo>
                  <a:pt x="0" y="0"/>
                </a:moveTo>
                <a:lnTo>
                  <a:pt x="11750040" y="0"/>
                </a:lnTo>
                <a:lnTo>
                  <a:pt x="11750040" y="4122872"/>
                </a:lnTo>
                <a:cubicBezTo>
                  <a:pt x="11750040" y="4455345"/>
                  <a:pt x="11480517" y="4724868"/>
                  <a:pt x="11148044" y="4724868"/>
                </a:cubicBezTo>
                <a:lnTo>
                  <a:pt x="0" y="4724868"/>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1B2EEDCC-520A-464B-900A-5F7E0E1FFC43}"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0704207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550408" y="548640"/>
            <a:ext cx="6035040" cy="1143000"/>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C1AB8ED2-AD91-CB22-5624-BD41AB32529E}"/>
              </a:ext>
            </a:extLst>
          </p:cNvPr>
          <p:cNvSpPr>
            <a:spLocks noGrp="1"/>
          </p:cNvSpPr>
          <p:nvPr>
            <p:ph type="pic" sz="quarter" idx="15"/>
          </p:nvPr>
        </p:nvSpPr>
        <p:spPr>
          <a:xfrm>
            <a:off x="0" y="0"/>
            <a:ext cx="4844052" cy="6399152"/>
          </a:xfrm>
          <a:custGeom>
            <a:avLst/>
            <a:gdLst>
              <a:gd name="connsiteX0" fmla="*/ 0 w 4844052"/>
              <a:gd name="connsiteY0" fmla="*/ 0 h 6399152"/>
              <a:gd name="connsiteX1" fmla="*/ 4844052 w 4844052"/>
              <a:gd name="connsiteY1" fmla="*/ 0 h 6399152"/>
              <a:gd name="connsiteX2" fmla="*/ 4844052 w 4844052"/>
              <a:gd name="connsiteY2" fmla="*/ 5795922 h 6399152"/>
              <a:gd name="connsiteX3" fmla="*/ 4240822 w 4844052"/>
              <a:gd name="connsiteY3" fmla="*/ 6399152 h 6399152"/>
              <a:gd name="connsiteX4" fmla="*/ 0 w 4844052"/>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44052" h="6399152">
                <a:moveTo>
                  <a:pt x="0" y="0"/>
                </a:moveTo>
                <a:lnTo>
                  <a:pt x="4844052" y="0"/>
                </a:lnTo>
                <a:lnTo>
                  <a:pt x="4844052" y="5795922"/>
                </a:lnTo>
                <a:cubicBezTo>
                  <a:pt x="4844052" y="6129077"/>
                  <a:pt x="4573977" y="6399152"/>
                  <a:pt x="4240822"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550408"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6C1D43-E95A-44CE-BF39-AC264176BC74}"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3336385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40"/>
            <a:ext cx="6135624" cy="1143000"/>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828800"/>
            <a:ext cx="6135624"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D436AA50-FCF9-9A32-68F8-A124C794908D}"/>
              </a:ext>
            </a:extLst>
          </p:cNvPr>
          <p:cNvSpPr>
            <a:spLocks noGrp="1"/>
          </p:cNvSpPr>
          <p:nvPr>
            <p:ph type="pic" sz="quarter" idx="15"/>
          </p:nvPr>
        </p:nvSpPr>
        <p:spPr>
          <a:xfrm>
            <a:off x="7353304" y="0"/>
            <a:ext cx="4838696" cy="6399152"/>
          </a:xfrm>
          <a:custGeom>
            <a:avLst/>
            <a:gdLst>
              <a:gd name="connsiteX0" fmla="*/ 0 w 4838696"/>
              <a:gd name="connsiteY0" fmla="*/ 0 h 6399152"/>
              <a:gd name="connsiteX1" fmla="*/ 4838696 w 4838696"/>
              <a:gd name="connsiteY1" fmla="*/ 0 h 6399152"/>
              <a:gd name="connsiteX2" fmla="*/ 4838696 w 4838696"/>
              <a:gd name="connsiteY2" fmla="*/ 6399152 h 6399152"/>
              <a:gd name="connsiteX3" fmla="*/ 603230 w 4838696"/>
              <a:gd name="connsiteY3" fmla="*/ 6399152 h 6399152"/>
              <a:gd name="connsiteX4" fmla="*/ 0 w 4838696"/>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38696" h="6399152">
                <a:moveTo>
                  <a:pt x="0" y="0"/>
                </a:moveTo>
                <a:lnTo>
                  <a:pt x="4838696" y="0"/>
                </a:lnTo>
                <a:lnTo>
                  <a:pt x="4838696"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F84395D-714C-468A-B505-16E3BDC41D6C}"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14745368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96328" y="320040"/>
            <a:ext cx="4389120" cy="932688"/>
          </a:xfrm>
        </p:spPr>
        <p:txBody>
          <a:bodyPr anchor="b"/>
          <a:lstStyle/>
          <a:p>
            <a:r>
              <a:rPr lang="en-US"/>
              <a:t>Click to edit Master title style</a:t>
            </a:r>
          </a:p>
        </p:txBody>
      </p:sp>
      <p:sp>
        <p:nvSpPr>
          <p:cNvPr id="11" name="Picture Placeholder 9">
            <a:extLst>
              <a:ext uri="{FF2B5EF4-FFF2-40B4-BE49-F238E27FC236}">
                <a16:creationId xmlns:a16="http://schemas.microsoft.com/office/drawing/2014/main" id="{6B8A8E1B-B99E-8C69-154E-2FAADB07D510}"/>
              </a:ext>
            </a:extLst>
          </p:cNvPr>
          <p:cNvSpPr>
            <a:spLocks noGrp="1"/>
          </p:cNvSpPr>
          <p:nvPr>
            <p:ph type="pic" sz="quarter" idx="15"/>
          </p:nvPr>
        </p:nvSpPr>
        <p:spPr>
          <a:xfrm>
            <a:off x="0" y="0"/>
            <a:ext cx="6591300" cy="6399152"/>
          </a:xfrm>
          <a:custGeom>
            <a:avLst/>
            <a:gdLst>
              <a:gd name="connsiteX0" fmla="*/ 0 w 6591300"/>
              <a:gd name="connsiteY0" fmla="*/ 0 h 6399152"/>
              <a:gd name="connsiteX1" fmla="*/ 6591300 w 6591300"/>
              <a:gd name="connsiteY1" fmla="*/ 0 h 6399152"/>
              <a:gd name="connsiteX2" fmla="*/ 6591300 w 6591300"/>
              <a:gd name="connsiteY2" fmla="*/ 5797156 h 6399152"/>
              <a:gd name="connsiteX3" fmla="*/ 5989304 w 6591300"/>
              <a:gd name="connsiteY3" fmla="*/ 6399152 h 6399152"/>
              <a:gd name="connsiteX4" fmla="*/ 0 w 6591300"/>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91300" h="6399152">
                <a:moveTo>
                  <a:pt x="0" y="0"/>
                </a:moveTo>
                <a:lnTo>
                  <a:pt x="6591300" y="0"/>
                </a:lnTo>
                <a:lnTo>
                  <a:pt x="6591300" y="5797156"/>
                </a:lnTo>
                <a:cubicBezTo>
                  <a:pt x="6591300" y="6129629"/>
                  <a:pt x="6321777" y="6399152"/>
                  <a:pt x="5989304"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96328" y="1380744"/>
            <a:ext cx="438912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009D615-5030-44BE-B1E7-FCAF557FFC34}"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661212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320040"/>
            <a:ext cx="4573413"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429766" y="1380744"/>
            <a:ext cx="4573413"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BD82EEA-7278-1A73-C95C-473F75B54048}"/>
              </a:ext>
            </a:extLst>
          </p:cNvPr>
          <p:cNvSpPr>
            <a:spLocks noGrp="1"/>
          </p:cNvSpPr>
          <p:nvPr>
            <p:ph type="pic" sz="quarter" idx="15"/>
          </p:nvPr>
        </p:nvSpPr>
        <p:spPr>
          <a:xfrm>
            <a:off x="5737593" y="0"/>
            <a:ext cx="6454407" cy="6399152"/>
          </a:xfrm>
          <a:custGeom>
            <a:avLst/>
            <a:gdLst>
              <a:gd name="connsiteX0" fmla="*/ 0 w 6454407"/>
              <a:gd name="connsiteY0" fmla="*/ 0 h 6399152"/>
              <a:gd name="connsiteX1" fmla="*/ 6454407 w 6454407"/>
              <a:gd name="connsiteY1" fmla="*/ 0 h 6399152"/>
              <a:gd name="connsiteX2" fmla="*/ 6454407 w 6454407"/>
              <a:gd name="connsiteY2" fmla="*/ 6399152 h 6399152"/>
              <a:gd name="connsiteX3" fmla="*/ 601996 w 6454407"/>
              <a:gd name="connsiteY3" fmla="*/ 6399152 h 6399152"/>
              <a:gd name="connsiteX4" fmla="*/ 0 w 6454407"/>
              <a:gd name="connsiteY4" fmla="*/ 5797156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54407" h="6399152">
                <a:moveTo>
                  <a:pt x="0" y="0"/>
                </a:moveTo>
                <a:lnTo>
                  <a:pt x="6454407" y="0"/>
                </a:lnTo>
                <a:lnTo>
                  <a:pt x="6454407" y="6399152"/>
                </a:lnTo>
                <a:lnTo>
                  <a:pt x="601996" y="6399152"/>
                </a:lnTo>
                <a:cubicBezTo>
                  <a:pt x="269523" y="6399152"/>
                  <a:pt x="0" y="6129629"/>
                  <a:pt x="0" y="5797156"/>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65D8DDD-BB5E-4F5B-81F2-5E5F98B403C0}"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372223496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603504"/>
            <a:ext cx="11155680" cy="970463"/>
          </a:xfrm>
        </p:spPr>
        <p:txBody>
          <a:bodyPr anchor="ctr"/>
          <a:lstStyle/>
          <a:p>
            <a:r>
              <a:rPr lang="en-US"/>
              <a:t>Click to edit Master title style</a:t>
            </a:r>
          </a:p>
        </p:txBody>
      </p:sp>
      <p:sp>
        <p:nvSpPr>
          <p:cNvPr id="9" name="Picture Placeholder 8">
            <a:extLst>
              <a:ext uri="{FF2B5EF4-FFF2-40B4-BE49-F238E27FC236}">
                <a16:creationId xmlns:a16="http://schemas.microsoft.com/office/drawing/2014/main" id="{19C22D85-D675-737B-9F54-B9D7FC819199}"/>
              </a:ext>
            </a:extLst>
          </p:cNvPr>
          <p:cNvSpPr>
            <a:spLocks noGrp="1"/>
          </p:cNvSpPr>
          <p:nvPr>
            <p:ph type="pic" sz="quarter" idx="15"/>
          </p:nvPr>
        </p:nvSpPr>
        <p:spPr>
          <a:xfrm>
            <a:off x="0" y="1828800"/>
            <a:ext cx="6707699" cy="5029200"/>
          </a:xfrm>
          <a:custGeom>
            <a:avLst/>
            <a:gdLst>
              <a:gd name="connsiteX0" fmla="*/ 0 w 6707699"/>
              <a:gd name="connsiteY0" fmla="*/ 0 h 5029200"/>
              <a:gd name="connsiteX1" fmla="*/ 6129259 w 6707699"/>
              <a:gd name="connsiteY1" fmla="*/ 0 h 5029200"/>
              <a:gd name="connsiteX2" fmla="*/ 6707699 w 6707699"/>
              <a:gd name="connsiteY2" fmla="*/ 578440 h 5029200"/>
              <a:gd name="connsiteX3" fmla="*/ 6707699 w 6707699"/>
              <a:gd name="connsiteY3" fmla="*/ 5029200 h 5029200"/>
              <a:gd name="connsiteX4" fmla="*/ 0 w 6707699"/>
              <a:gd name="connsiteY4" fmla="*/ 5029200 h 5029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07699" h="5029200">
                <a:moveTo>
                  <a:pt x="0" y="0"/>
                </a:moveTo>
                <a:lnTo>
                  <a:pt x="6129259" y="0"/>
                </a:lnTo>
                <a:cubicBezTo>
                  <a:pt x="6448723" y="0"/>
                  <a:pt x="6707699" y="258976"/>
                  <a:pt x="6707699" y="578440"/>
                </a:cubicBezTo>
                <a:lnTo>
                  <a:pt x="6707699" y="5029200"/>
                </a:lnTo>
                <a:lnTo>
                  <a:pt x="0" y="5029200"/>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389302" y="1828800"/>
            <a:ext cx="4196146" cy="45037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389302" y="6492240"/>
            <a:ext cx="1280160" cy="338328"/>
          </a:xfrm>
        </p:spPr>
        <p:txBody>
          <a:bodyPr/>
          <a:lstStyle/>
          <a:p>
            <a:fld id="{083588C5-4E32-4E6E-80AB-32A6125C957F}"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669462" y="6492240"/>
            <a:ext cx="2888554" cy="338328"/>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408790399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820076" y="320040"/>
            <a:ext cx="6766560" cy="932688"/>
          </a:xfrm>
        </p:spPr>
        <p:txBody>
          <a:bodyPr anchor="b"/>
          <a:lstStyle/>
          <a:p>
            <a:r>
              <a:rPr lang="en-US"/>
              <a:t>Click to edit Master title style</a:t>
            </a:r>
          </a:p>
        </p:txBody>
      </p:sp>
      <p:sp>
        <p:nvSpPr>
          <p:cNvPr id="11" name="Picture Placeholder 3">
            <a:extLst>
              <a:ext uri="{FF2B5EF4-FFF2-40B4-BE49-F238E27FC236}">
                <a16:creationId xmlns:a16="http://schemas.microsoft.com/office/drawing/2014/main" id="{1B32E518-8213-A79A-7E36-BA4D782F8ED4}"/>
              </a:ext>
            </a:extLst>
          </p:cNvPr>
          <p:cNvSpPr>
            <a:spLocks noGrp="1"/>
          </p:cNvSpPr>
          <p:nvPr>
            <p:ph type="pic" sz="quarter" idx="15"/>
          </p:nvPr>
        </p:nvSpPr>
        <p:spPr>
          <a:xfrm>
            <a:off x="0" y="0"/>
            <a:ext cx="4147926" cy="6399152"/>
          </a:xfrm>
          <a:custGeom>
            <a:avLst/>
            <a:gdLst>
              <a:gd name="connsiteX0" fmla="*/ 0 w 4147926"/>
              <a:gd name="connsiteY0" fmla="*/ 0 h 6399152"/>
              <a:gd name="connsiteX1" fmla="*/ 4147926 w 4147926"/>
              <a:gd name="connsiteY1" fmla="*/ 0 h 6399152"/>
              <a:gd name="connsiteX2" fmla="*/ 4147926 w 4147926"/>
              <a:gd name="connsiteY2" fmla="*/ 5795922 h 6399152"/>
              <a:gd name="connsiteX3" fmla="*/ 3544696 w 4147926"/>
              <a:gd name="connsiteY3" fmla="*/ 6399152 h 6399152"/>
              <a:gd name="connsiteX4" fmla="*/ 0 w 4147926"/>
              <a:gd name="connsiteY4" fmla="*/ 639915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7926" h="6399152">
                <a:moveTo>
                  <a:pt x="0" y="0"/>
                </a:moveTo>
                <a:lnTo>
                  <a:pt x="4147926" y="0"/>
                </a:lnTo>
                <a:lnTo>
                  <a:pt x="4147926" y="5795922"/>
                </a:lnTo>
                <a:cubicBezTo>
                  <a:pt x="4147926" y="6129077"/>
                  <a:pt x="3877851" y="6399152"/>
                  <a:pt x="3544696" y="6399152"/>
                </a:cubicBezTo>
                <a:lnTo>
                  <a:pt x="0" y="6399152"/>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820076" y="1380744"/>
            <a:ext cx="676656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B337EAFE-6A88-4B1F-9ABC-CA3CFB830DD6}"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15078408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Content Photo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320040"/>
            <a:ext cx="6858000" cy="932688"/>
          </a:xfrm>
        </p:spPr>
        <p:txBody>
          <a:bodyPr anchor="b"/>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29768" y="1380744"/>
            <a:ext cx="6858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3">
            <a:extLst>
              <a:ext uri="{FF2B5EF4-FFF2-40B4-BE49-F238E27FC236}">
                <a16:creationId xmlns:a16="http://schemas.microsoft.com/office/drawing/2014/main" id="{22444857-0BC3-ACAE-DBB1-5D530AA35ED8}"/>
              </a:ext>
            </a:extLst>
          </p:cNvPr>
          <p:cNvSpPr>
            <a:spLocks noGrp="1"/>
          </p:cNvSpPr>
          <p:nvPr>
            <p:ph type="pic" sz="quarter" idx="15"/>
          </p:nvPr>
        </p:nvSpPr>
        <p:spPr>
          <a:xfrm>
            <a:off x="8046768" y="0"/>
            <a:ext cx="4145232" cy="6399152"/>
          </a:xfrm>
          <a:custGeom>
            <a:avLst/>
            <a:gdLst>
              <a:gd name="connsiteX0" fmla="*/ 0 w 4145232"/>
              <a:gd name="connsiteY0" fmla="*/ 0 h 6399152"/>
              <a:gd name="connsiteX1" fmla="*/ 4145232 w 4145232"/>
              <a:gd name="connsiteY1" fmla="*/ 0 h 6399152"/>
              <a:gd name="connsiteX2" fmla="*/ 4145232 w 4145232"/>
              <a:gd name="connsiteY2" fmla="*/ 6399152 h 6399152"/>
              <a:gd name="connsiteX3" fmla="*/ 603230 w 4145232"/>
              <a:gd name="connsiteY3" fmla="*/ 6399152 h 6399152"/>
              <a:gd name="connsiteX4" fmla="*/ 0 w 4145232"/>
              <a:gd name="connsiteY4" fmla="*/ 579592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45232" h="6399152">
                <a:moveTo>
                  <a:pt x="0" y="0"/>
                </a:moveTo>
                <a:lnTo>
                  <a:pt x="4145232" y="0"/>
                </a:lnTo>
                <a:lnTo>
                  <a:pt x="4145232" y="6399152"/>
                </a:lnTo>
                <a:lnTo>
                  <a:pt x="603230" y="6399152"/>
                </a:lnTo>
                <a:cubicBezTo>
                  <a:pt x="270075" y="6399152"/>
                  <a:pt x="0" y="6129077"/>
                  <a:pt x="0" y="579592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EF70683-5F2F-44F3-8B59-45258C4FD45A}"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C057153-B650-4DEB-B370-79DDCFDCE934}" type="slidenum">
              <a:rPr lang="en-US" smtClean="0"/>
              <a:pPr/>
              <a:t>‹#›</a:t>
            </a:fld>
            <a:endParaRPr lang="en-US" dirty="0"/>
          </a:p>
        </p:txBody>
      </p:sp>
    </p:spTree>
    <p:extLst>
      <p:ext uri="{BB962C8B-B14F-4D97-AF65-F5344CB8AC3E}">
        <p14:creationId xmlns:p14="http://schemas.microsoft.com/office/powerpoint/2010/main" val="209673001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48639"/>
            <a:ext cx="4855464" cy="1453896"/>
          </a:xfrm>
        </p:spPr>
        <p:txBody>
          <a:bodyPr anchor="t"/>
          <a:lstStyle/>
          <a:p>
            <a:r>
              <a:rPr lang="en-US"/>
              <a:t>Click to edit Master title style</a:t>
            </a:r>
          </a:p>
        </p:txBody>
      </p:sp>
      <p:sp>
        <p:nvSpPr>
          <p:cNvPr id="11" name="Picture Placeholder 8">
            <a:extLst>
              <a:ext uri="{FF2B5EF4-FFF2-40B4-BE49-F238E27FC236}">
                <a16:creationId xmlns:a16="http://schemas.microsoft.com/office/drawing/2014/main" id="{C202BC3A-8633-9F03-1586-99447DA1CFF3}"/>
              </a:ext>
            </a:extLst>
          </p:cNvPr>
          <p:cNvSpPr>
            <a:spLocks noGrp="1"/>
          </p:cNvSpPr>
          <p:nvPr>
            <p:ph type="pic" sz="quarter" idx="15"/>
          </p:nvPr>
        </p:nvSpPr>
        <p:spPr>
          <a:xfrm>
            <a:off x="0" y="2293496"/>
            <a:ext cx="5285232" cy="4564504"/>
          </a:xfrm>
          <a:custGeom>
            <a:avLst/>
            <a:gdLst>
              <a:gd name="connsiteX0" fmla="*/ 0 w 5285232"/>
              <a:gd name="connsiteY0" fmla="*/ 0 h 4564504"/>
              <a:gd name="connsiteX1" fmla="*/ 4706792 w 5285232"/>
              <a:gd name="connsiteY1" fmla="*/ 0 h 4564504"/>
              <a:gd name="connsiteX2" fmla="*/ 5285232 w 5285232"/>
              <a:gd name="connsiteY2" fmla="*/ 578440 h 4564504"/>
              <a:gd name="connsiteX3" fmla="*/ 5285232 w 5285232"/>
              <a:gd name="connsiteY3" fmla="*/ 4564504 h 4564504"/>
              <a:gd name="connsiteX4" fmla="*/ 0 w 5285232"/>
              <a:gd name="connsiteY4" fmla="*/ 4564504 h 45645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85232" h="4564504">
                <a:moveTo>
                  <a:pt x="0" y="0"/>
                </a:moveTo>
                <a:lnTo>
                  <a:pt x="4706792" y="0"/>
                </a:lnTo>
                <a:cubicBezTo>
                  <a:pt x="5026256" y="0"/>
                  <a:pt x="5285232" y="258976"/>
                  <a:pt x="5285232" y="578440"/>
                </a:cubicBezTo>
                <a:lnTo>
                  <a:pt x="5285232" y="4564504"/>
                </a:lnTo>
                <a:lnTo>
                  <a:pt x="0" y="4564504"/>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096000" y="6492240"/>
            <a:ext cx="2651760" cy="338328"/>
          </a:xfrm>
        </p:spPr>
        <p:txBody>
          <a:bodyPr/>
          <a:lstStyle/>
          <a:p>
            <a:fld id="{813EDC87-0EBE-4D2E-8804-E5F0EDA0B797}"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6987094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8" y="550218"/>
            <a:ext cx="3827439" cy="1453896"/>
          </a:xfrm>
        </p:spPr>
        <p:txBody>
          <a:bodyPr anchor="t">
            <a:normAutofit/>
          </a:bodyPr>
          <a:lstStyle>
            <a:lvl1pPr>
              <a:defRPr sz="3200"/>
            </a:lvl1pPr>
          </a:lstStyle>
          <a:p>
            <a:r>
              <a:rPr lang="en-US"/>
              <a:t>Click to edit Master title style</a:t>
            </a:r>
          </a:p>
        </p:txBody>
      </p:sp>
      <p:sp>
        <p:nvSpPr>
          <p:cNvPr id="10" name="Picture Placeholder 8">
            <a:extLst>
              <a:ext uri="{FF2B5EF4-FFF2-40B4-BE49-F238E27FC236}">
                <a16:creationId xmlns:a16="http://schemas.microsoft.com/office/drawing/2014/main" id="{E211327B-3880-6494-1C8F-EEE1BF913B81}"/>
              </a:ext>
            </a:extLst>
          </p:cNvPr>
          <p:cNvSpPr>
            <a:spLocks noGrp="1"/>
          </p:cNvSpPr>
          <p:nvPr>
            <p:ph type="pic" sz="quarter" idx="15"/>
          </p:nvPr>
        </p:nvSpPr>
        <p:spPr>
          <a:xfrm>
            <a:off x="0" y="2293494"/>
            <a:ext cx="4176819" cy="4564506"/>
          </a:xfrm>
          <a:custGeom>
            <a:avLst/>
            <a:gdLst>
              <a:gd name="connsiteX0" fmla="*/ 0 w 4176819"/>
              <a:gd name="connsiteY0" fmla="*/ 0 h 4564506"/>
              <a:gd name="connsiteX1" fmla="*/ 3598379 w 4176819"/>
              <a:gd name="connsiteY1" fmla="*/ 0 h 4564506"/>
              <a:gd name="connsiteX2" fmla="*/ 4176819 w 4176819"/>
              <a:gd name="connsiteY2" fmla="*/ 578440 h 4564506"/>
              <a:gd name="connsiteX3" fmla="*/ 4176819 w 4176819"/>
              <a:gd name="connsiteY3" fmla="*/ 4564506 h 4564506"/>
              <a:gd name="connsiteX4" fmla="*/ 0 w 4176819"/>
              <a:gd name="connsiteY4" fmla="*/ 4564506 h 45645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76819" h="4564506">
                <a:moveTo>
                  <a:pt x="0" y="0"/>
                </a:moveTo>
                <a:lnTo>
                  <a:pt x="3598379" y="0"/>
                </a:lnTo>
                <a:cubicBezTo>
                  <a:pt x="3917843" y="0"/>
                  <a:pt x="4176819" y="258976"/>
                  <a:pt x="4176819" y="578440"/>
                </a:cubicBezTo>
                <a:lnTo>
                  <a:pt x="4176819" y="4564506"/>
                </a:lnTo>
                <a:lnTo>
                  <a:pt x="0" y="4564506"/>
                </a:ln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20787" y="549275"/>
            <a:ext cx="6561138" cy="57881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5115073" y="6492240"/>
            <a:ext cx="2843784" cy="338328"/>
          </a:xfrm>
        </p:spPr>
        <p:txBody>
          <a:bodyPr/>
          <a:lstStyle/>
          <a:p>
            <a:fld id="{51CF56A9-FD41-47F4-80A0-DA74EEEC2541}"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91198911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Big Number">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93776" y="603504"/>
            <a:ext cx="11201400" cy="4206240"/>
          </a:xfrm>
        </p:spPr>
        <p:txBody>
          <a:bodyPr>
            <a:normAutofit/>
          </a:bodyPr>
          <a:lstStyle>
            <a:lvl1pPr algn="ctr">
              <a:defRPr sz="27800"/>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p>
            <a:fld id="{A4CBD270-9BF1-4C68-A7FA-BA016D8BB959}" type="datetime1">
              <a:rPr lang="en-US" smtClean="0"/>
              <a:t>10/27/2025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p:nvPr>
        </p:nvSpPr>
        <p:spPr>
          <a:xfrm>
            <a:off x="1389888" y="4809744"/>
            <a:ext cx="9345168" cy="1225296"/>
          </a:xfrm>
        </p:spPr>
        <p:txBody>
          <a:bodyPr>
            <a:normAutofit/>
          </a:bodyPr>
          <a:lstStyle>
            <a:lvl1pPr marL="0" indent="0" algn="ctr">
              <a:buNone/>
              <a:defRPr sz="2800" cap="all" baseline="0"/>
            </a:lvl1pPr>
            <a:lvl2pPr marL="228600" indent="0" algn="ctr">
              <a:buNone/>
              <a:defRPr sz="2400" cap="all" baseline="0"/>
            </a:lvl2pPr>
            <a:lvl3pPr marL="457200" indent="0" algn="ctr">
              <a:buNone/>
              <a:defRPr sz="2000" cap="all" baseline="0"/>
            </a:lvl3pPr>
            <a:lvl4pPr marL="685800" indent="0" algn="ctr">
              <a:buNone/>
              <a:defRPr sz="1800" cap="all" baseline="0"/>
            </a:lvl4pPr>
            <a:lvl5pPr marL="914400" indent="0" algn="ctr">
              <a:buNone/>
              <a:defRPr sz="1600" cap="all" baseline="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63478041"/>
      </p:ext>
    </p:extLst>
  </p:cSld>
  <p:clrMapOvr>
    <a:overrideClrMapping bg1="lt1" tx1="dk1" bg2="lt2" tx2="dk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Big Numb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E023AFB7-90A6-428C-A019-BBE6272496B8}" type="datetime1">
              <a:rPr lang="en-US" smtClean="0"/>
              <a:t>10/27/2025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490472"/>
          </a:xfrm>
        </p:spPr>
        <p:txBody>
          <a:bodyP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1583313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g Number 3">
    <p:bg>
      <p:bgRef idx="1001">
        <a:schemeClr val="bg1"/>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3193DB7D-955F-21DF-15DA-4285375617FC}"/>
              </a:ext>
            </a:extLst>
          </p:cNvPr>
          <p:cNvSpPr/>
          <p:nvPr userDrawn="1"/>
        </p:nvSpPr>
        <p:spPr>
          <a:xfrm>
            <a:off x="1" y="4783948"/>
            <a:ext cx="11762231" cy="2074052"/>
          </a:xfrm>
          <a:custGeom>
            <a:avLst/>
            <a:gdLst>
              <a:gd name="connsiteX0" fmla="*/ 0 w 11762231"/>
              <a:gd name="connsiteY0" fmla="*/ 0 h 2074052"/>
              <a:gd name="connsiteX1" fmla="*/ 112775 w 11762231"/>
              <a:gd name="connsiteY1" fmla="*/ 0 h 2074052"/>
              <a:gd name="connsiteX2" fmla="*/ 11102489 w 11762231"/>
              <a:gd name="connsiteY2" fmla="*/ 0 h 2074052"/>
              <a:gd name="connsiteX3" fmla="*/ 11437005 w 11762231"/>
              <a:gd name="connsiteY3" fmla="*/ 0 h 2074052"/>
              <a:gd name="connsiteX4" fmla="*/ 11762231 w 11762231"/>
              <a:gd name="connsiteY4" fmla="*/ 325226 h 2074052"/>
              <a:gd name="connsiteX5" fmla="*/ 11762231 w 11762231"/>
              <a:gd name="connsiteY5" fmla="*/ 2074052 h 2074052"/>
              <a:gd name="connsiteX6" fmla="*/ 11427715 w 11762231"/>
              <a:gd name="connsiteY6" fmla="*/ 2074052 h 2074052"/>
              <a:gd name="connsiteX7" fmla="*/ 112775 w 11762231"/>
              <a:gd name="connsiteY7" fmla="*/ 2074052 h 2074052"/>
              <a:gd name="connsiteX8" fmla="*/ 0 w 11762231"/>
              <a:gd name="connsiteY8" fmla="*/ 2074052 h 2074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62231" h="2074052">
                <a:moveTo>
                  <a:pt x="0" y="0"/>
                </a:moveTo>
                <a:lnTo>
                  <a:pt x="112775" y="0"/>
                </a:lnTo>
                <a:lnTo>
                  <a:pt x="11102489" y="0"/>
                </a:lnTo>
                <a:lnTo>
                  <a:pt x="11437005" y="0"/>
                </a:lnTo>
                <a:cubicBezTo>
                  <a:pt x="11616622" y="0"/>
                  <a:pt x="11762231" y="145609"/>
                  <a:pt x="11762231" y="325226"/>
                </a:cubicBezTo>
                <a:lnTo>
                  <a:pt x="11762231" y="2074052"/>
                </a:lnTo>
                <a:lnTo>
                  <a:pt x="11427715" y="2074052"/>
                </a:lnTo>
                <a:lnTo>
                  <a:pt x="112775" y="2074052"/>
                </a:lnTo>
                <a:lnTo>
                  <a:pt x="0" y="2074052"/>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539496" y="420624"/>
            <a:ext cx="11100816" cy="4334256"/>
          </a:xfrm>
        </p:spPr>
        <p:txBody>
          <a:bodyPr>
            <a:normAutofit/>
          </a:bodyPr>
          <a:lstStyle>
            <a:lvl1pPr algn="l">
              <a:defRPr sz="27800">
                <a:solidFill>
                  <a:schemeClr val="tx1"/>
                </a:solidFill>
              </a:defRPr>
            </a:lvl1pPr>
          </a:lstStyle>
          <a:p>
            <a:r>
              <a:rPr lang="en-US"/>
              <a: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1"/>
                </a:solidFill>
              </a:defRPr>
            </a:lvl1pPr>
          </a:lstStyle>
          <a:p>
            <a:fld id="{09E47A9E-7C3C-4663-841E-C89520FA85A3}" type="datetime1">
              <a:rPr lang="en-US" smtClean="0"/>
              <a:t>10/27/2025</a:t>
            </a:fld>
            <a:endParaRPr lang="en-US" dirty="0"/>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8430768" y="6492240"/>
            <a:ext cx="2660904" cy="338328"/>
          </a:xfrm>
        </p:spPr>
        <p:txBody>
          <a:bodyPr/>
          <a:lstStyle>
            <a:lvl1pPr>
              <a:defRPr>
                <a:solidFill>
                  <a:schemeClr val="tx1"/>
                </a:solidFill>
              </a:defRPr>
            </a:lvl1pPr>
          </a:lstStyle>
          <a:p>
            <a:r>
              <a:rPr lang="en-US" dirty="0"/>
              <a:t>Sample Footer Text</a:t>
            </a:r>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a:xfrm>
            <a:off x="11183112" y="6492240"/>
            <a:ext cx="457200" cy="338328"/>
          </a:xfrm>
        </p:spPr>
        <p:txBody>
          <a:bodyPr/>
          <a:lstStyle>
            <a:lvl1pPr>
              <a:defRPr>
                <a:solidFill>
                  <a:schemeClr val="tx1"/>
                </a:solidFill>
              </a:defRPr>
            </a:lvl1p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621792" y="4873752"/>
            <a:ext cx="8439912" cy="1589420"/>
          </a:xfrm>
        </p:spPr>
        <p:txBody>
          <a:bodyPr anchor="ctr">
            <a:normAutofit/>
          </a:bodyPr>
          <a:lstStyle>
            <a:lvl1pPr marL="0" indent="0" algn="l">
              <a:buNone/>
              <a:defRPr sz="2800" cap="all" baseline="0">
                <a:solidFill>
                  <a:schemeClr val="tx1"/>
                </a:solidFill>
              </a:defRPr>
            </a:lvl1pPr>
            <a:lvl2pPr marL="228600" indent="0" algn="l">
              <a:buNone/>
              <a:defRPr sz="2400" cap="all" baseline="0">
                <a:solidFill>
                  <a:schemeClr val="tx1"/>
                </a:solidFill>
              </a:defRPr>
            </a:lvl2pPr>
            <a:lvl3pPr marL="457200" indent="0" algn="l">
              <a:buNone/>
              <a:defRPr sz="2000" cap="all" baseline="0">
                <a:solidFill>
                  <a:schemeClr val="tx1"/>
                </a:solidFill>
              </a:defRPr>
            </a:lvl3pPr>
            <a:lvl4pPr marL="685800" indent="0" algn="l">
              <a:buNone/>
              <a:defRPr sz="1800" cap="all" baseline="0">
                <a:solidFill>
                  <a:schemeClr val="tx1"/>
                </a:solidFill>
              </a:defRPr>
            </a:lvl4pPr>
            <a:lvl5pPr marL="914400" indent="0" algn="l">
              <a:buNone/>
              <a:defRPr sz="1600" cap="all" baseline="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82626815"/>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tatem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42FED8FD-3F8D-425F-9991-7FB6FCCEC5A2}" type="datetime1">
              <a:rPr lang="en-US" smtClean="0"/>
              <a:t>10/27/2025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002744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tatement 2">
    <p:spTree>
      <p:nvGrpSpPr>
        <p:cNvPr id="1" name=""/>
        <p:cNvGrpSpPr/>
        <p:nvPr/>
      </p:nvGrpSpPr>
      <p:grpSpPr>
        <a:xfrm>
          <a:off x="0" y="0"/>
          <a:ext cx="0" cy="0"/>
          <a:chOff x="0" y="0"/>
          <a:chExt cx="0" cy="0"/>
        </a:xfrm>
      </p:grpSpPr>
      <p:sp>
        <p:nvSpPr>
          <p:cNvPr id="16" name="Freeform: Shape 15">
            <a:extLst>
              <a:ext uri="{FF2B5EF4-FFF2-40B4-BE49-F238E27FC236}">
                <a16:creationId xmlns:a16="http://schemas.microsoft.com/office/drawing/2014/main" id="{860B29AE-EBEF-71CC-AE38-3B2CD14FCA19}"/>
              </a:ext>
            </a:extLst>
          </p:cNvPr>
          <p:cNvSpPr/>
          <p:nvPr userDrawn="1"/>
        </p:nvSpPr>
        <p:spPr>
          <a:xfrm rot="5400000" flipV="1">
            <a:off x="-2566724" y="2566724"/>
            <a:ext cx="6399213" cy="1265765"/>
          </a:xfrm>
          <a:custGeom>
            <a:avLst/>
            <a:gdLst>
              <a:gd name="connsiteX0" fmla="*/ 0 w 6399213"/>
              <a:gd name="connsiteY0" fmla="*/ 0 h 1265765"/>
              <a:gd name="connsiteX1" fmla="*/ 0 w 6399213"/>
              <a:gd name="connsiteY1" fmla="*/ 1265765 h 1265765"/>
              <a:gd name="connsiteX2" fmla="*/ 5982881 w 6399213"/>
              <a:gd name="connsiteY2" fmla="*/ 1265765 h 1265765"/>
              <a:gd name="connsiteX3" fmla="*/ 6399213 w 6399213"/>
              <a:gd name="connsiteY3" fmla="*/ 849433 h 1265765"/>
              <a:gd name="connsiteX4" fmla="*/ 6399213 w 6399213"/>
              <a:gd name="connsiteY4" fmla="*/ 0 h 1265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99213" h="1265765">
                <a:moveTo>
                  <a:pt x="0" y="0"/>
                </a:moveTo>
                <a:lnTo>
                  <a:pt x="0" y="1265765"/>
                </a:lnTo>
                <a:lnTo>
                  <a:pt x="5982881" y="1265765"/>
                </a:lnTo>
                <a:cubicBezTo>
                  <a:pt x="6212815" y="1265765"/>
                  <a:pt x="6399213" y="1079367"/>
                  <a:pt x="6399213" y="849433"/>
                </a:cubicBezTo>
                <a:lnTo>
                  <a:pt x="6399213"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BD6B3E3-A05B-4311-9C9A-DA8A512CAB97}" type="datetime1">
              <a:rPr lang="en-US" smtClean="0"/>
              <a:t>10/27/2025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798217" y="630935"/>
            <a:ext cx="8266176" cy="5605272"/>
          </a:xfrm>
        </p:spPr>
        <p:txBody>
          <a:bodyPr anchor="ctr">
            <a:norm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42252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1CEC059F-651D-D540-DF60-D6361D9C716B}"/>
              </a:ext>
            </a:extLst>
          </p:cNvPr>
          <p:cNvSpPr/>
          <p:nvPr userDrawn="1"/>
        </p:nvSpPr>
        <p:spPr>
          <a:xfrm flipV="1">
            <a:off x="1" y="6099048"/>
            <a:ext cx="10487111" cy="758952"/>
          </a:xfrm>
          <a:custGeom>
            <a:avLst/>
            <a:gdLst>
              <a:gd name="connsiteX0" fmla="*/ 0 w 10487111"/>
              <a:gd name="connsiteY0" fmla="*/ 758952 h 758952"/>
              <a:gd name="connsiteX1" fmla="*/ 10070779 w 10487111"/>
              <a:gd name="connsiteY1" fmla="*/ 758952 h 758952"/>
              <a:gd name="connsiteX2" fmla="*/ 10487111 w 10487111"/>
              <a:gd name="connsiteY2" fmla="*/ 342620 h 758952"/>
              <a:gd name="connsiteX3" fmla="*/ 10487111 w 10487111"/>
              <a:gd name="connsiteY3" fmla="*/ 0 h 758952"/>
              <a:gd name="connsiteX4" fmla="*/ 0 w 10487111"/>
              <a:gd name="connsiteY4" fmla="*/ 0 h 7589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487111" h="758952">
                <a:moveTo>
                  <a:pt x="0" y="758952"/>
                </a:moveTo>
                <a:lnTo>
                  <a:pt x="10070779" y="758952"/>
                </a:lnTo>
                <a:cubicBezTo>
                  <a:pt x="10300713" y="758952"/>
                  <a:pt x="10487111" y="572554"/>
                  <a:pt x="10487111" y="342620"/>
                </a:cubicBezTo>
                <a:lnTo>
                  <a:pt x="10487111"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AEFBAE2-1C27-41D0-8DBA-D202F753417F}" type="datetime1">
              <a:rPr lang="en-US" smtClean="0"/>
              <a:t>10/27/2025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7068312"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9820656"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283464" y="1596767"/>
            <a:ext cx="9537192" cy="4142232"/>
          </a:xfrm>
        </p:spPr>
        <p:txBody>
          <a:bodyPr anchor="b">
            <a:normAutofit/>
          </a:bodyPr>
          <a:lstStyle>
            <a:lvl1pPr marL="0" indent="0">
              <a:lnSpc>
                <a:spcPct val="100000"/>
              </a:lnSpc>
              <a:buNone/>
              <a:defRPr sz="6000" b="1"/>
            </a:lvl1pPr>
            <a:lvl2pPr marL="228600" indent="0">
              <a:lnSpc>
                <a:spcPct val="100000"/>
              </a:lnSpc>
              <a:buNone/>
              <a:defRPr sz="5400" b="1"/>
            </a:lvl2pPr>
            <a:lvl3pPr marL="457200" indent="0">
              <a:lnSpc>
                <a:spcPct val="100000"/>
              </a:lnSpc>
              <a:buNone/>
              <a:defRPr sz="4800" b="1"/>
            </a:lvl3pPr>
            <a:lvl4pPr marL="685800" indent="0">
              <a:lnSpc>
                <a:spcPct val="100000"/>
              </a:lnSpc>
              <a:buNone/>
              <a:defRPr sz="4400" b="1"/>
            </a:lvl4pPr>
            <a:lvl5pPr marL="914400" indent="0">
              <a:lnSpc>
                <a:spcPct val="100000"/>
              </a:lnSpc>
              <a:buNone/>
              <a:defRPr sz="40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3950871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499616" y="1524002"/>
            <a:ext cx="9198864" cy="2871216"/>
          </a:xfrm>
        </p:spPr>
        <p:txBody>
          <a:bodyPr anchor="ctr">
            <a:normAutofit/>
          </a:bodyPr>
          <a:lstStyle>
            <a:lvl1pPr>
              <a:lnSpc>
                <a:spcPct val="110000"/>
              </a:lnSpc>
              <a:defRPr sz="40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6A453612-8941-41EA-ABBA-F717A06C8346}" type="datetime1">
              <a:rPr lang="en-US" smtClean="0"/>
              <a:t>10/27/2025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499616" y="5376672"/>
            <a:ext cx="9198864" cy="466344"/>
          </a:xfrm>
        </p:spPr>
        <p:txBody>
          <a:bodyPr>
            <a:normAutofit/>
          </a:bodyPr>
          <a:lstStyle>
            <a:lvl1pPr marL="0" indent="0">
              <a:buNone/>
              <a:defRPr sz="2200" b="1" cap="all" baseline="0">
                <a:solidFill>
                  <a:schemeClr val="accent1"/>
                </a:solidFill>
              </a:defRPr>
            </a:lvl1pPr>
            <a:lvl2pPr marL="228600" indent="0">
              <a:buNone/>
              <a:defRPr sz="2000" b="1" cap="all" baseline="0">
                <a:solidFill>
                  <a:schemeClr val="accent1"/>
                </a:solidFill>
              </a:defRPr>
            </a:lvl2pPr>
            <a:lvl3pPr marL="457200" indent="0">
              <a:buNone/>
              <a:defRPr sz="1800" b="1" cap="all" baseline="0">
                <a:solidFill>
                  <a:schemeClr val="accent1"/>
                </a:solidFill>
              </a:defRPr>
            </a:lvl3pPr>
            <a:lvl4pPr marL="685800" indent="0">
              <a:buNone/>
              <a:defRPr sz="1600" b="1" cap="all" baseline="0">
                <a:solidFill>
                  <a:schemeClr val="accent1"/>
                </a:solidFill>
              </a:defRPr>
            </a:lvl4pPr>
            <a:lvl5pPr marL="914400" indent="0">
              <a:buNone/>
              <a:defRPr sz="1400" b="1" cap="all" baseline="0">
                <a:solidFill>
                  <a:schemeClr val="accent1"/>
                </a:solidFill>
              </a:defRPr>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875196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19D41517-889E-CBB7-FD17-C5FECA783B2A}"/>
              </a:ext>
            </a:extLst>
          </p:cNvPr>
          <p:cNvSpPr/>
          <p:nvPr userDrawn="1"/>
        </p:nvSpPr>
        <p:spPr>
          <a:xfrm flipV="1">
            <a:off x="0" y="823828"/>
            <a:ext cx="11385608" cy="6034172"/>
          </a:xfrm>
          <a:custGeom>
            <a:avLst/>
            <a:gdLst>
              <a:gd name="connsiteX0" fmla="*/ 0 w 11385608"/>
              <a:gd name="connsiteY0" fmla="*/ 6034172 h 6034172"/>
              <a:gd name="connsiteX1" fmla="*/ 10969276 w 11385608"/>
              <a:gd name="connsiteY1" fmla="*/ 6034172 h 6034172"/>
              <a:gd name="connsiteX2" fmla="*/ 11385608 w 11385608"/>
              <a:gd name="connsiteY2" fmla="*/ 5617840 h 6034172"/>
              <a:gd name="connsiteX3" fmla="*/ 11385608 w 11385608"/>
              <a:gd name="connsiteY3" fmla="*/ 0 h 6034172"/>
              <a:gd name="connsiteX4" fmla="*/ 0 w 11385608"/>
              <a:gd name="connsiteY4" fmla="*/ 0 h 6034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85608" h="6034172">
                <a:moveTo>
                  <a:pt x="0" y="6034172"/>
                </a:moveTo>
                <a:lnTo>
                  <a:pt x="10969276" y="6034172"/>
                </a:lnTo>
                <a:cubicBezTo>
                  <a:pt x="11199210" y="6034172"/>
                  <a:pt x="11385608" y="5847774"/>
                  <a:pt x="11385608" y="5617840"/>
                </a:cubicBezTo>
                <a:lnTo>
                  <a:pt x="11385608" y="0"/>
                </a:lnTo>
                <a:lnTo>
                  <a:pt x="0" y="0"/>
                </a:lnTo>
                <a:close/>
              </a:path>
            </a:pathLst>
          </a:cu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0EDE6"/>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29768" y="1783080"/>
            <a:ext cx="8499079" cy="2249424"/>
          </a:xfrm>
        </p:spPr>
        <p:txBody>
          <a:bodyPr anchor="t">
            <a:normAutofit/>
          </a:bodyPr>
          <a:lstStyle>
            <a:lvl1pPr>
              <a:lnSpc>
                <a:spcPct val="100000"/>
              </a:lnSpc>
              <a:defRPr sz="3600" cap="none" baseline="0"/>
            </a:lvl1pPr>
          </a:lstStyle>
          <a:p>
            <a:r>
              <a:rPr lang="en-US"/>
              <a:t>Click to edit Quote</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p>
            <a:fld id="{73D6CD22-E4B3-48A1-94CA-B89DB574ED80}" type="datetime1">
              <a:rPr lang="en-US" smtClean="0"/>
              <a:t>10/27/2025</a:t>
            </a:fld>
            <a:endParaRPr lang="en-US" dirty="0"/>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8669124" y="6492240"/>
            <a:ext cx="2660904" cy="338328"/>
          </a:xfrm>
        </p:spPr>
        <p:txBody>
          <a:bodyPr/>
          <a:lstStyle/>
          <a:p>
            <a:r>
              <a:rPr lang="en-US" dirty="0"/>
              <a:t>Sample Footer Text</a:t>
            </a:r>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a:xfrm>
            <a:off x="11421468" y="6492240"/>
            <a:ext cx="457200" cy="338328"/>
          </a:xfrm>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429768" y="5120640"/>
            <a:ext cx="5431536" cy="1289304"/>
          </a:xfrm>
        </p:spPr>
        <p:txBody>
          <a:bodyPr vert="horz" lIns="91440" tIns="45720" rIns="91440" bIns="45720" rtlCol="0" anchor="ctr">
            <a:normAutofit/>
          </a:bodyPr>
          <a:lstStyle>
            <a:lvl1pPr marL="0" indent="0">
              <a:buNone/>
              <a:defRPr lang="en-US" b="1" cap="all" baseline="0" dirty="0"/>
            </a:lvl1pPr>
            <a:lvl2pPr marL="228600" indent="0">
              <a:buNone/>
              <a:defRPr lang="en-US" b="1" cap="all" baseline="0" dirty="0"/>
            </a:lvl2pPr>
            <a:lvl3pPr marL="457200" indent="0">
              <a:buNone/>
              <a:defRPr lang="en-US" b="1" cap="all" baseline="0" dirty="0"/>
            </a:lvl3pPr>
            <a:lvl4pPr marL="685800" indent="0">
              <a:buNone/>
              <a:defRPr lang="en-US" b="1" cap="all" baseline="0" dirty="0"/>
            </a:lvl4pPr>
            <a:lvl5pPr marL="914400" indent="0">
              <a:buNone/>
              <a:defRPr lang="en-US" b="1" cap="all" baseline="0" dirty="0"/>
            </a:lvl5pPr>
          </a:lstStyle>
          <a:p>
            <a:pPr lvl="0"/>
            <a:r>
              <a:rPr lang="en-US"/>
              <a:t>Quote Author</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1197906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429768"/>
            <a:ext cx="10890374" cy="1627632"/>
          </a:xfrm>
        </p:spPr>
        <p:txBody>
          <a:bodyPr anchor="t">
            <a:normAutofit/>
          </a:bodyPr>
          <a:lstStyle>
            <a:lvl1pPr>
              <a:defRPr sz="54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29768" y="3264408"/>
            <a:ext cx="10890374"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7C38B47-093E-417D-A1C3-81EEF797AC69}" type="datetime1">
              <a:rPr lang="en-US" smtClean="0"/>
              <a:t>10/27/2025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039376765"/>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29768" y="1627318"/>
            <a:ext cx="8430768" cy="1842020"/>
          </a:xfrm>
        </p:spPr>
        <p:txBody>
          <a:bodyPr anchor="b">
            <a:normAutofit/>
          </a:bodyPr>
          <a:lstStyle>
            <a:lvl1pPr>
              <a:defRPr sz="60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29768" y="3622673"/>
            <a:ext cx="8430768" cy="182880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A250925D-4314-49E4-A383-289640FEB5E3}" type="datetime1">
              <a:rPr lang="en-US" smtClean="0"/>
              <a:t>10/27/2025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970992235"/>
      </p:ext>
    </p:extLst>
  </p:cSld>
  <p:clrMapOvr>
    <a:overrideClrMapping bg1="lt1" tx1="dk1" bg2="lt2" tx2="dk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29767" y="294248"/>
            <a:ext cx="11164825" cy="958480"/>
          </a:xfrm>
        </p:spPr>
        <p:txBody>
          <a:bodyPr/>
          <a:lstStyle/>
          <a:p>
            <a:r>
              <a:rPr lang="en-US"/>
              <a:t>Click to edit Master title style</a:t>
            </a:r>
          </a:p>
        </p:txBody>
      </p:sp>
      <p:sp>
        <p:nvSpPr>
          <p:cNvPr id="9" name="Text Placeholder 8">
            <a:extLst>
              <a:ext uri="{FF2B5EF4-FFF2-40B4-BE49-F238E27FC236}">
                <a16:creationId xmlns:a16="http://schemas.microsoft.com/office/drawing/2014/main" id="{778C515B-8D5A-0268-9044-7B2013C87E02}"/>
              </a:ext>
            </a:extLst>
          </p:cNvPr>
          <p:cNvSpPr>
            <a:spLocks noGrp="1"/>
          </p:cNvSpPr>
          <p:nvPr>
            <p:ph type="body" sz="quarter" idx="13"/>
          </p:nvPr>
        </p:nvSpPr>
        <p:spPr>
          <a:xfrm>
            <a:off x="429767" y="2020825"/>
            <a:ext cx="5212208" cy="42847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13C7061A-8ED7-8B72-BD2B-2DF67F8C7A75}"/>
              </a:ext>
            </a:extLst>
          </p:cNvPr>
          <p:cNvSpPr>
            <a:spLocks noGrp="1"/>
          </p:cNvSpPr>
          <p:nvPr>
            <p:ph type="body" sz="quarter" idx="14"/>
          </p:nvPr>
        </p:nvSpPr>
        <p:spPr>
          <a:xfrm>
            <a:off x="6381622" y="2020822"/>
            <a:ext cx="5212208" cy="428472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E2C59E0-667A-459A-BBD1-70DA72C3C576}" type="datetime1">
              <a:rPr lang="en-US" smtClean="0"/>
              <a:t>10/27/2025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2136656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429768" y="276166"/>
            <a:ext cx="11164824" cy="97656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29767"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Text Placeholder 10">
            <a:extLst>
              <a:ext uri="{FF2B5EF4-FFF2-40B4-BE49-F238E27FC236}">
                <a16:creationId xmlns:a16="http://schemas.microsoft.com/office/drawing/2014/main" id="{A211279F-0D05-3637-19CD-29468F4DD2F3}"/>
              </a:ext>
            </a:extLst>
          </p:cNvPr>
          <p:cNvSpPr>
            <a:spLocks noGrp="1"/>
          </p:cNvSpPr>
          <p:nvPr>
            <p:ph type="body" sz="quarter" idx="13"/>
          </p:nvPr>
        </p:nvSpPr>
        <p:spPr>
          <a:xfrm>
            <a:off x="430213" y="2021134"/>
            <a:ext cx="5211762" cy="43431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82512" y="1380744"/>
            <a:ext cx="521208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Text Placeholder 12">
            <a:extLst>
              <a:ext uri="{FF2B5EF4-FFF2-40B4-BE49-F238E27FC236}">
                <a16:creationId xmlns:a16="http://schemas.microsoft.com/office/drawing/2014/main" id="{F1B170DE-636A-B1A9-2EAB-C426DBFB3E51}"/>
              </a:ext>
            </a:extLst>
          </p:cNvPr>
          <p:cNvSpPr>
            <a:spLocks noGrp="1"/>
          </p:cNvSpPr>
          <p:nvPr>
            <p:ph type="body" sz="quarter" idx="14"/>
          </p:nvPr>
        </p:nvSpPr>
        <p:spPr>
          <a:xfrm>
            <a:off x="6381750" y="2020888"/>
            <a:ext cx="521335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06CC00B-2F01-4379-B0FD-8DA094C16FA4}" type="datetime1">
              <a:rPr lang="en-US" smtClean="0"/>
              <a:t>10/27/2025</a:t>
            </a:fld>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329373586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29768" y="557784"/>
            <a:ext cx="3713996" cy="2212313"/>
          </a:xfrm>
        </p:spPr>
        <p:txBody>
          <a:bodyPr anchor="t">
            <a:norm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29767" y="2826137"/>
            <a:ext cx="3310128"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3" name="Picture Placeholder 8">
            <a:extLst>
              <a:ext uri="{FF2B5EF4-FFF2-40B4-BE49-F238E27FC236}">
                <a16:creationId xmlns:a16="http://schemas.microsoft.com/office/drawing/2014/main" id="{FA23F0E6-EDAF-3A7F-5EC8-F911E9AE48EF}"/>
              </a:ext>
            </a:extLst>
          </p:cNvPr>
          <p:cNvSpPr>
            <a:spLocks noGrp="1"/>
          </p:cNvSpPr>
          <p:nvPr>
            <p:ph type="pic" sz="quarter" idx="13"/>
          </p:nvPr>
        </p:nvSpPr>
        <p:spPr>
          <a:xfrm>
            <a:off x="4502843" y="0"/>
            <a:ext cx="7689157" cy="6399152"/>
          </a:xfrm>
          <a:custGeom>
            <a:avLst/>
            <a:gdLst>
              <a:gd name="connsiteX0" fmla="*/ 0 w 7689157"/>
              <a:gd name="connsiteY0" fmla="*/ 0 h 6399152"/>
              <a:gd name="connsiteX1" fmla="*/ 7689157 w 7689157"/>
              <a:gd name="connsiteY1" fmla="*/ 0 h 6399152"/>
              <a:gd name="connsiteX2" fmla="*/ 7689157 w 7689157"/>
              <a:gd name="connsiteY2" fmla="*/ 6399152 h 6399152"/>
              <a:gd name="connsiteX3" fmla="*/ 578440 w 7689157"/>
              <a:gd name="connsiteY3" fmla="*/ 6399152 h 6399152"/>
              <a:gd name="connsiteX4" fmla="*/ 0 w 7689157"/>
              <a:gd name="connsiteY4" fmla="*/ 5820712 h 639915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89157" h="6399152">
                <a:moveTo>
                  <a:pt x="0" y="0"/>
                </a:moveTo>
                <a:lnTo>
                  <a:pt x="7689157" y="0"/>
                </a:lnTo>
                <a:lnTo>
                  <a:pt x="7689157" y="6399152"/>
                </a:lnTo>
                <a:lnTo>
                  <a:pt x="578440" y="6399152"/>
                </a:lnTo>
                <a:cubicBezTo>
                  <a:pt x="258976" y="6399152"/>
                  <a:pt x="0" y="6140176"/>
                  <a:pt x="0" y="5820712"/>
                </a:cubicBezTo>
                <a:close/>
              </a:path>
            </a:pathLst>
          </a:custGeom>
          <a:blipFill>
            <a:blip r:embed="rId2" cstate="screen">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endParaRPr lang="en-US" dirty="0"/>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5019F103-9E7C-4D5A-827C-0D2D66EE1CD2}" type="datetime1">
              <a:rPr lang="en-US" smtClean="0"/>
              <a:t>10/27/2025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Tree>
    <p:extLst>
      <p:ext uri="{BB962C8B-B14F-4D97-AF65-F5344CB8AC3E}">
        <p14:creationId xmlns:p14="http://schemas.microsoft.com/office/powerpoint/2010/main" val="26586682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theme" Target="../theme/theme2.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8.xml"/><Relationship Id="rId18" Type="http://schemas.openxmlformats.org/officeDocument/2006/relationships/slideLayout" Target="../slideLayouts/slideLayout43.xml"/><Relationship Id="rId26" Type="http://schemas.openxmlformats.org/officeDocument/2006/relationships/slideLayout" Target="../slideLayouts/slideLayout51.xml"/><Relationship Id="rId39" Type="http://schemas.openxmlformats.org/officeDocument/2006/relationships/slideLayout" Target="../slideLayouts/slideLayout64.xml"/><Relationship Id="rId21" Type="http://schemas.openxmlformats.org/officeDocument/2006/relationships/slideLayout" Target="../slideLayouts/slideLayout46.xml"/><Relationship Id="rId34" Type="http://schemas.openxmlformats.org/officeDocument/2006/relationships/slideLayout" Target="../slideLayouts/slideLayout59.xml"/><Relationship Id="rId42" Type="http://schemas.openxmlformats.org/officeDocument/2006/relationships/slideLayout" Target="../slideLayouts/slideLayout67.xml"/><Relationship Id="rId47" Type="http://schemas.openxmlformats.org/officeDocument/2006/relationships/theme" Target="../theme/theme3.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6" Type="http://schemas.openxmlformats.org/officeDocument/2006/relationships/slideLayout" Target="../slideLayouts/slideLayout41.xml"/><Relationship Id="rId29" Type="http://schemas.openxmlformats.org/officeDocument/2006/relationships/slideLayout" Target="../slideLayouts/slideLayout54.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24" Type="http://schemas.openxmlformats.org/officeDocument/2006/relationships/slideLayout" Target="../slideLayouts/slideLayout49.xml"/><Relationship Id="rId32" Type="http://schemas.openxmlformats.org/officeDocument/2006/relationships/slideLayout" Target="../slideLayouts/slideLayout57.xml"/><Relationship Id="rId37" Type="http://schemas.openxmlformats.org/officeDocument/2006/relationships/slideLayout" Target="../slideLayouts/slideLayout62.xml"/><Relationship Id="rId40" Type="http://schemas.openxmlformats.org/officeDocument/2006/relationships/slideLayout" Target="../slideLayouts/slideLayout65.xml"/><Relationship Id="rId45" Type="http://schemas.openxmlformats.org/officeDocument/2006/relationships/slideLayout" Target="../slideLayouts/slideLayout70.xml"/><Relationship Id="rId5" Type="http://schemas.openxmlformats.org/officeDocument/2006/relationships/slideLayout" Target="../slideLayouts/slideLayout30.xml"/><Relationship Id="rId15" Type="http://schemas.openxmlformats.org/officeDocument/2006/relationships/slideLayout" Target="../slideLayouts/slideLayout40.xml"/><Relationship Id="rId23" Type="http://schemas.openxmlformats.org/officeDocument/2006/relationships/slideLayout" Target="../slideLayouts/slideLayout48.xml"/><Relationship Id="rId28" Type="http://schemas.openxmlformats.org/officeDocument/2006/relationships/slideLayout" Target="../slideLayouts/slideLayout53.xml"/><Relationship Id="rId36" Type="http://schemas.openxmlformats.org/officeDocument/2006/relationships/slideLayout" Target="../slideLayouts/slideLayout61.xml"/><Relationship Id="rId10" Type="http://schemas.openxmlformats.org/officeDocument/2006/relationships/slideLayout" Target="../slideLayouts/slideLayout35.xml"/><Relationship Id="rId19" Type="http://schemas.openxmlformats.org/officeDocument/2006/relationships/slideLayout" Target="../slideLayouts/slideLayout44.xml"/><Relationship Id="rId31" Type="http://schemas.openxmlformats.org/officeDocument/2006/relationships/slideLayout" Target="../slideLayouts/slideLayout56.xml"/><Relationship Id="rId44" Type="http://schemas.openxmlformats.org/officeDocument/2006/relationships/slideLayout" Target="../slideLayouts/slideLayout69.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 Id="rId22" Type="http://schemas.openxmlformats.org/officeDocument/2006/relationships/slideLayout" Target="../slideLayouts/slideLayout47.xml"/><Relationship Id="rId27" Type="http://schemas.openxmlformats.org/officeDocument/2006/relationships/slideLayout" Target="../slideLayouts/slideLayout52.xml"/><Relationship Id="rId30" Type="http://schemas.openxmlformats.org/officeDocument/2006/relationships/slideLayout" Target="../slideLayouts/slideLayout55.xml"/><Relationship Id="rId35" Type="http://schemas.openxmlformats.org/officeDocument/2006/relationships/slideLayout" Target="../slideLayouts/slideLayout60.xml"/><Relationship Id="rId43" Type="http://schemas.openxmlformats.org/officeDocument/2006/relationships/slideLayout" Target="../slideLayouts/slideLayout68.xml"/><Relationship Id="rId8" Type="http://schemas.openxmlformats.org/officeDocument/2006/relationships/slideLayout" Target="../slideLayouts/slideLayout33.xml"/><Relationship Id="rId3" Type="http://schemas.openxmlformats.org/officeDocument/2006/relationships/slideLayout" Target="../slideLayouts/slideLayout28.xml"/><Relationship Id="rId12" Type="http://schemas.openxmlformats.org/officeDocument/2006/relationships/slideLayout" Target="../slideLayouts/slideLayout37.xml"/><Relationship Id="rId17" Type="http://schemas.openxmlformats.org/officeDocument/2006/relationships/slideLayout" Target="../slideLayouts/slideLayout42.xml"/><Relationship Id="rId25" Type="http://schemas.openxmlformats.org/officeDocument/2006/relationships/slideLayout" Target="../slideLayouts/slideLayout50.xml"/><Relationship Id="rId33" Type="http://schemas.openxmlformats.org/officeDocument/2006/relationships/slideLayout" Target="../slideLayouts/slideLayout58.xml"/><Relationship Id="rId38" Type="http://schemas.openxmlformats.org/officeDocument/2006/relationships/slideLayout" Target="../slideLayouts/slideLayout63.xml"/><Relationship Id="rId46" Type="http://schemas.openxmlformats.org/officeDocument/2006/relationships/slideLayout" Target="../slideLayouts/slideLayout71.xml"/><Relationship Id="rId20" Type="http://schemas.openxmlformats.org/officeDocument/2006/relationships/slideLayout" Target="../slideLayouts/slideLayout45.xml"/><Relationship Id="rId41"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A close up of a logo&#10;&#10;Description automatically generated">
            <a:extLst>
              <a:ext uri="{FF2B5EF4-FFF2-40B4-BE49-F238E27FC236}">
                <a16:creationId xmlns:a16="http://schemas.microsoft.com/office/drawing/2014/main" id="{11916A9D-04F5-4BCC-BF3D-E7302456F463}"/>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0"/>
            <a:ext cx="12192000" cy="6514286"/>
          </a:xfrm>
          <a:prstGeom prst="rect">
            <a:avLst/>
          </a:prstGeom>
        </p:spPr>
      </p:pic>
      <p:sp>
        <p:nvSpPr>
          <p:cNvPr id="2" name="Title Placeholder 1">
            <a:extLst>
              <a:ext uri="{FF2B5EF4-FFF2-40B4-BE49-F238E27FC236}">
                <a16:creationId xmlns:a16="http://schemas.microsoft.com/office/drawing/2014/main" id="{1084DCFD-5C2F-4F08-B2DD-3B3B6505989A}"/>
              </a:ext>
            </a:extLst>
          </p:cNvPr>
          <p:cNvSpPr>
            <a:spLocks noGrp="1"/>
          </p:cNvSpPr>
          <p:nvPr>
            <p:ph type="title"/>
          </p:nvPr>
        </p:nvSpPr>
        <p:spPr>
          <a:xfrm>
            <a:off x="838200" y="994611"/>
            <a:ext cx="10515600" cy="696077"/>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837F56A-5D87-4344-803A-18CC69A07903}"/>
              </a:ext>
            </a:extLst>
          </p:cNvPr>
          <p:cNvSpPr>
            <a:spLocks noGrp="1"/>
          </p:cNvSpPr>
          <p:nvPr>
            <p:ph type="body" idx="1"/>
          </p:nvPr>
        </p:nvSpPr>
        <p:spPr>
          <a:xfrm>
            <a:off x="838200" y="1825625"/>
            <a:ext cx="10515600" cy="36768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667A36DD-87F0-42B7-A4E7-17D9C1A2ED4E}"/>
              </a:ext>
            </a:extLst>
          </p:cNvPr>
          <p:cNvSpPr>
            <a:spLocks noGrp="1"/>
          </p:cNvSpPr>
          <p:nvPr>
            <p:ph type="dt" sz="half" idx="2"/>
          </p:nvPr>
        </p:nvSpPr>
        <p:spPr>
          <a:xfrm>
            <a:off x="838200" y="6514286"/>
            <a:ext cx="2743200" cy="335525"/>
          </a:xfrm>
          <a:prstGeom prst="rect">
            <a:avLst/>
          </a:prstGeom>
        </p:spPr>
        <p:txBody>
          <a:bodyPr vert="horz" lIns="91440" tIns="45720" rIns="91440" bIns="45720" rtlCol="0" anchor="ctr"/>
          <a:lstStyle>
            <a:lvl1pPr algn="l">
              <a:defRPr sz="1200">
                <a:solidFill>
                  <a:schemeClr val="tx1">
                    <a:tint val="75000"/>
                  </a:schemeClr>
                </a:solidFill>
              </a:defRPr>
            </a:lvl1pPr>
          </a:lstStyle>
          <a:p>
            <a:fld id="{17F47CE0-5509-430C-BE72-EA262CB2E4BD}" type="datetimeFigureOut">
              <a:rPr lang="en-CA" smtClean="0"/>
              <a:t>2025-10-27</a:t>
            </a:fld>
            <a:endParaRPr lang="en-CA"/>
          </a:p>
        </p:txBody>
      </p:sp>
      <p:sp>
        <p:nvSpPr>
          <p:cNvPr id="5" name="Footer Placeholder 4">
            <a:extLst>
              <a:ext uri="{FF2B5EF4-FFF2-40B4-BE49-F238E27FC236}">
                <a16:creationId xmlns:a16="http://schemas.microsoft.com/office/drawing/2014/main" id="{A4806491-829D-4094-B9C9-6CF0B4826546}"/>
              </a:ext>
            </a:extLst>
          </p:cNvPr>
          <p:cNvSpPr>
            <a:spLocks noGrp="1"/>
          </p:cNvSpPr>
          <p:nvPr>
            <p:ph type="ftr" sz="quarter" idx="3"/>
          </p:nvPr>
        </p:nvSpPr>
        <p:spPr>
          <a:xfrm>
            <a:off x="4038600" y="6514286"/>
            <a:ext cx="4114800" cy="3355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5EF33234-01A5-4AAB-8D58-8214239C7494}"/>
              </a:ext>
            </a:extLst>
          </p:cNvPr>
          <p:cNvSpPr>
            <a:spLocks noGrp="1"/>
          </p:cNvSpPr>
          <p:nvPr>
            <p:ph type="sldNum" sz="quarter" idx="4"/>
          </p:nvPr>
        </p:nvSpPr>
        <p:spPr>
          <a:xfrm>
            <a:off x="8610600" y="6514286"/>
            <a:ext cx="2743200" cy="335525"/>
          </a:xfrm>
          <a:prstGeom prst="rect">
            <a:avLst/>
          </a:prstGeom>
        </p:spPr>
        <p:txBody>
          <a:bodyPr vert="horz" lIns="91440" tIns="45720" rIns="91440" bIns="45720" rtlCol="0" anchor="ctr"/>
          <a:lstStyle>
            <a:lvl1pPr algn="r">
              <a:defRPr sz="1200">
                <a:solidFill>
                  <a:schemeClr val="tx1">
                    <a:tint val="75000"/>
                  </a:schemeClr>
                </a:solidFill>
              </a:defRPr>
            </a:lvl1pPr>
          </a:lstStyle>
          <a:p>
            <a:fld id="{115E7A3B-5097-470E-BF33-71AA6A02D719}" type="slidenum">
              <a:rPr lang="en-CA" smtClean="0"/>
              <a:t>‹#›</a:t>
            </a:fld>
            <a:endParaRPr lang="en-CA"/>
          </a:p>
        </p:txBody>
      </p:sp>
    </p:spTree>
    <p:extLst>
      <p:ext uri="{BB962C8B-B14F-4D97-AF65-F5344CB8AC3E}">
        <p14:creationId xmlns:p14="http://schemas.microsoft.com/office/powerpoint/2010/main" val="3680167699"/>
      </p:ext>
    </p:extLst>
  </p:cSld>
  <p:clrMap bg1="lt1" tx1="dk1" bg2="lt2" tx2="dk2" accent1="accent1" accent2="accent2" accent3="accent3" accent4="accent4" accent5="accent5" accent6="accent6" hlink="hlink" folHlink="folHlink"/>
  <p:sldLayoutIdLst>
    <p:sldLayoutId id="2147483708" r:id="rId1"/>
    <p:sldLayoutId id="2147483709" r:id="rId2"/>
    <p:sldLayoutId id="2147483717" r:id="rId3"/>
    <p:sldLayoutId id="2147483718" r:id="rId4"/>
    <p:sldLayoutId id="2147483719" r:id="rId5"/>
    <p:sldLayoutId id="2147483713" r:id="rId6"/>
    <p:sldLayoutId id="2147483714" r:id="rId7"/>
    <p:sldLayoutId id="2147483720" r:id="rId8"/>
    <p:sldLayoutId id="2147483721"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10/27/2025</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710" r:id="rId3"/>
    <p:sldLayoutId id="2147483711" r:id="rId4"/>
    <p:sldLayoutId id="2147483712" r:id="rId5"/>
    <p:sldLayoutId id="2147483651" r:id="rId6"/>
    <p:sldLayoutId id="2147483652" r:id="rId7"/>
    <p:sldLayoutId id="2147483653" r:id="rId8"/>
    <p:sldLayoutId id="2147483654" r:id="rId9"/>
    <p:sldLayoutId id="2147483655" r:id="rId10"/>
    <p:sldLayoutId id="2147483715" r:id="rId11"/>
    <p:sldLayoutId id="2147483716" r:id="rId12"/>
    <p:sldLayoutId id="2147483656" r:id="rId13"/>
    <p:sldLayoutId id="2147483657" r:id="rId14"/>
    <p:sldLayoutId id="2147483658" r:id="rId15"/>
    <p:sldLayoutId id="2147483659" r:id="rId16"/>
  </p:sldLayoutIdLst>
  <p:txStyles>
    <p:titleStyle>
      <a:lvl1pPr algn="ctr" defTabSz="609630" rtl="0" eaLnBrk="1" latinLnBrk="0" hangingPunct="1">
        <a:spcBef>
          <a:spcPct val="0"/>
        </a:spcBef>
        <a:buNone/>
        <a:defRPr sz="2900"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00"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900"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00"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31173" y="285210"/>
            <a:ext cx="10653578" cy="965101"/>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31172" y="1384847"/>
            <a:ext cx="10653579" cy="49051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31172" y="6490524"/>
            <a:ext cx="2841959" cy="336141"/>
          </a:xfrm>
          <a:prstGeom prst="rect">
            <a:avLst/>
          </a:prstGeom>
        </p:spPr>
        <p:txBody>
          <a:bodyPr vert="horz" lIns="91440" tIns="45720" rIns="91440" bIns="45720" rtlCol="0" anchor="ctr"/>
          <a:lstStyle>
            <a:lvl1pPr algn="l">
              <a:defRPr sz="800">
                <a:solidFill>
                  <a:schemeClr val="tx1"/>
                </a:solidFill>
              </a:defRPr>
            </a:lvl1pPr>
          </a:lstStyle>
          <a:p>
            <a:fld id="{072E1B28-DB45-4001-B295-7D7933E04419}" type="datetime1">
              <a:rPr lang="en-US" smtClean="0"/>
              <a:t>10/27/2025</a:t>
            </a:fld>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93370" y="6490524"/>
            <a:ext cx="2662834" cy="336141"/>
          </a:xfrm>
          <a:prstGeom prst="rect">
            <a:avLst/>
          </a:prstGeom>
        </p:spPr>
        <p:txBody>
          <a:bodyPr vert="horz" lIns="91440" tIns="45720" rIns="91440" bIns="45720" rtlCol="0" anchor="ctr"/>
          <a:lstStyle>
            <a:lvl1pPr algn="r">
              <a:defRPr sz="80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48431" y="6490524"/>
            <a:ext cx="457200" cy="336141"/>
          </a:xfrm>
          <a:prstGeom prst="rect">
            <a:avLst/>
          </a:prstGeom>
        </p:spPr>
        <p:txBody>
          <a:bodyPr vert="horz" lIns="91440" tIns="45720" rIns="91440" bIns="45720" rtlCol="0" anchor="ctr"/>
          <a:lstStyle>
            <a:lvl1pPr algn="r">
              <a:defRPr sz="800">
                <a:solidFill>
                  <a:schemeClr val="tx1"/>
                </a:solidFill>
              </a:defRPr>
            </a:lvl1pPr>
          </a:lstStyle>
          <a:p>
            <a:fld id="{84C450F2-3BB4-4AE4-8A35-A9D7AEA4C850}" type="slidenum">
              <a:rPr lang="en-US" smtClean="0"/>
              <a:pPr/>
              <a:t>‹#›</a:t>
            </a:fld>
            <a:endParaRPr lang="en-US" dirty="0"/>
          </a:p>
        </p:txBody>
      </p:sp>
    </p:spTree>
    <p:extLst>
      <p:ext uri="{BB962C8B-B14F-4D97-AF65-F5344CB8AC3E}">
        <p14:creationId xmlns:p14="http://schemas.microsoft.com/office/powerpoint/2010/main" val="14211087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Lst>
  <p:hf hdr="0"/>
  <p:txStyles>
    <p:titleStyle>
      <a:lvl1pPr algn="l" defTabSz="914400" rtl="0" eaLnBrk="1" latinLnBrk="0" hangingPunct="1">
        <a:lnSpc>
          <a:spcPct val="90000"/>
        </a:lnSpc>
        <a:spcBef>
          <a:spcPct val="0"/>
        </a:spcBef>
        <a:buNone/>
        <a:defRPr sz="3200" b="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2160">
          <p15:clr>
            <a:srgbClr val="F26B43"/>
          </p15:clr>
        </p15:guide>
        <p15:guide id="4" pos="3840">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19.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s>
</file>

<file path=ppt/slides/_rels/slide2.xml.rels><?xml version="1.0" encoding="UTF-8" standalone="yes"?>
<Relationships xmlns="http://schemas.openxmlformats.org/package/2006/relationships"><Relationship Id="rId2" Type="http://schemas.openxmlformats.org/officeDocument/2006/relationships/hyperlink" Target="https://native-land.c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7.png"/><Relationship Id="rId1" Type="http://schemas.openxmlformats.org/officeDocument/2006/relationships/slideLayout" Target="../slideLayouts/slideLayout19.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xml"/><Relationship Id="rId1" Type="http://schemas.openxmlformats.org/officeDocument/2006/relationships/slideLayout" Target="../slideLayouts/slideLayout4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xml"/><Relationship Id="rId1" Type="http://schemas.openxmlformats.org/officeDocument/2006/relationships/slideLayout" Target="../slideLayouts/slideLayout44.xml"/></Relationships>
</file>

<file path=ppt/slides/_rels/slide1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5.xml"/><Relationship Id="rId1" Type="http://schemas.openxmlformats.org/officeDocument/2006/relationships/slideLayout" Target="../slideLayouts/slideLayout4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7.xml"/><Relationship Id="rId1" Type="http://schemas.openxmlformats.org/officeDocument/2006/relationships/slideLayout" Target="../slideLayouts/slideLayout48.xml"/></Relationships>
</file>

<file path=ppt/slides/_rels/slide16.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8.xml"/><Relationship Id="rId1" Type="http://schemas.openxmlformats.org/officeDocument/2006/relationships/slideLayout" Target="../slideLayouts/slideLayout4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10.xml"/><Relationship Id="rId1" Type="http://schemas.openxmlformats.org/officeDocument/2006/relationships/slideLayout" Target="../slideLayouts/slideLayout48.xml"/></Relationships>
</file>

<file path=ppt/slides/_rels/slide21.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11.xml"/><Relationship Id="rId1" Type="http://schemas.openxmlformats.org/officeDocument/2006/relationships/slideLayout" Target="../slideLayouts/slideLayout4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5" Type="http://schemas.openxmlformats.org/officeDocument/2006/relationships/hyperlink" Target="https://crdcn.ca/news/newsletters" TargetMode="External"/><Relationship Id="rId4" Type="http://schemas.openxmlformats.org/officeDocument/2006/relationships/hyperlink" Target="https://crdcn.ca/"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1E3E4"/>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rot="10800000">
            <a:off x="1" y="1"/>
            <a:ext cx="1134475" cy="1134475"/>
          </a:xfrm>
          <a:prstGeom prst="rect">
            <a:avLst/>
          </a:prstGeom>
        </p:spPr>
      </p:pic>
      <p:pic>
        <p:nvPicPr>
          <p:cNvPr id="3" name="Picture 3"/>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rot="5400000">
            <a:off x="8852787" y="1270903"/>
            <a:ext cx="4452285" cy="2226142"/>
          </a:xfrm>
          <a:prstGeom prst="rect">
            <a:avLst/>
          </a:prstGeom>
        </p:spPr>
      </p:pic>
      <p:sp>
        <p:nvSpPr>
          <p:cNvPr id="4" name="AutoShape 4"/>
          <p:cNvSpPr/>
          <p:nvPr/>
        </p:nvSpPr>
        <p:spPr>
          <a:xfrm>
            <a:off x="0" y="4767948"/>
            <a:ext cx="12192000" cy="2090053"/>
          </a:xfrm>
          <a:prstGeom prst="rect">
            <a:avLst/>
          </a:prstGeom>
          <a:solidFill>
            <a:srgbClr val="1F516E"/>
          </a:solidFill>
        </p:spPr>
        <p:txBody>
          <a:bodyPr/>
          <a:lstStyle/>
          <a:p>
            <a:endParaRPr lang="en-CA"/>
          </a:p>
        </p:txBody>
      </p:sp>
      <p:pic>
        <p:nvPicPr>
          <p:cNvPr id="5" name="Picture 5"/>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rot="5400000">
            <a:off x="0" y="3718024"/>
            <a:ext cx="1049923" cy="1049923"/>
          </a:xfrm>
          <a:prstGeom prst="rect">
            <a:avLst/>
          </a:prstGeom>
        </p:spPr>
      </p:pic>
      <p:pic>
        <p:nvPicPr>
          <p:cNvPr id="6" name="Picture 6"/>
          <p:cNvPicPr>
            <a:picLocks noChangeAspect="1"/>
          </p:cNvPicPr>
          <p:nvPr/>
        </p:nvPicPr>
        <p:blipFill>
          <a:blip r:embed="rId8"/>
          <a:srcRect/>
          <a:stretch>
            <a:fillRect/>
          </a:stretch>
        </p:blipFill>
        <p:spPr>
          <a:xfrm>
            <a:off x="8465057" y="5191441"/>
            <a:ext cx="3041143" cy="1243067"/>
          </a:xfrm>
          <a:prstGeom prst="rect">
            <a:avLst/>
          </a:prstGeom>
        </p:spPr>
      </p:pic>
      <p:sp>
        <p:nvSpPr>
          <p:cNvPr id="7" name="TextBox 7"/>
          <p:cNvSpPr txBox="1"/>
          <p:nvPr/>
        </p:nvSpPr>
        <p:spPr>
          <a:xfrm>
            <a:off x="1049923" y="5279357"/>
            <a:ext cx="7415134" cy="664349"/>
          </a:xfrm>
          <a:prstGeom prst="rect">
            <a:avLst/>
          </a:prstGeom>
        </p:spPr>
        <p:txBody>
          <a:bodyPr wrap="square" lIns="0" tIns="0" rIns="0" bIns="0" rtlCol="0" anchor="t">
            <a:spAutoFit/>
          </a:bodyPr>
          <a:lstStyle/>
          <a:p>
            <a:pPr>
              <a:lnSpc>
                <a:spcPts val="2651"/>
              </a:lnSpc>
            </a:pPr>
            <a:r>
              <a:rPr lang="en-US" sz="2000" spc="19">
                <a:solidFill>
                  <a:srgbClr val="E1E3E4"/>
                </a:solidFill>
                <a:latin typeface="Arial"/>
                <a:cs typeface="Arial"/>
              </a:rPr>
              <a:t>Johanne Provençal, Grant Gibson and Tess Hudson</a:t>
            </a:r>
          </a:p>
          <a:p>
            <a:pPr>
              <a:lnSpc>
                <a:spcPts val="2651"/>
              </a:lnSpc>
            </a:pPr>
            <a:r>
              <a:rPr lang="en-US" sz="2000" spc="19">
                <a:solidFill>
                  <a:srgbClr val="E1E3E4"/>
                </a:solidFill>
                <a:latin typeface="Arial"/>
                <a:cs typeface="Arial"/>
              </a:rPr>
              <a:t>CRDCN’s Research, Training and Knowledge Mobilization team</a:t>
            </a:r>
            <a:endParaRPr lang="en-US" sz="2000" spc="19">
              <a:solidFill>
                <a:srgbClr val="E1E3E4"/>
              </a:solidFill>
              <a:latin typeface="Arial" panose="020B0604020202020204" pitchFamily="34" charset="0"/>
              <a:cs typeface="Arial" panose="020B0604020202020204" pitchFamily="34" charset="0"/>
            </a:endParaRPr>
          </a:p>
        </p:txBody>
      </p:sp>
      <p:sp>
        <p:nvSpPr>
          <p:cNvPr id="8" name="TextBox 8"/>
          <p:cNvSpPr txBox="1"/>
          <p:nvPr/>
        </p:nvSpPr>
        <p:spPr>
          <a:xfrm>
            <a:off x="1069693" y="1155270"/>
            <a:ext cx="8915935" cy="3400931"/>
          </a:xfrm>
          <a:prstGeom prst="rect">
            <a:avLst/>
          </a:prstGeom>
        </p:spPr>
        <p:txBody>
          <a:bodyPr wrap="square" lIns="0" tIns="0" rIns="0" bIns="0" rtlCol="0" anchor="t">
            <a:spAutoFit/>
          </a:bodyPr>
          <a:lstStyle/>
          <a:p>
            <a:pPr>
              <a:spcAft>
                <a:spcPts val="2400"/>
              </a:spcAft>
            </a:pPr>
            <a:r>
              <a:rPr lang="en-US" sz="3600" b="1" i="1" spc="-33">
                <a:solidFill>
                  <a:schemeClr val="tx1">
                    <a:lumMod val="65000"/>
                    <a:lumOff val="35000"/>
                  </a:schemeClr>
                </a:solidFill>
                <a:latin typeface="Arial"/>
                <a:cs typeface="Arial"/>
              </a:rPr>
              <a:t>Opening doors to data – </a:t>
            </a:r>
          </a:p>
          <a:p>
            <a:pPr>
              <a:spcAft>
                <a:spcPts val="2400"/>
              </a:spcAft>
            </a:pPr>
            <a:r>
              <a:rPr lang="en-US" sz="3600" b="1" spc="-33">
                <a:solidFill>
                  <a:srgbClr val="527CA6"/>
                </a:solidFill>
                <a:latin typeface="Arial"/>
                <a:cs typeface="Arial"/>
              </a:rPr>
              <a:t>Canadian Research Data Centre Network</a:t>
            </a:r>
          </a:p>
          <a:p>
            <a:pPr>
              <a:spcAft>
                <a:spcPts val="2400"/>
              </a:spcAft>
            </a:pPr>
            <a:r>
              <a:rPr lang="en-US" sz="3600" b="1" i="1" spc="-33">
                <a:solidFill>
                  <a:schemeClr val="tx1">
                    <a:lumMod val="65000"/>
                    <a:lumOff val="35000"/>
                  </a:schemeClr>
                </a:solidFill>
                <a:latin typeface="Arial"/>
                <a:cs typeface="Arial"/>
              </a:rPr>
              <a:t>Connection 2025 </a:t>
            </a:r>
          </a:p>
          <a:p>
            <a:pPr>
              <a:spcAft>
                <a:spcPts val="600"/>
              </a:spcAft>
            </a:pPr>
            <a:r>
              <a:rPr lang="en-US" sz="2400" spc="-33">
                <a:solidFill>
                  <a:schemeClr val="tx1">
                    <a:lumMod val="65000"/>
                    <a:lumOff val="35000"/>
                  </a:schemeClr>
                </a:solidFill>
                <a:latin typeface="Arial"/>
                <a:cs typeface="Arial"/>
              </a:rPr>
              <a:t>October 28, 2025 – Toronto, Ontario</a:t>
            </a:r>
            <a:endParaRPr lang="en-US" sz="2400" spc="-33">
              <a:solidFill>
                <a:srgbClr val="527CA6"/>
              </a:solidFill>
              <a:latin typeface="Arial"/>
              <a:ea typeface="Calibri"/>
              <a:cs typeface="Arial"/>
            </a:endParaRPr>
          </a:p>
          <a:p>
            <a:endParaRPr lang="en-US" sz="2400" spc="-33">
              <a:solidFill>
                <a:srgbClr val="527CA6"/>
              </a:solidFill>
              <a:latin typeface="Arial"/>
              <a:cs typeface="Arial"/>
            </a:endParaRPr>
          </a:p>
        </p:txBody>
      </p:sp>
    </p:spTree>
    <p:extLst>
      <p:ext uri="{BB962C8B-B14F-4D97-AF65-F5344CB8AC3E}">
        <p14:creationId xmlns:p14="http://schemas.microsoft.com/office/powerpoint/2010/main" val="723683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795E566D-9B19-4429-817F-335B8C788DAE}"/>
              </a:ext>
            </a:extLst>
          </p:cNvPr>
          <p:cNvSpPr txBox="1"/>
          <p:nvPr/>
        </p:nvSpPr>
        <p:spPr>
          <a:xfrm>
            <a:off x="525780" y="1361662"/>
            <a:ext cx="11531098" cy="4539704"/>
          </a:xfrm>
          <a:prstGeom prst="rect">
            <a:avLst/>
          </a:prstGeom>
          <a:noFill/>
        </p:spPr>
        <p:txBody>
          <a:bodyPr wrap="square" lIns="91440" tIns="45720" rIns="91440" bIns="45720" anchor="t">
            <a:spAutoFit/>
          </a:bodyPr>
          <a:lstStyle/>
          <a:p>
            <a:pPr fontAlgn="base">
              <a:spcAft>
                <a:spcPts val="1800"/>
              </a:spcAft>
            </a:pPr>
            <a:r>
              <a:rPr lang="en-US" sz="3200" b="1">
                <a:latin typeface="Arial"/>
                <a:cs typeface="Arial"/>
              </a:rPr>
              <a:t>Land acknowledgement</a:t>
            </a:r>
            <a:endParaRPr lang="en-US" sz="3200" b="1">
              <a:latin typeface="Arial" panose="020B0604020202020204" pitchFamily="34" charset="0"/>
              <a:cs typeface="Arial" panose="020B0604020202020204" pitchFamily="34" charset="0"/>
            </a:endParaRPr>
          </a:p>
          <a:p>
            <a:r>
              <a:rPr lang="en-US" sz="2000" b="0" i="0">
                <a:effectLst/>
              </a:rPr>
              <a:t>The </a:t>
            </a:r>
            <a:r>
              <a:rPr lang="en-US" sz="2000"/>
              <a:t>head office of the </a:t>
            </a:r>
            <a:r>
              <a:rPr lang="en-US" sz="2000" b="0" i="0">
                <a:effectLst/>
              </a:rPr>
              <a:t>Canadian Research Data Centre Network is hosted by McMaster University, which is located on the traditional territories of the Mississauga and Haudenosaunee nations, and within the lands protected by the Dish with One Spoon wampum agreement. </a:t>
            </a:r>
          </a:p>
          <a:p>
            <a:endParaRPr lang="en-US" sz="2000" b="0" i="0">
              <a:effectLst/>
            </a:endParaRPr>
          </a:p>
          <a:p>
            <a:r>
              <a:rPr lang="en-US" sz="2000" b="0" i="0">
                <a:effectLst/>
              </a:rPr>
              <a:t>Our network stretches across the northern half of Turtle Island, and our Research Data </a:t>
            </a:r>
            <a:r>
              <a:rPr lang="en-US" sz="2000" b="0" i="0" err="1">
                <a:effectLst/>
              </a:rPr>
              <a:t>Centres</a:t>
            </a:r>
            <a:r>
              <a:rPr lang="en-US" sz="2000" b="0" i="0">
                <a:effectLst/>
              </a:rPr>
              <a:t> are situated in locations under modern treaty, unceded and un-surrendered territories, or traditional territories from which First Nations, Métis and Inuit Peoples have been displaced.  </a:t>
            </a:r>
          </a:p>
          <a:p>
            <a:endParaRPr lang="en-US" sz="2000" b="0" i="0">
              <a:effectLst/>
            </a:endParaRPr>
          </a:p>
          <a:p>
            <a:r>
              <a:rPr lang="en-US" sz="2000"/>
              <a:t>You can</a:t>
            </a:r>
            <a:r>
              <a:rPr lang="en-US" sz="2000" b="0" i="0">
                <a:effectLst/>
              </a:rPr>
              <a:t> visit Native Land Digital, a space where non-Indigenous people can learn more about the lands they inhabit, the history of those lands, and how to actively be part of a better future together: </a:t>
            </a:r>
            <a:r>
              <a:rPr lang="en-US" sz="2000" b="0" i="0" u="sng" strike="noStrike">
                <a:solidFill>
                  <a:srgbClr val="467886"/>
                </a:solidFill>
                <a:effectLst/>
                <a:hlinkClick r:id="rId2"/>
              </a:rPr>
              <a:t>https://native-land.ca/</a:t>
            </a:r>
            <a:r>
              <a:rPr lang="en-US" sz="2000" b="0" i="0">
                <a:solidFill>
                  <a:srgbClr val="000000"/>
                </a:solidFill>
                <a:effectLst/>
              </a:rPr>
              <a:t>  </a:t>
            </a:r>
            <a:endParaRPr lang="en-US" sz="2000"/>
          </a:p>
          <a:p>
            <a:pPr marL="342900" indent="-342900">
              <a:spcAft>
                <a:spcPts val="1200"/>
              </a:spcAft>
              <a:buAutoNum type="arabicPeriod"/>
            </a:pPr>
            <a:endParaRPr lang="en-US"/>
          </a:p>
        </p:txBody>
      </p:sp>
    </p:spTree>
    <p:extLst>
      <p:ext uri="{BB962C8B-B14F-4D97-AF65-F5344CB8AC3E}">
        <p14:creationId xmlns:p14="http://schemas.microsoft.com/office/powerpoint/2010/main" val="2974737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82DA2E-E86C-38A8-D46E-4C22EFF58F60}"/>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D9D7A3E6-BBAA-128F-BD7D-DDF6D079B10E}"/>
              </a:ext>
            </a:extLst>
          </p:cNvPr>
          <p:cNvSpPr txBox="1"/>
          <p:nvPr/>
        </p:nvSpPr>
        <p:spPr>
          <a:xfrm>
            <a:off x="525780" y="1361662"/>
            <a:ext cx="11531098" cy="584775"/>
          </a:xfrm>
          <a:prstGeom prst="rect">
            <a:avLst/>
          </a:prstGeom>
          <a:noFill/>
        </p:spPr>
        <p:txBody>
          <a:bodyPr wrap="square" lIns="91440" tIns="45720" rIns="91440" bIns="45720" anchor="t">
            <a:spAutoFit/>
          </a:bodyPr>
          <a:lstStyle/>
          <a:p>
            <a:pPr fontAlgn="base">
              <a:spcAft>
                <a:spcPts val="1800"/>
              </a:spcAft>
            </a:pPr>
            <a:r>
              <a:rPr lang="en-US" sz="3200" b="1">
                <a:latin typeface="Arial"/>
                <a:cs typeface="Arial"/>
              </a:rPr>
              <a:t>Program today</a:t>
            </a:r>
            <a:endParaRPr lang="en-US" sz="3200" b="1">
              <a:latin typeface="Arial" panose="020B0604020202020204" pitchFamily="34" charset="0"/>
              <a:cs typeface="Arial" panose="020B0604020202020204" pitchFamily="34" charset="0"/>
            </a:endParaRPr>
          </a:p>
        </p:txBody>
      </p:sp>
      <p:graphicFrame>
        <p:nvGraphicFramePr>
          <p:cNvPr id="2" name="Table 1">
            <a:extLst>
              <a:ext uri="{FF2B5EF4-FFF2-40B4-BE49-F238E27FC236}">
                <a16:creationId xmlns:a16="http://schemas.microsoft.com/office/drawing/2014/main" id="{6753D732-E71B-B551-2BFB-AF4673A0F25D}"/>
              </a:ext>
            </a:extLst>
          </p:cNvPr>
          <p:cNvGraphicFramePr>
            <a:graphicFrameLocks noGrp="1"/>
          </p:cNvGraphicFramePr>
          <p:nvPr>
            <p:extLst>
              <p:ext uri="{D42A27DB-BD31-4B8C-83A1-F6EECF244321}">
                <p14:modId xmlns:p14="http://schemas.microsoft.com/office/powerpoint/2010/main" val="2309357840"/>
              </p:ext>
            </p:extLst>
          </p:nvPr>
        </p:nvGraphicFramePr>
        <p:xfrm>
          <a:off x="626110" y="1974165"/>
          <a:ext cx="10815320" cy="3332480"/>
        </p:xfrm>
        <a:graphic>
          <a:graphicData uri="http://schemas.openxmlformats.org/drawingml/2006/table">
            <a:tbl>
              <a:tblPr firstRow="1" bandRow="1">
                <a:tableStyleId>{3B4B98B0-60AC-42C2-AFA5-B58CD77FA1E5}</a:tableStyleId>
              </a:tblPr>
              <a:tblGrid>
                <a:gridCol w="1545590">
                  <a:extLst>
                    <a:ext uri="{9D8B030D-6E8A-4147-A177-3AD203B41FA5}">
                      <a16:colId xmlns:a16="http://schemas.microsoft.com/office/drawing/2014/main" val="668243944"/>
                    </a:ext>
                  </a:extLst>
                </a:gridCol>
                <a:gridCol w="9269730">
                  <a:extLst>
                    <a:ext uri="{9D8B030D-6E8A-4147-A177-3AD203B41FA5}">
                      <a16:colId xmlns:a16="http://schemas.microsoft.com/office/drawing/2014/main" val="1379299262"/>
                    </a:ext>
                  </a:extLst>
                </a:gridCol>
              </a:tblGrid>
              <a:tr h="0">
                <a:tc>
                  <a:txBody>
                    <a:bodyPr/>
                    <a:lstStyle/>
                    <a:p>
                      <a:r>
                        <a:rPr lang="en-US"/>
                        <a:t>Time</a:t>
                      </a:r>
                      <a:endParaRPr lang="en-CA"/>
                    </a:p>
                  </a:txBody>
                  <a:tcPr/>
                </a:tc>
                <a:tc>
                  <a:txBody>
                    <a:bodyPr/>
                    <a:lstStyle/>
                    <a:p>
                      <a:r>
                        <a:rPr lang="en-US"/>
                        <a:t>Program item</a:t>
                      </a:r>
                      <a:endParaRPr lang="en-CA"/>
                    </a:p>
                  </a:txBody>
                  <a:tcPr/>
                </a:tc>
                <a:extLst>
                  <a:ext uri="{0D108BD9-81ED-4DB2-BD59-A6C34878D82A}">
                    <a16:rowId xmlns:a16="http://schemas.microsoft.com/office/drawing/2014/main" val="3049312029"/>
                  </a:ext>
                </a:extLst>
              </a:tr>
              <a:tr h="370840">
                <a:tc>
                  <a:txBody>
                    <a:bodyPr/>
                    <a:lstStyle/>
                    <a:p>
                      <a:r>
                        <a:rPr lang="en-US"/>
                        <a:t>8:30-8:50 </a:t>
                      </a:r>
                      <a:endParaRPr lang="en-CA"/>
                    </a:p>
                  </a:txBody>
                  <a:tcPr/>
                </a:tc>
                <a:tc>
                  <a:txBody>
                    <a:bodyPr/>
                    <a:lstStyle/>
                    <a:p>
                      <a:r>
                        <a:rPr lang="en-US"/>
                        <a:t>Refreshments</a:t>
                      </a:r>
                      <a:endParaRPr lang="en-CA"/>
                    </a:p>
                  </a:txBody>
                  <a:tcPr/>
                </a:tc>
                <a:extLst>
                  <a:ext uri="{0D108BD9-81ED-4DB2-BD59-A6C34878D82A}">
                    <a16:rowId xmlns:a16="http://schemas.microsoft.com/office/drawing/2014/main" val="360332167"/>
                  </a:ext>
                </a:extLst>
              </a:tr>
              <a:tr h="370840">
                <a:tc>
                  <a:txBody>
                    <a:bodyPr/>
                    <a:lstStyle/>
                    <a:p>
                      <a:r>
                        <a:rPr lang="en-US"/>
                        <a:t>8:50-8:55</a:t>
                      </a:r>
                      <a:endParaRPr lang="en-CA"/>
                    </a:p>
                  </a:txBody>
                  <a:tcPr/>
                </a:tc>
                <a:tc>
                  <a:txBody>
                    <a:bodyPr/>
                    <a:lstStyle/>
                    <a:p>
                      <a:r>
                        <a:rPr lang="en-US"/>
                        <a:t>Introduction</a:t>
                      </a:r>
                      <a:endParaRPr lang="en-CA"/>
                    </a:p>
                  </a:txBody>
                  <a:tcPr/>
                </a:tc>
                <a:extLst>
                  <a:ext uri="{0D108BD9-81ED-4DB2-BD59-A6C34878D82A}">
                    <a16:rowId xmlns:a16="http://schemas.microsoft.com/office/drawing/2014/main" val="2058148085"/>
                  </a:ext>
                </a:extLst>
              </a:tr>
              <a:tr h="370840">
                <a:tc>
                  <a:txBody>
                    <a:bodyPr/>
                    <a:lstStyle/>
                    <a:p>
                      <a:r>
                        <a:rPr lang="en-US"/>
                        <a:t>9:00-9:30 </a:t>
                      </a:r>
                      <a:endParaRPr lang="en-CA"/>
                    </a:p>
                  </a:txBody>
                  <a:tcPr/>
                </a:tc>
                <a:tc>
                  <a:txBody>
                    <a:bodyPr/>
                    <a:lstStyle/>
                    <a:p>
                      <a:r>
                        <a:rPr lang="en-US"/>
                        <a:t>Indigenous data</a:t>
                      </a:r>
                      <a:endParaRPr lang="en-CA"/>
                    </a:p>
                  </a:txBody>
                  <a:tcPr/>
                </a:tc>
                <a:extLst>
                  <a:ext uri="{0D108BD9-81ED-4DB2-BD59-A6C34878D82A}">
                    <a16:rowId xmlns:a16="http://schemas.microsoft.com/office/drawing/2014/main" val="1085842128"/>
                  </a:ext>
                </a:extLst>
              </a:tr>
              <a:tr h="370840">
                <a:tc>
                  <a:txBody>
                    <a:bodyPr/>
                    <a:lstStyle/>
                    <a:p>
                      <a:r>
                        <a:rPr lang="en-US"/>
                        <a:t>9:35-10:55</a:t>
                      </a:r>
                      <a:endParaRPr lang="en-CA"/>
                    </a:p>
                  </a:txBody>
                  <a:tcPr/>
                </a:tc>
                <a:tc>
                  <a:txBody>
                    <a:bodyPr/>
                    <a:lstStyle/>
                    <a:p>
                      <a:r>
                        <a:rPr lang="en-US"/>
                        <a:t>Panel: </a:t>
                      </a:r>
                      <a:r>
                        <a:rPr lang="en-US" err="1"/>
                        <a:t>Labour</a:t>
                      </a:r>
                      <a:r>
                        <a:rPr lang="en-US"/>
                        <a:t> and employment</a:t>
                      </a:r>
                      <a:endParaRPr lang="en-CA"/>
                    </a:p>
                  </a:txBody>
                  <a:tcPr/>
                </a:tc>
                <a:extLst>
                  <a:ext uri="{0D108BD9-81ED-4DB2-BD59-A6C34878D82A}">
                    <a16:rowId xmlns:a16="http://schemas.microsoft.com/office/drawing/2014/main" val="2366962186"/>
                  </a:ext>
                </a:extLst>
              </a:tr>
              <a:tr h="370840">
                <a:tc>
                  <a:txBody>
                    <a:bodyPr/>
                    <a:lstStyle/>
                    <a:p>
                      <a:r>
                        <a:rPr lang="en-US"/>
                        <a:t>11:00-12:20</a:t>
                      </a:r>
                      <a:endParaRPr lang="en-CA"/>
                    </a:p>
                  </a:txBody>
                  <a:tcPr/>
                </a:tc>
                <a:tc>
                  <a:txBody>
                    <a:bodyPr/>
                    <a:lstStyle/>
                    <a:p>
                      <a:r>
                        <a:rPr lang="en-US"/>
                        <a:t>Panel: Health</a:t>
                      </a:r>
                      <a:endParaRPr lang="en-CA"/>
                    </a:p>
                  </a:txBody>
                  <a:tcPr/>
                </a:tc>
                <a:extLst>
                  <a:ext uri="{0D108BD9-81ED-4DB2-BD59-A6C34878D82A}">
                    <a16:rowId xmlns:a16="http://schemas.microsoft.com/office/drawing/2014/main" val="1790076288"/>
                  </a:ext>
                </a:extLst>
              </a:tr>
              <a:tr h="370840">
                <a:tc>
                  <a:txBody>
                    <a:bodyPr/>
                    <a:lstStyle/>
                    <a:p>
                      <a:r>
                        <a:rPr lang="en-US"/>
                        <a:t>12:20-1:00</a:t>
                      </a:r>
                      <a:endParaRPr lang="en-CA"/>
                    </a:p>
                  </a:txBody>
                  <a:tcPr/>
                </a:tc>
                <a:tc>
                  <a:txBody>
                    <a:bodyPr/>
                    <a:lstStyle/>
                    <a:p>
                      <a:r>
                        <a:rPr lang="en-US"/>
                        <a:t>Lunch (provided)</a:t>
                      </a:r>
                      <a:endParaRPr lang="en-CA"/>
                    </a:p>
                  </a:txBody>
                  <a:tcPr/>
                </a:tc>
                <a:extLst>
                  <a:ext uri="{0D108BD9-81ED-4DB2-BD59-A6C34878D82A}">
                    <a16:rowId xmlns:a16="http://schemas.microsoft.com/office/drawing/2014/main" val="2557568179"/>
                  </a:ext>
                </a:extLst>
              </a:tr>
              <a:tr h="370840">
                <a:tc>
                  <a:txBody>
                    <a:bodyPr/>
                    <a:lstStyle/>
                    <a:p>
                      <a:r>
                        <a:rPr lang="en-US"/>
                        <a:t>1:00-2:20</a:t>
                      </a:r>
                      <a:endParaRPr lang="en-CA"/>
                    </a:p>
                  </a:txBody>
                  <a:tcPr/>
                </a:tc>
                <a:tc>
                  <a:txBody>
                    <a:bodyPr/>
                    <a:lstStyle/>
                    <a:p>
                      <a:r>
                        <a:rPr lang="en-US"/>
                        <a:t>Panel: Education and social development</a:t>
                      </a:r>
                      <a:endParaRPr lang="en-CA"/>
                    </a:p>
                  </a:txBody>
                  <a:tcPr/>
                </a:tc>
                <a:extLst>
                  <a:ext uri="{0D108BD9-81ED-4DB2-BD59-A6C34878D82A}">
                    <a16:rowId xmlns:a16="http://schemas.microsoft.com/office/drawing/2014/main" val="1714771200"/>
                  </a:ext>
                </a:extLst>
              </a:tr>
              <a:tr h="370840">
                <a:tc>
                  <a:txBody>
                    <a:bodyPr/>
                    <a:lstStyle/>
                    <a:p>
                      <a:r>
                        <a:rPr lang="en-US"/>
                        <a:t>2:30-4:00</a:t>
                      </a:r>
                      <a:endParaRPr lang="en-CA"/>
                    </a:p>
                  </a:txBody>
                  <a:tcPr/>
                </a:tc>
                <a:tc>
                  <a:txBody>
                    <a:bodyPr/>
                    <a:lstStyle/>
                    <a:p>
                      <a:r>
                        <a:rPr lang="en-US"/>
                        <a:t>Research data management training</a:t>
                      </a:r>
                      <a:endParaRPr lang="en-CA"/>
                    </a:p>
                  </a:txBody>
                  <a:tcPr/>
                </a:tc>
                <a:extLst>
                  <a:ext uri="{0D108BD9-81ED-4DB2-BD59-A6C34878D82A}">
                    <a16:rowId xmlns:a16="http://schemas.microsoft.com/office/drawing/2014/main" val="502347539"/>
                  </a:ext>
                </a:extLst>
              </a:tr>
            </a:tbl>
          </a:graphicData>
        </a:graphic>
      </p:graphicFrame>
    </p:spTree>
    <p:extLst>
      <p:ext uri="{BB962C8B-B14F-4D97-AF65-F5344CB8AC3E}">
        <p14:creationId xmlns:p14="http://schemas.microsoft.com/office/powerpoint/2010/main" val="3607474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rcRect l="19587" r="19587"/>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p:blipFill>
        <p:spPr>
          <a:xfrm flipH="1">
            <a:off x="0" y="5885184"/>
            <a:ext cx="972817" cy="972817"/>
          </a:xfrm>
          <a:prstGeom prst="rect">
            <a:avLst/>
          </a:prstGeom>
        </p:spPr>
      </p:pic>
      <p:pic>
        <p:nvPicPr>
          <p:cNvPr id="3" name="Picture 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p:blipFill>
        <p:spPr>
          <a:xfrm>
            <a:off x="10982417" y="5710038"/>
            <a:ext cx="363277" cy="363277"/>
          </a:xfrm>
          <a:prstGeom prst="rect">
            <a:avLst/>
          </a:prstGeom>
        </p:spPr>
      </p:pic>
      <p:grpSp>
        <p:nvGrpSpPr>
          <p:cNvPr id="4" name="Group 4"/>
          <p:cNvGrpSpPr/>
          <p:nvPr/>
        </p:nvGrpSpPr>
        <p:grpSpPr>
          <a:xfrm>
            <a:off x="1522604" y="984842"/>
            <a:ext cx="3962856" cy="5059332"/>
            <a:chOff x="0" y="-161925"/>
            <a:chExt cx="6921833" cy="10118663"/>
          </a:xfrm>
        </p:grpSpPr>
        <p:sp>
          <p:nvSpPr>
            <p:cNvPr id="5" name="TextBox 5"/>
            <p:cNvSpPr txBox="1"/>
            <p:nvPr/>
          </p:nvSpPr>
          <p:spPr>
            <a:xfrm>
              <a:off x="0" y="-161925"/>
              <a:ext cx="6921833" cy="6058837"/>
            </a:xfrm>
            <a:prstGeom prst="rect">
              <a:avLst/>
            </a:prstGeom>
          </p:spPr>
          <p:txBody>
            <a:bodyPr lIns="0" tIns="0" rIns="0" bIns="0" rtlCol="0" anchor="t">
              <a:spAutoFit/>
            </a:bodyPr>
            <a:lstStyle/>
            <a:p>
              <a:pPr defTabSz="609630">
                <a:lnSpc>
                  <a:spcPts val="4767"/>
                </a:lnSpc>
              </a:pPr>
              <a:r>
                <a:rPr lang="en-US" sz="3600" b="1" spc="-36">
                  <a:solidFill>
                    <a:srgbClr val="527CA6"/>
                  </a:solidFill>
                  <a:latin typeface="Arial"/>
                  <a:cs typeface="Arial"/>
                </a:rPr>
                <a:t>Canadian Research </a:t>
              </a:r>
            </a:p>
            <a:p>
              <a:pPr defTabSz="609630">
                <a:lnSpc>
                  <a:spcPts val="4767"/>
                </a:lnSpc>
              </a:pPr>
              <a:r>
                <a:rPr lang="en-US" sz="3600" b="1" spc="-36">
                  <a:solidFill>
                    <a:srgbClr val="527CA6"/>
                  </a:solidFill>
                  <a:latin typeface="Arial"/>
                  <a:cs typeface="Arial"/>
                </a:rPr>
                <a:t>Data </a:t>
              </a:r>
            </a:p>
            <a:p>
              <a:pPr defTabSz="609630">
                <a:lnSpc>
                  <a:spcPts val="4767"/>
                </a:lnSpc>
              </a:pPr>
              <a:r>
                <a:rPr lang="en-US" sz="3600" b="1" spc="-36">
                  <a:solidFill>
                    <a:srgbClr val="527CA6"/>
                  </a:solidFill>
                  <a:latin typeface="Arial"/>
                  <a:cs typeface="Arial"/>
                </a:rPr>
                <a:t>Centre </a:t>
              </a:r>
            </a:p>
            <a:p>
              <a:pPr defTabSz="609630">
                <a:lnSpc>
                  <a:spcPts val="4766"/>
                </a:lnSpc>
                <a:spcBef>
                  <a:spcPct val="0"/>
                </a:spcBef>
              </a:pPr>
              <a:r>
                <a:rPr lang="en-US" sz="3600" b="1" spc="-36">
                  <a:solidFill>
                    <a:srgbClr val="527CA6"/>
                  </a:solidFill>
                  <a:latin typeface="Arial"/>
                  <a:cs typeface="Arial"/>
                </a:rPr>
                <a:t>Network</a:t>
              </a:r>
            </a:p>
          </p:txBody>
        </p:sp>
        <p:sp>
          <p:nvSpPr>
            <p:cNvPr id="6" name="TextBox 6"/>
            <p:cNvSpPr txBox="1"/>
            <p:nvPr/>
          </p:nvSpPr>
          <p:spPr>
            <a:xfrm>
              <a:off x="0" y="6428720"/>
              <a:ext cx="4646556" cy="3528018"/>
            </a:xfrm>
            <a:prstGeom prst="rect">
              <a:avLst/>
            </a:prstGeom>
          </p:spPr>
          <p:txBody>
            <a:bodyPr wrap="square" lIns="0" tIns="0" rIns="0" bIns="0" rtlCol="0" anchor="t">
              <a:spAutoFit/>
            </a:bodyPr>
            <a:lstStyle/>
            <a:p>
              <a:pPr defTabSz="609630">
                <a:lnSpc>
                  <a:spcPts val="2839"/>
                </a:lnSpc>
              </a:pPr>
              <a:r>
                <a:rPr lang="en-US" sz="2000">
                  <a:solidFill>
                    <a:srgbClr val="527CA6"/>
                  </a:solidFill>
                  <a:latin typeface="Arial"/>
                  <a:cs typeface="Arial"/>
                </a:rPr>
                <a:t>A national research infrastructure network for the quantitative social and population health sciences.</a:t>
              </a:r>
            </a:p>
          </p:txBody>
        </p:sp>
      </p:grpSp>
      <p:grpSp>
        <p:nvGrpSpPr>
          <p:cNvPr id="7" name="Group 7"/>
          <p:cNvGrpSpPr/>
          <p:nvPr/>
        </p:nvGrpSpPr>
        <p:grpSpPr>
          <a:xfrm>
            <a:off x="6459119" y="1482280"/>
            <a:ext cx="5128617" cy="926743"/>
            <a:chOff x="0" y="0"/>
            <a:chExt cx="8892673" cy="1853485"/>
          </a:xfrm>
        </p:grpSpPr>
        <p:grpSp>
          <p:nvGrpSpPr>
            <p:cNvPr id="8" name="Group 8"/>
            <p:cNvGrpSpPr/>
            <p:nvPr/>
          </p:nvGrpSpPr>
          <p:grpSpPr>
            <a:xfrm rot="-5400000">
              <a:off x="3519594" y="-3519594"/>
              <a:ext cx="1853485" cy="8892673"/>
              <a:chOff x="0" y="0"/>
              <a:chExt cx="660400" cy="3168475"/>
            </a:xfrm>
          </p:grpSpPr>
          <p:sp>
            <p:nvSpPr>
              <p:cNvPr id="9" name="Freeform 9"/>
              <p:cNvSpPr/>
              <p:nvPr/>
            </p:nvSpPr>
            <p:spPr>
              <a:xfrm>
                <a:off x="0" y="0"/>
                <a:ext cx="660400" cy="3168475"/>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grpSp>
        <p:grpSp>
          <p:nvGrpSpPr>
            <p:cNvPr id="10" name="Group 10"/>
            <p:cNvGrpSpPr/>
            <p:nvPr/>
          </p:nvGrpSpPr>
          <p:grpSpPr>
            <a:xfrm>
              <a:off x="0" y="0"/>
              <a:ext cx="2761436" cy="1853485"/>
              <a:chOff x="0" y="0"/>
              <a:chExt cx="983905" cy="660400"/>
            </a:xfrm>
          </p:grpSpPr>
          <p:sp>
            <p:nvSpPr>
              <p:cNvPr id="11" name="Freeform 11"/>
              <p:cNvSpPr/>
              <p:nvPr/>
            </p:nvSpPr>
            <p:spPr>
              <a:xfrm>
                <a:off x="0" y="0"/>
                <a:ext cx="983905" cy="660400"/>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grpSp>
      </p:grpSp>
      <p:sp>
        <p:nvSpPr>
          <p:cNvPr id="12" name="TextBox 12"/>
          <p:cNvSpPr txBox="1"/>
          <p:nvPr/>
        </p:nvSpPr>
        <p:spPr>
          <a:xfrm>
            <a:off x="8083484" y="1727837"/>
            <a:ext cx="3262210" cy="341119"/>
          </a:xfrm>
          <a:prstGeom prst="rect">
            <a:avLst/>
          </a:prstGeom>
        </p:spPr>
        <p:txBody>
          <a:bodyPr wrap="square" lIns="0" tIns="0" rIns="0" bIns="0" rtlCol="0" anchor="t">
            <a:spAutoFit/>
          </a:bodyPr>
          <a:lstStyle/>
          <a:p>
            <a:pPr algn="r" defTabSz="609630">
              <a:lnSpc>
                <a:spcPts val="3029"/>
              </a:lnSpc>
            </a:pPr>
            <a:r>
              <a:rPr lang="en-US">
                <a:solidFill>
                  <a:srgbClr val="527CA6"/>
                </a:solidFill>
                <a:latin typeface="Arial"/>
                <a:cs typeface="Arial"/>
              </a:rPr>
              <a:t>Researchers</a:t>
            </a:r>
          </a:p>
        </p:txBody>
      </p:sp>
      <p:sp>
        <p:nvSpPr>
          <p:cNvPr id="13" name="TextBox 13"/>
          <p:cNvSpPr txBox="1"/>
          <p:nvPr/>
        </p:nvSpPr>
        <p:spPr>
          <a:xfrm>
            <a:off x="6820800" y="1760727"/>
            <a:ext cx="885957" cy="302647"/>
          </a:xfrm>
          <a:prstGeom prst="rect">
            <a:avLst/>
          </a:prstGeom>
        </p:spPr>
        <p:txBody>
          <a:bodyPr lIns="0" tIns="0" rIns="0" bIns="0" rtlCol="0" anchor="t">
            <a:spAutoFit/>
          </a:bodyPr>
          <a:lstStyle/>
          <a:p>
            <a:pPr algn="ctr" defTabSz="609630">
              <a:lnSpc>
                <a:spcPts val="2600"/>
              </a:lnSpc>
              <a:spcBef>
                <a:spcPct val="0"/>
              </a:spcBef>
            </a:pPr>
            <a:r>
              <a:rPr lang="en-US" spc="-20">
                <a:solidFill>
                  <a:srgbClr val="527CA6"/>
                </a:solidFill>
                <a:latin typeface="Arial"/>
                <a:cs typeface="Arial"/>
              </a:rPr>
              <a:t>2,500+</a:t>
            </a:r>
          </a:p>
        </p:txBody>
      </p:sp>
      <p:grpSp>
        <p:nvGrpSpPr>
          <p:cNvPr id="14" name="Group 14"/>
          <p:cNvGrpSpPr/>
          <p:nvPr/>
        </p:nvGrpSpPr>
        <p:grpSpPr>
          <a:xfrm>
            <a:off x="6459119" y="2664269"/>
            <a:ext cx="5128617" cy="926743"/>
            <a:chOff x="0" y="0"/>
            <a:chExt cx="8892673" cy="1853485"/>
          </a:xfrm>
        </p:grpSpPr>
        <p:grpSp>
          <p:nvGrpSpPr>
            <p:cNvPr id="15" name="Group 15"/>
            <p:cNvGrpSpPr/>
            <p:nvPr/>
          </p:nvGrpSpPr>
          <p:grpSpPr>
            <a:xfrm rot="-5400000">
              <a:off x="3519594" y="-3519594"/>
              <a:ext cx="1853485" cy="8892673"/>
              <a:chOff x="0" y="0"/>
              <a:chExt cx="660400" cy="3168475"/>
            </a:xfrm>
          </p:grpSpPr>
          <p:sp>
            <p:nvSpPr>
              <p:cNvPr id="16" name="Freeform 16"/>
              <p:cNvSpPr/>
              <p:nvPr/>
            </p:nvSpPr>
            <p:spPr>
              <a:xfrm>
                <a:off x="0" y="0"/>
                <a:ext cx="660400" cy="3168475"/>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grpSp>
        <p:grpSp>
          <p:nvGrpSpPr>
            <p:cNvPr id="17" name="Group 17"/>
            <p:cNvGrpSpPr/>
            <p:nvPr/>
          </p:nvGrpSpPr>
          <p:grpSpPr>
            <a:xfrm>
              <a:off x="0" y="0"/>
              <a:ext cx="2761436" cy="1853485"/>
              <a:chOff x="0" y="0"/>
              <a:chExt cx="983905" cy="660400"/>
            </a:xfrm>
          </p:grpSpPr>
          <p:sp>
            <p:nvSpPr>
              <p:cNvPr id="18" name="Freeform 18"/>
              <p:cNvSpPr/>
              <p:nvPr/>
            </p:nvSpPr>
            <p:spPr>
              <a:xfrm>
                <a:off x="0" y="0"/>
                <a:ext cx="983905" cy="660400"/>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grpSp>
      </p:grpSp>
      <p:sp>
        <p:nvSpPr>
          <p:cNvPr id="19" name="TextBox 19"/>
          <p:cNvSpPr txBox="1"/>
          <p:nvPr/>
        </p:nvSpPr>
        <p:spPr>
          <a:xfrm>
            <a:off x="6797940" y="3004132"/>
            <a:ext cx="885957" cy="302647"/>
          </a:xfrm>
          <a:prstGeom prst="rect">
            <a:avLst/>
          </a:prstGeom>
        </p:spPr>
        <p:txBody>
          <a:bodyPr lIns="0" tIns="0" rIns="0" bIns="0" rtlCol="0" anchor="t">
            <a:spAutoFit/>
          </a:bodyPr>
          <a:lstStyle/>
          <a:p>
            <a:pPr algn="ctr" defTabSz="609630">
              <a:lnSpc>
                <a:spcPts val="2600"/>
              </a:lnSpc>
              <a:spcBef>
                <a:spcPct val="0"/>
              </a:spcBef>
            </a:pPr>
            <a:r>
              <a:rPr lang="en-US" spc="-20">
                <a:solidFill>
                  <a:srgbClr val="527CA6"/>
                </a:solidFill>
                <a:latin typeface="Arial"/>
                <a:cs typeface="Arial"/>
              </a:rPr>
              <a:t>33</a:t>
            </a:r>
          </a:p>
        </p:txBody>
      </p:sp>
      <p:grpSp>
        <p:nvGrpSpPr>
          <p:cNvPr id="20" name="Group 20"/>
          <p:cNvGrpSpPr/>
          <p:nvPr/>
        </p:nvGrpSpPr>
        <p:grpSpPr>
          <a:xfrm>
            <a:off x="6459119" y="3843083"/>
            <a:ext cx="5128617" cy="926743"/>
            <a:chOff x="0" y="0"/>
            <a:chExt cx="8892673" cy="1853485"/>
          </a:xfrm>
        </p:grpSpPr>
        <p:grpSp>
          <p:nvGrpSpPr>
            <p:cNvPr id="21" name="Group 21"/>
            <p:cNvGrpSpPr/>
            <p:nvPr/>
          </p:nvGrpSpPr>
          <p:grpSpPr>
            <a:xfrm rot="-5400000">
              <a:off x="3519594" y="-3519594"/>
              <a:ext cx="1853485" cy="8892673"/>
              <a:chOff x="0" y="0"/>
              <a:chExt cx="660400" cy="3168475"/>
            </a:xfrm>
          </p:grpSpPr>
          <p:sp>
            <p:nvSpPr>
              <p:cNvPr id="22" name="Freeform 22"/>
              <p:cNvSpPr/>
              <p:nvPr/>
            </p:nvSpPr>
            <p:spPr>
              <a:xfrm>
                <a:off x="0" y="0"/>
                <a:ext cx="660400" cy="3168475"/>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grpSp>
        <p:grpSp>
          <p:nvGrpSpPr>
            <p:cNvPr id="23" name="Group 23"/>
            <p:cNvGrpSpPr/>
            <p:nvPr/>
          </p:nvGrpSpPr>
          <p:grpSpPr>
            <a:xfrm>
              <a:off x="0" y="0"/>
              <a:ext cx="2761436" cy="1853485"/>
              <a:chOff x="0" y="0"/>
              <a:chExt cx="983905" cy="660400"/>
            </a:xfrm>
          </p:grpSpPr>
          <p:sp>
            <p:nvSpPr>
              <p:cNvPr id="24" name="Freeform 24"/>
              <p:cNvSpPr/>
              <p:nvPr/>
            </p:nvSpPr>
            <p:spPr>
              <a:xfrm>
                <a:off x="0" y="0"/>
                <a:ext cx="983905" cy="660400"/>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grpSp>
      </p:grpSp>
      <p:sp>
        <p:nvSpPr>
          <p:cNvPr id="25" name="TextBox 25"/>
          <p:cNvSpPr txBox="1"/>
          <p:nvPr/>
        </p:nvSpPr>
        <p:spPr>
          <a:xfrm>
            <a:off x="6809370" y="4144667"/>
            <a:ext cx="885957" cy="317779"/>
          </a:xfrm>
          <a:prstGeom prst="rect">
            <a:avLst/>
          </a:prstGeom>
        </p:spPr>
        <p:txBody>
          <a:bodyPr lIns="0" tIns="0" rIns="0" bIns="0" rtlCol="0" anchor="t">
            <a:spAutoFit/>
          </a:bodyPr>
          <a:lstStyle/>
          <a:p>
            <a:pPr algn="ctr" defTabSz="609630">
              <a:lnSpc>
                <a:spcPts val="2600"/>
              </a:lnSpc>
              <a:spcBef>
                <a:spcPct val="0"/>
              </a:spcBef>
            </a:pPr>
            <a:r>
              <a:rPr lang="en-US" spc="-20">
                <a:solidFill>
                  <a:srgbClr val="527CA6"/>
                </a:solidFill>
                <a:latin typeface="Arial"/>
                <a:cs typeface="Arial"/>
              </a:rPr>
              <a:t>300+</a:t>
            </a:r>
            <a:endParaRPr lang="en-US"/>
          </a:p>
        </p:txBody>
      </p:sp>
      <p:sp>
        <p:nvSpPr>
          <p:cNvPr id="26" name="TextBox 26"/>
          <p:cNvSpPr txBox="1"/>
          <p:nvPr/>
        </p:nvSpPr>
        <p:spPr>
          <a:xfrm>
            <a:off x="8039862" y="2868112"/>
            <a:ext cx="3362982" cy="553998"/>
          </a:xfrm>
          <a:prstGeom prst="rect">
            <a:avLst/>
          </a:prstGeom>
        </p:spPr>
        <p:txBody>
          <a:bodyPr wrap="square" lIns="0" tIns="0" rIns="0" bIns="0" rtlCol="0" anchor="t">
            <a:spAutoFit/>
          </a:bodyPr>
          <a:lstStyle/>
          <a:p>
            <a:pPr algn="r" defTabSz="609630">
              <a:spcBef>
                <a:spcPct val="0"/>
              </a:spcBef>
            </a:pPr>
            <a:r>
              <a:rPr lang="en-US">
                <a:solidFill>
                  <a:srgbClr val="527CA6"/>
                </a:solidFill>
                <a:latin typeface="Arial"/>
                <a:cs typeface="Arial"/>
              </a:rPr>
              <a:t>Secure Statistics Canada facilities on university campuses</a:t>
            </a:r>
          </a:p>
        </p:txBody>
      </p:sp>
      <p:sp>
        <p:nvSpPr>
          <p:cNvPr id="27" name="TextBox 27"/>
          <p:cNvSpPr txBox="1"/>
          <p:nvPr/>
        </p:nvSpPr>
        <p:spPr>
          <a:xfrm>
            <a:off x="8003474" y="4049651"/>
            <a:ext cx="3449386" cy="553998"/>
          </a:xfrm>
          <a:prstGeom prst="rect">
            <a:avLst/>
          </a:prstGeom>
        </p:spPr>
        <p:txBody>
          <a:bodyPr wrap="square" lIns="0" tIns="0" rIns="0" bIns="0" rtlCol="0" anchor="t">
            <a:spAutoFit/>
          </a:bodyPr>
          <a:lstStyle/>
          <a:p>
            <a:pPr algn="r" defTabSz="609630">
              <a:spcBef>
                <a:spcPct val="0"/>
              </a:spcBef>
            </a:pPr>
            <a:r>
              <a:rPr lang="en-US">
                <a:solidFill>
                  <a:srgbClr val="527CA6"/>
                </a:solidFill>
                <a:latin typeface="Arial"/>
                <a:cs typeface="Arial"/>
              </a:rPr>
              <a:t>Statistics Canada confidential </a:t>
            </a:r>
            <a:r>
              <a:rPr lang="en-US" err="1">
                <a:solidFill>
                  <a:srgbClr val="527CA6"/>
                </a:solidFill>
                <a:latin typeface="Arial"/>
                <a:cs typeface="Arial"/>
              </a:rPr>
              <a:t>microdatasets</a:t>
            </a:r>
            <a:r>
              <a:rPr lang="en-US">
                <a:solidFill>
                  <a:srgbClr val="527CA6"/>
                </a:solidFill>
                <a:latin typeface="Arial"/>
                <a:cs typeface="Arial"/>
              </a:rPr>
              <a:t>*</a:t>
            </a:r>
          </a:p>
        </p:txBody>
      </p:sp>
      <p:grpSp>
        <p:nvGrpSpPr>
          <p:cNvPr id="28" name="Group 28"/>
          <p:cNvGrpSpPr/>
          <p:nvPr/>
        </p:nvGrpSpPr>
        <p:grpSpPr>
          <a:xfrm>
            <a:off x="6457975" y="5135784"/>
            <a:ext cx="5129761" cy="926743"/>
            <a:chOff x="-3" y="0"/>
            <a:chExt cx="8892676" cy="1853485"/>
          </a:xfrm>
        </p:grpSpPr>
        <p:grpSp>
          <p:nvGrpSpPr>
            <p:cNvPr id="29" name="Group 29"/>
            <p:cNvGrpSpPr/>
            <p:nvPr/>
          </p:nvGrpSpPr>
          <p:grpSpPr>
            <a:xfrm rot="-5400000">
              <a:off x="3519594" y="-3519594"/>
              <a:ext cx="1853485" cy="8892673"/>
              <a:chOff x="0" y="0"/>
              <a:chExt cx="660400" cy="3168475"/>
            </a:xfrm>
          </p:grpSpPr>
          <p:sp>
            <p:nvSpPr>
              <p:cNvPr id="30" name="Freeform 30"/>
              <p:cNvSpPr/>
              <p:nvPr/>
            </p:nvSpPr>
            <p:spPr>
              <a:xfrm>
                <a:off x="0" y="0"/>
                <a:ext cx="660400" cy="3168475"/>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grpSp>
        <p:grpSp>
          <p:nvGrpSpPr>
            <p:cNvPr id="31" name="Group 31"/>
            <p:cNvGrpSpPr/>
            <p:nvPr/>
          </p:nvGrpSpPr>
          <p:grpSpPr>
            <a:xfrm>
              <a:off x="-3" y="0"/>
              <a:ext cx="3049473" cy="1853485"/>
              <a:chOff x="-1" y="0"/>
              <a:chExt cx="1086533" cy="660400"/>
            </a:xfrm>
          </p:grpSpPr>
          <p:sp>
            <p:nvSpPr>
              <p:cNvPr id="32" name="Freeform 32"/>
              <p:cNvSpPr/>
              <p:nvPr/>
            </p:nvSpPr>
            <p:spPr>
              <a:xfrm>
                <a:off x="-1" y="0"/>
                <a:ext cx="1086533" cy="660400"/>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grpSp>
      </p:grpSp>
      <p:sp>
        <p:nvSpPr>
          <p:cNvPr id="33" name="TextBox 33"/>
          <p:cNvSpPr txBox="1"/>
          <p:nvPr/>
        </p:nvSpPr>
        <p:spPr>
          <a:xfrm>
            <a:off x="6819166" y="5408163"/>
            <a:ext cx="990460" cy="302647"/>
          </a:xfrm>
          <a:prstGeom prst="rect">
            <a:avLst/>
          </a:prstGeom>
        </p:spPr>
        <p:txBody>
          <a:bodyPr lIns="0" tIns="0" rIns="0" bIns="0" rtlCol="0" anchor="t">
            <a:spAutoFit/>
          </a:bodyPr>
          <a:lstStyle/>
          <a:p>
            <a:pPr algn="ctr" defTabSz="609630">
              <a:lnSpc>
                <a:spcPts val="2600"/>
              </a:lnSpc>
              <a:spcBef>
                <a:spcPct val="0"/>
              </a:spcBef>
            </a:pPr>
            <a:r>
              <a:rPr lang="en-US" spc="-20">
                <a:solidFill>
                  <a:srgbClr val="527CA6"/>
                </a:solidFill>
                <a:latin typeface="Arial"/>
                <a:cs typeface="Arial"/>
              </a:rPr>
              <a:t>6,000+</a:t>
            </a:r>
          </a:p>
        </p:txBody>
      </p:sp>
      <p:sp>
        <p:nvSpPr>
          <p:cNvPr id="34" name="TextBox 34"/>
          <p:cNvSpPr txBox="1"/>
          <p:nvPr/>
        </p:nvSpPr>
        <p:spPr>
          <a:xfrm>
            <a:off x="7982714" y="5355897"/>
            <a:ext cx="3550156" cy="553998"/>
          </a:xfrm>
          <a:prstGeom prst="rect">
            <a:avLst/>
          </a:prstGeom>
        </p:spPr>
        <p:txBody>
          <a:bodyPr wrap="square" lIns="0" tIns="0" rIns="0" bIns="0" rtlCol="0" anchor="t">
            <a:spAutoFit/>
          </a:bodyPr>
          <a:lstStyle/>
          <a:p>
            <a:pPr algn="r" defTabSz="609630">
              <a:spcBef>
                <a:spcPct val="0"/>
              </a:spcBef>
            </a:pPr>
            <a:r>
              <a:rPr lang="en-US">
                <a:solidFill>
                  <a:srgbClr val="527CA6"/>
                </a:solidFill>
                <a:latin typeface="Arial"/>
                <a:cs typeface="Arial"/>
              </a:rPr>
              <a:t>Publications, articles, policy reports, etc.</a:t>
            </a:r>
            <a:r>
              <a:rPr lang="en-US">
                <a:solidFill>
                  <a:srgbClr val="527CA6"/>
                </a:solidFill>
                <a:latin typeface="Myriad Pro 3"/>
              </a:rPr>
              <a:t> </a:t>
            </a:r>
          </a:p>
        </p:txBody>
      </p:sp>
      <p:sp>
        <p:nvSpPr>
          <p:cNvPr id="36" name="Freeform 11">
            <a:extLst>
              <a:ext uri="{FF2B5EF4-FFF2-40B4-BE49-F238E27FC236}">
                <a16:creationId xmlns:a16="http://schemas.microsoft.com/office/drawing/2014/main" id="{3B0FD79D-09AF-4D5E-8801-4B08EF834E76}"/>
              </a:ext>
            </a:extLst>
          </p:cNvPr>
          <p:cNvSpPr/>
          <p:nvPr/>
        </p:nvSpPr>
        <p:spPr>
          <a:xfrm>
            <a:off x="6457977" y="269771"/>
            <a:ext cx="1575549" cy="926743"/>
          </a:xfrm>
          <a:custGeom>
            <a:avLst/>
            <a:gdLst/>
            <a:ahLst/>
            <a:cxnLst/>
            <a:rect l="l" t="t" r="r" b="b"/>
            <a:pathLst>
              <a:path w="983905" h="660400">
                <a:moveTo>
                  <a:pt x="859445" y="660400"/>
                </a:moveTo>
                <a:lnTo>
                  <a:pt x="124460" y="660400"/>
                </a:lnTo>
                <a:cubicBezTo>
                  <a:pt x="55880" y="660400"/>
                  <a:pt x="0" y="604520"/>
                  <a:pt x="0" y="535940"/>
                </a:cubicBezTo>
                <a:lnTo>
                  <a:pt x="0" y="124460"/>
                </a:lnTo>
                <a:cubicBezTo>
                  <a:pt x="0" y="55880"/>
                  <a:pt x="55880" y="0"/>
                  <a:pt x="124460" y="0"/>
                </a:cubicBezTo>
                <a:lnTo>
                  <a:pt x="859445" y="0"/>
                </a:lnTo>
                <a:cubicBezTo>
                  <a:pt x="928025" y="0"/>
                  <a:pt x="983905" y="55880"/>
                  <a:pt x="983905" y="124460"/>
                </a:cubicBezTo>
                <a:lnTo>
                  <a:pt x="983905" y="535940"/>
                </a:lnTo>
                <a:cubicBezTo>
                  <a:pt x="983905" y="604520"/>
                  <a:pt x="928025" y="660400"/>
                  <a:pt x="859445" y="660400"/>
                </a:cubicBezTo>
                <a:close/>
              </a:path>
            </a:pathLst>
          </a:custGeom>
          <a:solidFill>
            <a:srgbClr val="FEC456"/>
          </a:solidFill>
        </p:spPr>
        <p:txBody>
          <a:bodyPr/>
          <a:lstStyle/>
          <a:p>
            <a:endParaRPr lang="en-CA"/>
          </a:p>
        </p:txBody>
      </p:sp>
      <p:sp>
        <p:nvSpPr>
          <p:cNvPr id="39" name="Freeform 9">
            <a:extLst>
              <a:ext uri="{FF2B5EF4-FFF2-40B4-BE49-F238E27FC236}">
                <a16:creationId xmlns:a16="http://schemas.microsoft.com/office/drawing/2014/main" id="{4A28F8C9-C35A-4DF9-9DA1-F1952244BFD4}"/>
              </a:ext>
            </a:extLst>
          </p:cNvPr>
          <p:cNvSpPr/>
          <p:nvPr/>
        </p:nvSpPr>
        <p:spPr>
          <a:xfrm rot="16200000">
            <a:off x="9347830" y="-1019463"/>
            <a:ext cx="926743" cy="3553068"/>
          </a:xfrm>
          <a:custGeom>
            <a:avLst/>
            <a:gdLst/>
            <a:ahLst/>
            <a:cxnLst/>
            <a:rect l="l" t="t" r="r" b="b"/>
            <a:pathLst>
              <a:path w="660400" h="3168475">
                <a:moveTo>
                  <a:pt x="535940" y="3168475"/>
                </a:moveTo>
                <a:lnTo>
                  <a:pt x="124460" y="3168475"/>
                </a:lnTo>
                <a:cubicBezTo>
                  <a:pt x="55880" y="3168475"/>
                  <a:pt x="0" y="3112595"/>
                  <a:pt x="0" y="3044015"/>
                </a:cubicBezTo>
                <a:lnTo>
                  <a:pt x="0" y="124460"/>
                </a:lnTo>
                <a:cubicBezTo>
                  <a:pt x="0" y="55880"/>
                  <a:pt x="55880" y="0"/>
                  <a:pt x="124460" y="0"/>
                </a:cubicBezTo>
                <a:lnTo>
                  <a:pt x="535940" y="0"/>
                </a:lnTo>
                <a:cubicBezTo>
                  <a:pt x="604520" y="0"/>
                  <a:pt x="660400" y="55880"/>
                  <a:pt x="660400" y="124460"/>
                </a:cubicBezTo>
                <a:lnTo>
                  <a:pt x="660400" y="3044015"/>
                </a:lnTo>
                <a:cubicBezTo>
                  <a:pt x="660400" y="3112595"/>
                  <a:pt x="604520" y="3168475"/>
                  <a:pt x="535940" y="3168475"/>
                </a:cubicBezTo>
                <a:close/>
              </a:path>
            </a:pathLst>
          </a:custGeom>
          <a:solidFill>
            <a:srgbClr val="FEC456">
              <a:alpha val="25882"/>
            </a:srgbClr>
          </a:solidFill>
        </p:spPr>
        <p:txBody>
          <a:bodyPr/>
          <a:lstStyle/>
          <a:p>
            <a:endParaRPr lang="en-CA"/>
          </a:p>
        </p:txBody>
      </p:sp>
      <p:sp>
        <p:nvSpPr>
          <p:cNvPr id="37" name="TextBox 13">
            <a:extLst>
              <a:ext uri="{FF2B5EF4-FFF2-40B4-BE49-F238E27FC236}">
                <a16:creationId xmlns:a16="http://schemas.microsoft.com/office/drawing/2014/main" id="{BEA25135-32F8-4B38-BC96-21CA998F9AD5}"/>
              </a:ext>
            </a:extLst>
          </p:cNvPr>
          <p:cNvSpPr txBox="1"/>
          <p:nvPr/>
        </p:nvSpPr>
        <p:spPr>
          <a:xfrm>
            <a:off x="6763649" y="582110"/>
            <a:ext cx="885957" cy="302647"/>
          </a:xfrm>
          <a:prstGeom prst="rect">
            <a:avLst/>
          </a:prstGeom>
        </p:spPr>
        <p:txBody>
          <a:bodyPr lIns="0" tIns="0" rIns="0" bIns="0" rtlCol="0" anchor="t">
            <a:spAutoFit/>
          </a:bodyPr>
          <a:lstStyle/>
          <a:p>
            <a:pPr algn="ctr" defTabSz="609630">
              <a:lnSpc>
                <a:spcPts val="2600"/>
              </a:lnSpc>
              <a:spcBef>
                <a:spcPct val="0"/>
              </a:spcBef>
            </a:pPr>
            <a:r>
              <a:rPr lang="en-US" spc="-20">
                <a:solidFill>
                  <a:srgbClr val="527CA6"/>
                </a:solidFill>
                <a:latin typeface="Arial"/>
                <a:cs typeface="Arial"/>
              </a:rPr>
              <a:t>1 of 19</a:t>
            </a:r>
            <a:endParaRPr lang="en-US">
              <a:latin typeface="Arial"/>
              <a:cs typeface="Arial"/>
            </a:endParaRPr>
          </a:p>
        </p:txBody>
      </p:sp>
      <p:sp>
        <p:nvSpPr>
          <p:cNvPr id="40" name="TextBox 12">
            <a:extLst>
              <a:ext uri="{FF2B5EF4-FFF2-40B4-BE49-F238E27FC236}">
                <a16:creationId xmlns:a16="http://schemas.microsoft.com/office/drawing/2014/main" id="{BB388E88-1D9D-42E6-AF35-1209C6002EBF}"/>
              </a:ext>
            </a:extLst>
          </p:cNvPr>
          <p:cNvSpPr txBox="1"/>
          <p:nvPr/>
        </p:nvSpPr>
        <p:spPr>
          <a:xfrm>
            <a:off x="7838696" y="509322"/>
            <a:ext cx="3506999" cy="553998"/>
          </a:xfrm>
          <a:prstGeom prst="rect">
            <a:avLst/>
          </a:prstGeom>
        </p:spPr>
        <p:txBody>
          <a:bodyPr wrap="square" lIns="0" tIns="0" rIns="0" bIns="0" rtlCol="0" anchor="t">
            <a:spAutoFit/>
          </a:bodyPr>
          <a:lstStyle/>
          <a:p>
            <a:pPr algn="r" defTabSz="609630"/>
            <a:r>
              <a:rPr lang="en-US">
                <a:solidFill>
                  <a:srgbClr val="527CA6"/>
                </a:solidFill>
                <a:latin typeface="Arial"/>
                <a:cs typeface="Arial"/>
              </a:rPr>
              <a:t>Major Science Initiatives</a:t>
            </a:r>
          </a:p>
          <a:p>
            <a:pPr algn="r" defTabSz="609630"/>
            <a:r>
              <a:rPr lang="en-US">
                <a:solidFill>
                  <a:srgbClr val="527CA6"/>
                </a:solidFill>
                <a:latin typeface="Arial"/>
                <a:cs typeface="Arial"/>
              </a:rPr>
              <a:t> in Canada</a:t>
            </a:r>
            <a:endParaRPr lang="en-US">
              <a:solidFill>
                <a:srgbClr val="FF0000"/>
              </a:solidFill>
              <a:latin typeface="Arial"/>
              <a:cs typeface="Arial"/>
            </a:endParaRPr>
          </a:p>
        </p:txBody>
      </p:sp>
      <p:sp>
        <p:nvSpPr>
          <p:cNvPr id="35" name="TextBox 27">
            <a:extLst>
              <a:ext uri="{FF2B5EF4-FFF2-40B4-BE49-F238E27FC236}">
                <a16:creationId xmlns:a16="http://schemas.microsoft.com/office/drawing/2014/main" id="{34123E5D-9ACC-29AE-80DC-65B514A4E808}"/>
              </a:ext>
            </a:extLst>
          </p:cNvPr>
          <p:cNvSpPr txBox="1"/>
          <p:nvPr/>
        </p:nvSpPr>
        <p:spPr>
          <a:xfrm>
            <a:off x="6601996" y="6215884"/>
            <a:ext cx="4930874" cy="492443"/>
          </a:xfrm>
          <a:prstGeom prst="rect">
            <a:avLst/>
          </a:prstGeom>
        </p:spPr>
        <p:txBody>
          <a:bodyPr wrap="square" lIns="0" tIns="0" rIns="0" bIns="0" rtlCol="0" anchor="t">
            <a:spAutoFit/>
          </a:bodyPr>
          <a:lstStyle/>
          <a:p>
            <a:pPr algn="r" defTabSz="609630">
              <a:spcBef>
                <a:spcPct val="0"/>
              </a:spcBef>
            </a:pPr>
            <a:r>
              <a:rPr lang="en-US" sz="1600">
                <a:solidFill>
                  <a:srgbClr val="527CA6"/>
                </a:solidFill>
                <a:latin typeface="Arial"/>
                <a:cs typeface="Arial"/>
              </a:rPr>
              <a:t>*Datasets include those collected from government departments and other agencies  </a:t>
            </a:r>
          </a:p>
        </p:txBody>
      </p:sp>
    </p:spTree>
    <p:extLst>
      <p:ext uri="{BB962C8B-B14F-4D97-AF65-F5344CB8AC3E}">
        <p14:creationId xmlns:p14="http://schemas.microsoft.com/office/powerpoint/2010/main" val="33679483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7392D-F495-9672-6D0C-DBA010ECA5F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695286E5-9AAD-0C63-139E-AAEBA5866873}"/>
              </a:ext>
            </a:extLst>
          </p:cNvPr>
          <p:cNvSpPr txBox="1"/>
          <p:nvPr/>
        </p:nvSpPr>
        <p:spPr>
          <a:xfrm>
            <a:off x="402771" y="1301978"/>
            <a:ext cx="11141530" cy="304698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2400"/>
              </a:spcAft>
            </a:pPr>
            <a:r>
              <a:rPr lang="en-US" sz="3200" b="1">
                <a:latin typeface="Arial" panose="020B0604020202020204" pitchFamily="34" charset="0"/>
                <a:ea typeface="+mn-lt"/>
                <a:cs typeface="Arial" panose="020B0604020202020204" pitchFamily="34" charset="0"/>
              </a:rPr>
              <a:t>“Opening doors to data” project</a:t>
            </a:r>
            <a:endParaRPr lang="en-US" sz="2000">
              <a:cs typeface="Arial"/>
            </a:endParaRPr>
          </a:p>
          <a:p>
            <a:pPr marL="285750" indent="-285750">
              <a:spcAft>
                <a:spcPts val="1200"/>
              </a:spcAft>
              <a:buFont typeface="Arial" panose="020B0604020202020204" pitchFamily="34" charset="0"/>
              <a:buChar char="•"/>
            </a:pPr>
            <a:r>
              <a:rPr lang="en-US" sz="2000">
                <a:cs typeface="Arial"/>
              </a:rPr>
              <a:t>SSHRC Connection Grant competition November 2024.</a:t>
            </a:r>
          </a:p>
          <a:p>
            <a:pPr marL="285750" indent="-285750">
              <a:spcAft>
                <a:spcPts val="1200"/>
              </a:spcAft>
              <a:buFont typeface="Arial" panose="020B0604020202020204" pitchFamily="34" charset="0"/>
              <a:buChar char="•"/>
            </a:pPr>
            <a:r>
              <a:rPr lang="en-US" sz="2000">
                <a:cs typeface="Arial"/>
              </a:rPr>
              <a:t>Outreach and research data management training in all10 provincial capital cities.</a:t>
            </a:r>
          </a:p>
          <a:p>
            <a:pPr marL="285750" indent="-285750">
              <a:spcAft>
                <a:spcPts val="1200"/>
              </a:spcAft>
              <a:buFont typeface="Arial" panose="020B0604020202020204" pitchFamily="34" charset="0"/>
              <a:buChar char="•"/>
            </a:pPr>
            <a:r>
              <a:rPr lang="en-US" sz="2000">
                <a:cs typeface="Arial"/>
              </a:rPr>
              <a:t>Total of 400 registrants: 64% post-secondary, 21% government, 5% nonprofit, 10% other. </a:t>
            </a:r>
          </a:p>
          <a:p>
            <a:pPr marL="285750" indent="-285750">
              <a:spcAft>
                <a:spcPts val="1200"/>
              </a:spcAft>
              <a:buFont typeface="Arial" panose="020B0604020202020204" pitchFamily="34" charset="0"/>
              <a:buChar char="•"/>
            </a:pPr>
            <a:r>
              <a:rPr lang="en-US" sz="2000">
                <a:cs typeface="Arial"/>
              </a:rPr>
              <a:t>Stakeholder interests in connecting about data, policy and research.</a:t>
            </a:r>
          </a:p>
          <a:p>
            <a:pPr marL="285750" indent="-285750">
              <a:spcAft>
                <a:spcPts val="1200"/>
              </a:spcAft>
              <a:buFont typeface="Arial" panose="020B0604020202020204" pitchFamily="34" charset="0"/>
              <a:buChar char="•"/>
            </a:pPr>
            <a:r>
              <a:rPr lang="en-US" sz="2000">
                <a:cs typeface="Arial"/>
              </a:rPr>
              <a:t>FAIR principles and working with restricted access data. </a:t>
            </a:r>
          </a:p>
        </p:txBody>
      </p:sp>
    </p:spTree>
    <p:extLst>
      <p:ext uri="{BB962C8B-B14F-4D97-AF65-F5344CB8AC3E}">
        <p14:creationId xmlns:p14="http://schemas.microsoft.com/office/powerpoint/2010/main" val="14008962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5765C7-B961-C4FF-C599-C0D916F0ED99}"/>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8AB49B27-B88B-C0DC-D878-B556C02650A8}"/>
              </a:ext>
            </a:extLst>
          </p:cNvPr>
          <p:cNvSpPr txBox="1"/>
          <p:nvPr/>
        </p:nvSpPr>
        <p:spPr>
          <a:xfrm>
            <a:off x="402771" y="1301978"/>
            <a:ext cx="11141530"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1200"/>
              </a:spcAft>
            </a:pPr>
            <a:r>
              <a:rPr lang="en-US" sz="3200" b="1">
                <a:latin typeface="Arial" panose="020B0604020202020204" pitchFamily="34" charset="0"/>
                <a:ea typeface="+mn-lt"/>
                <a:cs typeface="Arial" panose="020B0604020202020204" pitchFamily="34" charset="0"/>
              </a:rPr>
              <a:t>Funding acknowledgements</a:t>
            </a:r>
          </a:p>
          <a:p>
            <a:r>
              <a:rPr lang="en-US" sz="2000" i="0">
                <a:effectLst/>
              </a:rPr>
              <a:t>The “Opening doors to data” project is supported in part by funding from the Social Sciences and Humanities Research Council through a Connection Grant.</a:t>
            </a:r>
          </a:p>
          <a:p>
            <a:endParaRPr lang="en-US" sz="2000">
              <a:ea typeface="+mn-lt"/>
              <a:cs typeface="Arial" panose="020B0604020202020204" pitchFamily="34" charset="0"/>
            </a:endParaRPr>
          </a:p>
          <a:p>
            <a:r>
              <a:rPr lang="en-US" sz="2000">
                <a:ea typeface="+mn-lt"/>
                <a:cs typeface="Arial" panose="020B0604020202020204" pitchFamily="34" charset="0"/>
              </a:rPr>
              <a:t>CRDCN receives core operational funding from the Canada Foundation for Innovation as a Major Science Initiative. CRDCN is also funded by contributions from the Social Sciences and Humanities Research Council, and the Canadian Institutes for Health Research, Statistics Canada, Collaborating Institutions and provincial partners.</a:t>
            </a:r>
            <a:endParaRPr lang="en-US" sz="2000" b="1">
              <a:cs typeface="Arial"/>
            </a:endParaRPr>
          </a:p>
          <a:p>
            <a:pPr marL="171450" indent="-171450">
              <a:buFont typeface="Arial"/>
              <a:buChar char="•"/>
            </a:pPr>
            <a:endParaRPr lang="en-US">
              <a:cs typeface="Arial"/>
            </a:endParaRPr>
          </a:p>
        </p:txBody>
      </p:sp>
    </p:spTree>
    <p:extLst>
      <p:ext uri="{BB962C8B-B14F-4D97-AF65-F5344CB8AC3E}">
        <p14:creationId xmlns:p14="http://schemas.microsoft.com/office/powerpoint/2010/main" val="2909546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B9241-AD5E-CE01-40CD-9FBA726F041A}"/>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9636EA13-002A-BF1B-CCF1-95264E5A4E74}"/>
              </a:ext>
            </a:extLst>
          </p:cNvPr>
          <p:cNvSpPr txBox="1"/>
          <p:nvPr/>
        </p:nvSpPr>
        <p:spPr>
          <a:xfrm>
            <a:off x="525780" y="1361662"/>
            <a:ext cx="10922033" cy="1661993"/>
          </a:xfrm>
          <a:prstGeom prst="rect">
            <a:avLst/>
          </a:prstGeom>
          <a:noFill/>
        </p:spPr>
        <p:txBody>
          <a:bodyPr wrap="square" lIns="91440" tIns="45720" rIns="91440" bIns="45720" anchor="t">
            <a:spAutoFit/>
          </a:bodyPr>
          <a:lstStyle/>
          <a:p>
            <a:pPr fontAlgn="base">
              <a:spcAft>
                <a:spcPts val="600"/>
              </a:spcAft>
            </a:pPr>
            <a:r>
              <a:rPr lang="en-US" sz="3600" b="1">
                <a:latin typeface="Arial"/>
                <a:cs typeface="Arial"/>
              </a:rPr>
              <a:t>Indigenous data</a:t>
            </a:r>
            <a:endParaRPr lang="en-US" sz="3600" b="1">
              <a:latin typeface="Arial" panose="020B0604020202020204" pitchFamily="34" charset="0"/>
              <a:cs typeface="Arial" panose="020B0604020202020204" pitchFamily="34" charset="0"/>
            </a:endParaRPr>
          </a:p>
          <a:p>
            <a:pPr>
              <a:spcAft>
                <a:spcPts val="600"/>
              </a:spcAft>
            </a:pPr>
            <a:endParaRPr lang="en-US" sz="2800"/>
          </a:p>
          <a:p>
            <a:pPr>
              <a:spcAft>
                <a:spcPts val="600"/>
              </a:spcAft>
            </a:pPr>
            <a:r>
              <a:rPr lang="en-US" sz="2800"/>
              <a:t>Dr. Aaron Franks, First Nations Information Governance Centre</a:t>
            </a:r>
          </a:p>
        </p:txBody>
      </p:sp>
    </p:spTree>
    <p:extLst>
      <p:ext uri="{BB962C8B-B14F-4D97-AF65-F5344CB8AC3E}">
        <p14:creationId xmlns:p14="http://schemas.microsoft.com/office/powerpoint/2010/main" val="327756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C316-2B6C-5C97-E9B0-7AC85326B2AD}"/>
              </a:ext>
            </a:extLst>
          </p:cNvPr>
          <p:cNvSpPr>
            <a:spLocks noGrp="1"/>
          </p:cNvSpPr>
          <p:nvPr>
            <p:ph type="ctrTitle"/>
          </p:nvPr>
        </p:nvSpPr>
        <p:spPr/>
        <p:txBody>
          <a:bodyPr anchor="b">
            <a:normAutofit/>
          </a:bodyPr>
          <a:lstStyle/>
          <a:p>
            <a:r>
              <a:rPr lang="en-US" sz="4500" dirty="0"/>
              <a:t>Current State of Canadian Data – Common issues</a:t>
            </a:r>
          </a:p>
        </p:txBody>
      </p:sp>
      <p:sp>
        <p:nvSpPr>
          <p:cNvPr id="3" name="Subtitle 2">
            <a:extLst>
              <a:ext uri="{FF2B5EF4-FFF2-40B4-BE49-F238E27FC236}">
                <a16:creationId xmlns:a16="http://schemas.microsoft.com/office/drawing/2014/main" id="{6889558D-1EBD-B72E-0083-9B9B43E169F2}"/>
              </a:ext>
            </a:extLst>
          </p:cNvPr>
          <p:cNvSpPr>
            <a:spLocks noGrp="1"/>
          </p:cNvSpPr>
          <p:nvPr>
            <p:ph type="subTitle" idx="1"/>
          </p:nvPr>
        </p:nvSpPr>
        <p:spPr/>
        <p:txBody>
          <a:bodyPr vert="horz" lIns="91440" tIns="45720" rIns="91440" bIns="45720" rtlCol="0" anchor="t">
            <a:normAutofit/>
          </a:bodyPr>
          <a:lstStyle/>
          <a:p>
            <a:endParaRPr lang="en-US" dirty="0"/>
          </a:p>
        </p:txBody>
      </p:sp>
    </p:spTree>
    <p:extLst>
      <p:ext uri="{BB962C8B-B14F-4D97-AF65-F5344CB8AC3E}">
        <p14:creationId xmlns:p14="http://schemas.microsoft.com/office/powerpoint/2010/main" val="1023771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3617D-B50E-13E0-258E-66DAD3A221AD}"/>
              </a:ext>
            </a:extLst>
          </p:cNvPr>
          <p:cNvSpPr>
            <a:spLocks noGrp="1"/>
          </p:cNvSpPr>
          <p:nvPr>
            <p:ph type="title"/>
          </p:nvPr>
        </p:nvSpPr>
        <p:spPr>
          <a:xfrm>
            <a:off x="429768" y="603504"/>
            <a:ext cx="3401568" cy="1527048"/>
          </a:xfrm>
        </p:spPr>
        <p:txBody>
          <a:bodyPr vert="horz" lIns="91440" tIns="45720" rIns="91440" bIns="45720" rtlCol="0" anchor="b">
            <a:normAutofit/>
          </a:bodyPr>
          <a:lstStyle/>
          <a:p>
            <a:r>
              <a:rPr lang="en-US" b="0" kern="1200" cap="all" baseline="0" dirty="0">
                <a:latin typeface="+mj-lt"/>
                <a:ea typeface="+mj-ea"/>
                <a:cs typeface="+mj-cs"/>
              </a:rPr>
              <a:t>Key Data Issues in Canada</a:t>
            </a:r>
          </a:p>
        </p:txBody>
      </p:sp>
      <p:sp>
        <p:nvSpPr>
          <p:cNvPr id="8" name="TextBox 7">
            <a:extLst>
              <a:ext uri="{FF2B5EF4-FFF2-40B4-BE49-F238E27FC236}">
                <a16:creationId xmlns:a16="http://schemas.microsoft.com/office/drawing/2014/main" id="{3514BBDF-DBEB-49DA-A445-7A6BF54F8995}"/>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8" y="2635444"/>
            <a:ext cx="3401568" cy="4041648"/>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1300" b="1" dirty="0"/>
              <a:t>Timely information</a:t>
            </a:r>
          </a:p>
          <a:p>
            <a:pPr marL="0" indent="0">
              <a:lnSpc>
                <a:spcPct val="90000"/>
              </a:lnSpc>
              <a:spcBef>
                <a:spcPts val="2500"/>
              </a:spcBef>
              <a:spcAft>
                <a:spcPts val="600"/>
              </a:spcAft>
              <a:buFont typeface="Arial" panose="020B0604020202020204" pitchFamily="34" charset="0"/>
              <a:buNone/>
            </a:pPr>
            <a:r>
              <a:rPr lang="en-US" sz="1300" b="1" dirty="0"/>
              <a:t>One-sided information</a:t>
            </a:r>
          </a:p>
          <a:p>
            <a:pPr marL="0" indent="0">
              <a:lnSpc>
                <a:spcPct val="90000"/>
              </a:lnSpc>
              <a:spcBef>
                <a:spcPts val="2500"/>
              </a:spcBef>
              <a:spcAft>
                <a:spcPts val="600"/>
              </a:spcAft>
              <a:buFont typeface="Arial" panose="020B0604020202020204" pitchFamily="34" charset="0"/>
              <a:buNone/>
            </a:pPr>
            <a:r>
              <a:rPr lang="en-US" sz="1300" b="1" dirty="0"/>
              <a:t>Territories</a:t>
            </a:r>
          </a:p>
          <a:p>
            <a:pPr>
              <a:lnSpc>
                <a:spcPct val="90000"/>
              </a:lnSpc>
              <a:spcBef>
                <a:spcPts val="2500"/>
              </a:spcBef>
              <a:spcAft>
                <a:spcPts val="600"/>
              </a:spcAft>
            </a:pPr>
            <a:r>
              <a:rPr lang="en-US" sz="1300" b="1" dirty="0"/>
              <a:t>Indigenous</a:t>
            </a:r>
          </a:p>
          <a:p>
            <a:pPr>
              <a:lnSpc>
                <a:spcPct val="90000"/>
              </a:lnSpc>
              <a:spcBef>
                <a:spcPts val="2500"/>
              </a:spcBef>
              <a:spcAft>
                <a:spcPts val="600"/>
              </a:spcAft>
            </a:pPr>
            <a:r>
              <a:rPr lang="en-US" sz="1300" b="1" dirty="0"/>
              <a:t>Harmonization</a:t>
            </a:r>
          </a:p>
          <a:p>
            <a:pPr>
              <a:lnSpc>
                <a:spcPct val="90000"/>
              </a:lnSpc>
              <a:spcBef>
                <a:spcPts val="2500"/>
              </a:spcBef>
              <a:spcAft>
                <a:spcPts val="600"/>
              </a:spcAft>
            </a:pPr>
            <a:r>
              <a:rPr lang="en-US" sz="1300" b="1" dirty="0"/>
              <a:t>And more….</a:t>
            </a:r>
          </a:p>
          <a:p>
            <a:pPr>
              <a:lnSpc>
                <a:spcPct val="90000"/>
              </a:lnSpc>
              <a:spcBef>
                <a:spcPts val="2500"/>
              </a:spcBef>
              <a:spcAft>
                <a:spcPts val="600"/>
              </a:spcAft>
            </a:pPr>
            <a:endParaRPr lang="en-US" sz="1300" b="1" dirty="0"/>
          </a:p>
          <a:p>
            <a:pPr marL="0" indent="0">
              <a:lnSpc>
                <a:spcPct val="90000"/>
              </a:lnSpc>
              <a:spcBef>
                <a:spcPts val="2500"/>
              </a:spcBef>
              <a:spcAft>
                <a:spcPts val="600"/>
              </a:spcAft>
              <a:buFont typeface="Arial" panose="020B0604020202020204" pitchFamily="34" charset="0"/>
              <a:buNone/>
            </a:pPr>
            <a:endParaRPr lang="en-US" sz="1300" b="1" dirty="0"/>
          </a:p>
        </p:txBody>
      </p:sp>
      <p:pic>
        <p:nvPicPr>
          <p:cNvPr id="7" name="Content Placeholder 6" descr="Canada national official state flag in a computer technological world">
            <a:extLst>
              <a:ext uri="{FF2B5EF4-FFF2-40B4-BE49-F238E27FC236}">
                <a16:creationId xmlns:a16="http://schemas.microsoft.com/office/drawing/2014/main" id="{9088FF90-A596-4EA7-A3EC-7FFFB4A4D592}"/>
              </a:ext>
            </a:extLst>
          </p:cNvPr>
          <p:cNvPicPr>
            <a:picLocks noGrp="1" noChangeAspect="1"/>
          </p:cNvPicPr>
          <p:nvPr>
            <p:ph type="pic" sz="quarter" idx="15"/>
          </p:nvPr>
        </p:nvPicPr>
        <p:blipFill>
          <a:blip r:embed="rId3"/>
          <a:srcRect l="19794" r="1" b="1"/>
          <a:stretch>
            <a:fillRect/>
          </a:stretch>
        </p:blipFill>
        <p:spPr>
          <a:xfrm>
            <a:off x="4502843" y="2"/>
            <a:ext cx="7689157" cy="6399151"/>
          </a:xfrm>
          <a:prstGeom prst="rect">
            <a:avLst/>
          </a:prstGeom>
          <a:noFill/>
        </p:spPr>
      </p:pic>
    </p:spTree>
    <p:extLst>
      <p:ext uri="{BB962C8B-B14F-4D97-AF65-F5344CB8AC3E}">
        <p14:creationId xmlns:p14="http://schemas.microsoft.com/office/powerpoint/2010/main" val="246784951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9E45D-DA5C-C41C-360A-0A92D97840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EA391-6FF3-45A3-E42A-4CD29486045D}"/>
              </a:ext>
            </a:extLst>
          </p:cNvPr>
          <p:cNvSpPr>
            <a:spLocks noGrp="1"/>
          </p:cNvSpPr>
          <p:nvPr>
            <p:ph type="ctrTitle"/>
          </p:nvPr>
        </p:nvSpPr>
        <p:spPr/>
        <p:txBody>
          <a:bodyPr anchor="b">
            <a:normAutofit/>
          </a:bodyPr>
          <a:lstStyle/>
          <a:p>
            <a:r>
              <a:rPr lang="en-US" sz="4500" dirty="0"/>
              <a:t>Current State of Canadian Data: </a:t>
            </a:r>
            <a:r>
              <a:rPr lang="en-US" sz="4500" dirty="0" err="1"/>
              <a:t>Labour</a:t>
            </a:r>
            <a:endParaRPr lang="en-US" sz="4500" dirty="0"/>
          </a:p>
        </p:txBody>
      </p:sp>
      <p:sp>
        <p:nvSpPr>
          <p:cNvPr id="6" name="Slide Number Placeholder 5">
            <a:extLst>
              <a:ext uri="{FF2B5EF4-FFF2-40B4-BE49-F238E27FC236}">
                <a16:creationId xmlns:a16="http://schemas.microsoft.com/office/drawing/2014/main" id="{220D752E-8662-D72A-1467-F5E3ABF46C0E}"/>
              </a:ext>
            </a:extLst>
          </p:cNvPr>
          <p:cNvSpPr>
            <a:spLocks noGrp="1"/>
          </p:cNvSpPr>
          <p:nvPr>
            <p:ph type="sldNum" sz="quarter" idx="12"/>
          </p:nvPr>
        </p:nvSpPr>
        <p:spPr/>
        <p:txBody>
          <a:bodyPr anchor="ct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84C450F2-3BB4-4AE4-8A35-A9D7AEA4C850}" type="slidenum">
              <a:rPr kumimoji="0" lang="en-US" sz="800" b="0" i="0" u="none" strike="noStrike" kern="1200" cap="none" spc="0" normalizeH="0" baseline="0" noProof="0" smtClean="0">
                <a:ln>
                  <a:noFill/>
                </a:ln>
                <a:solidFill>
                  <a:prstClr val="white"/>
                </a:solidFill>
                <a:effectLst/>
                <a:uLnTx/>
                <a:uFillTx/>
                <a:latin typeface="Neue Haas Grotesk Text Pro"/>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10</a:t>
            </a:fld>
            <a:endParaRPr kumimoji="0" lang="en-US" sz="800" b="0" i="0" u="none" strike="noStrike" kern="1200" cap="none" spc="0" normalizeH="0" baseline="0" noProof="0">
              <a:ln>
                <a:noFill/>
              </a:ln>
              <a:solidFill>
                <a:prstClr val="white"/>
              </a:solidFill>
              <a:effectLst/>
              <a:uLnTx/>
              <a:uFillTx/>
              <a:latin typeface="Neue Haas Grotesk Text Pro"/>
              <a:ea typeface="+mn-ea"/>
              <a:cs typeface="+mn-cs"/>
            </a:endParaRPr>
          </a:p>
        </p:txBody>
      </p:sp>
    </p:spTree>
    <p:extLst>
      <p:ext uri="{BB962C8B-B14F-4D97-AF65-F5344CB8AC3E}">
        <p14:creationId xmlns:p14="http://schemas.microsoft.com/office/powerpoint/2010/main" val="3879412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05E52-543E-382D-2CB7-73E802DB6A70}"/>
              </a:ext>
            </a:extLst>
          </p:cNvPr>
          <p:cNvSpPr>
            <a:spLocks noGrp="1"/>
          </p:cNvSpPr>
          <p:nvPr>
            <p:ph type="title"/>
          </p:nvPr>
        </p:nvSpPr>
        <p:spPr/>
        <p:txBody>
          <a:bodyPr vert="horz" lIns="91440" tIns="45720" rIns="91440" bIns="45720" rtlCol="0" anchor="b">
            <a:normAutofit/>
          </a:bodyPr>
          <a:lstStyle/>
          <a:p>
            <a:r>
              <a:rPr lang="en-US" sz="2200" b="0" kern="1200" cap="all" baseline="0" dirty="0">
                <a:latin typeface="+mj-lt"/>
                <a:ea typeface="+mj-ea"/>
                <a:cs typeface="+mj-cs"/>
              </a:rPr>
              <a:t>National Sources: Statistics Canada and </a:t>
            </a:r>
            <a:r>
              <a:rPr lang="en-US" sz="2200" b="0" kern="1200" cap="all" baseline="0" dirty="0" err="1">
                <a:latin typeface="+mj-lt"/>
                <a:ea typeface="+mj-ea"/>
                <a:cs typeface="+mj-cs"/>
              </a:rPr>
              <a:t>Labour</a:t>
            </a:r>
            <a:r>
              <a:rPr lang="en-US" sz="2200" b="0" kern="1200" cap="all" baseline="0" dirty="0">
                <a:latin typeface="+mj-lt"/>
                <a:ea typeface="+mj-ea"/>
                <a:cs typeface="+mj-cs"/>
              </a:rPr>
              <a:t> Force Surveys</a:t>
            </a:r>
          </a:p>
        </p:txBody>
      </p:sp>
      <p:pic>
        <p:nvPicPr>
          <p:cNvPr id="7" name="Content Placeholder 6" descr="graphs and charts Financial data analyzingPlease see some similar pictures from my lightbox:">
            <a:extLst>
              <a:ext uri="{FF2B5EF4-FFF2-40B4-BE49-F238E27FC236}">
                <a16:creationId xmlns:a16="http://schemas.microsoft.com/office/drawing/2014/main" id="{FED66851-923E-4075-9E84-049D1A2185A5}"/>
              </a:ext>
            </a:extLst>
          </p:cNvPr>
          <p:cNvPicPr>
            <a:picLocks noGrp="1" noChangeAspect="1"/>
          </p:cNvPicPr>
          <p:nvPr>
            <p:ph type="pic" sz="quarter" idx="15"/>
          </p:nvPr>
        </p:nvPicPr>
        <p:blipFill>
          <a:blip r:embed="rId3"/>
          <a:srcRect l="9924" r="9924"/>
          <a:stretch>
            <a:fillRect/>
          </a:stretch>
        </p:blipFill>
        <p:spPr>
          <a:prstGeom prst="rect">
            <a:avLst/>
          </a:prstGeom>
          <a:noFill/>
        </p:spPr>
      </p:pic>
      <p:sp>
        <p:nvSpPr>
          <p:cNvPr id="8" name="TextBox 7">
            <a:extLst>
              <a:ext uri="{FF2B5EF4-FFF2-40B4-BE49-F238E27FC236}">
                <a16:creationId xmlns:a16="http://schemas.microsoft.com/office/drawing/2014/main" id="{6B2BF1B2-6C29-41FA-BF0B-412E25D4A1B9}"/>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8" y="2276856"/>
            <a:ext cx="3401568" cy="4041648"/>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1300" b="1" dirty="0" err="1"/>
              <a:t>Labour</a:t>
            </a:r>
            <a:r>
              <a:rPr lang="en-US" sz="1300" b="1" dirty="0"/>
              <a:t> Force Survey Data</a:t>
            </a:r>
          </a:p>
          <a:p>
            <a:pPr marL="0" lvl="1" indent="0">
              <a:lnSpc>
                <a:spcPct val="90000"/>
              </a:lnSpc>
              <a:spcBef>
                <a:spcPts val="1000"/>
              </a:spcBef>
              <a:spcAft>
                <a:spcPts val="600"/>
              </a:spcAft>
              <a:buFont typeface="Arial" panose="020B0604020202020204" pitchFamily="34" charset="0"/>
              <a:buNone/>
            </a:pPr>
            <a:r>
              <a:rPr lang="en-US" sz="1300" dirty="0"/>
              <a:t>Statistics Canada's </a:t>
            </a:r>
            <a:r>
              <a:rPr lang="en-US" sz="1300" dirty="0" err="1"/>
              <a:t>Labour</a:t>
            </a:r>
            <a:r>
              <a:rPr lang="en-US" sz="1300" dirty="0"/>
              <a:t> Force Survey offers detailed data on employment rates and workforce trends across regions.</a:t>
            </a:r>
          </a:p>
          <a:p>
            <a:pPr marL="0" indent="0">
              <a:lnSpc>
                <a:spcPct val="90000"/>
              </a:lnSpc>
              <a:spcBef>
                <a:spcPts val="2500"/>
              </a:spcBef>
              <a:spcAft>
                <a:spcPts val="600"/>
              </a:spcAft>
              <a:buFont typeface="Arial" panose="020B0604020202020204" pitchFamily="34" charset="0"/>
              <a:buNone/>
            </a:pPr>
            <a:r>
              <a:rPr lang="en-US" sz="1300" b="1" dirty="0"/>
              <a:t>Tax data</a:t>
            </a:r>
          </a:p>
          <a:p>
            <a:pPr marL="0" indent="0">
              <a:lnSpc>
                <a:spcPct val="90000"/>
              </a:lnSpc>
              <a:spcBef>
                <a:spcPts val="2500"/>
              </a:spcBef>
              <a:spcAft>
                <a:spcPts val="600"/>
              </a:spcAft>
              <a:buFont typeface="Arial" panose="020B0604020202020204" pitchFamily="34" charset="0"/>
              <a:buNone/>
            </a:pPr>
            <a:r>
              <a:rPr lang="en-US" sz="1300" dirty="0"/>
              <a:t>T1 Family-file, Longitudinal Admin Databank, IMDB, BEAM, BRM</a:t>
            </a:r>
          </a:p>
          <a:p>
            <a:pPr marL="0" indent="0">
              <a:lnSpc>
                <a:spcPct val="90000"/>
              </a:lnSpc>
              <a:spcBef>
                <a:spcPts val="2500"/>
              </a:spcBef>
              <a:spcAft>
                <a:spcPts val="600"/>
              </a:spcAft>
              <a:buFont typeface="Arial" panose="020B0604020202020204" pitchFamily="34" charset="0"/>
              <a:buNone/>
            </a:pPr>
            <a:r>
              <a:rPr lang="en-US" sz="1300" b="1" dirty="0"/>
              <a:t>Other surveys:</a:t>
            </a:r>
          </a:p>
          <a:p>
            <a:pPr marL="0" indent="0">
              <a:lnSpc>
                <a:spcPct val="90000"/>
              </a:lnSpc>
              <a:spcBef>
                <a:spcPts val="2500"/>
              </a:spcBef>
              <a:spcAft>
                <a:spcPts val="600"/>
              </a:spcAft>
              <a:buFont typeface="Arial" panose="020B0604020202020204" pitchFamily="34" charset="0"/>
              <a:buNone/>
            </a:pPr>
            <a:r>
              <a:rPr lang="en-US" sz="1300" dirty="0"/>
              <a:t>LISA, LSIC</a:t>
            </a:r>
          </a:p>
        </p:txBody>
      </p:sp>
    </p:spTree>
    <p:extLst>
      <p:ext uri="{BB962C8B-B14F-4D97-AF65-F5344CB8AC3E}">
        <p14:creationId xmlns:p14="http://schemas.microsoft.com/office/powerpoint/2010/main" val="15543030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51FC5-03BB-BAEA-08A9-B071A83B86A5}"/>
              </a:ext>
            </a:extLst>
          </p:cNvPr>
          <p:cNvSpPr>
            <a:spLocks noGrp="1"/>
          </p:cNvSpPr>
          <p:nvPr>
            <p:ph type="title"/>
          </p:nvPr>
        </p:nvSpPr>
        <p:spPr/>
        <p:txBody>
          <a:bodyPr vert="horz" lIns="91440" tIns="45720" rIns="91440" bIns="45720" rtlCol="0" anchor="b">
            <a:normAutofit/>
          </a:bodyPr>
          <a:lstStyle/>
          <a:p>
            <a:r>
              <a:rPr lang="en-US" sz="2700" b="0" kern="1200" cap="all" baseline="0" dirty="0">
                <a:latin typeface="+mj-lt"/>
                <a:ea typeface="+mj-ea"/>
                <a:cs typeface="+mj-cs"/>
              </a:rPr>
              <a:t>Decentralized</a:t>
            </a:r>
          </a:p>
        </p:txBody>
      </p:sp>
      <p:pic>
        <p:nvPicPr>
          <p:cNvPr id="7" name="Content Placeholder 6" descr="Piggy bank textured with Canadian flag sitting in front of red and green arrows on white background. Horizontal composition with copy space. Clipping path is included. Great use for savings concepts.">
            <a:extLst>
              <a:ext uri="{FF2B5EF4-FFF2-40B4-BE49-F238E27FC236}">
                <a16:creationId xmlns:a16="http://schemas.microsoft.com/office/drawing/2014/main" id="{2304C395-DBBA-4980-B1F1-D3F9EA454822}"/>
              </a:ext>
            </a:extLst>
          </p:cNvPr>
          <p:cNvPicPr>
            <a:picLocks noGrp="1" noChangeAspect="1"/>
          </p:cNvPicPr>
          <p:nvPr>
            <p:ph type="pic" sz="quarter" idx="15"/>
          </p:nvPr>
        </p:nvPicPr>
        <p:blipFill>
          <a:blip r:embed="rId3"/>
          <a:srcRect l="13086" r="13086"/>
          <a:stretch>
            <a:fillRect/>
          </a:stretch>
        </p:blipFill>
        <p:spPr>
          <a:prstGeom prst="rect">
            <a:avLst/>
          </a:prstGeom>
          <a:noFill/>
        </p:spPr>
      </p:pic>
      <p:sp>
        <p:nvSpPr>
          <p:cNvPr id="8" name="TextBox 7">
            <a:extLst>
              <a:ext uri="{FF2B5EF4-FFF2-40B4-BE49-F238E27FC236}">
                <a16:creationId xmlns:a16="http://schemas.microsoft.com/office/drawing/2014/main" id="{B066EF68-3F85-4414-A95F-86728E15A81F}"/>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3099816"/>
            <a:ext cx="3273552" cy="2953512"/>
          </a:xfrm>
          <a:prstGeom prst="rect">
            <a:avLst/>
          </a:prstGeom>
        </p:spPr>
        <p:txBody>
          <a:bodyPr lIns="91440" tIns="45720" rIns="91440" bIns="45720" anchor="t">
            <a:normAutofit/>
          </a:bodyPr>
          <a:lstStyle/>
          <a:p>
            <a:pPr>
              <a:lnSpc>
                <a:spcPct val="90000"/>
              </a:lnSpc>
              <a:spcBef>
                <a:spcPts val="2500"/>
              </a:spcBef>
              <a:spcAft>
                <a:spcPts val="600"/>
              </a:spcAft>
            </a:pPr>
            <a:r>
              <a:rPr lang="en-US" sz="900" b="1" dirty="0"/>
              <a:t>Workforce planning </a:t>
            </a:r>
            <a:endParaRPr lang="en-US"/>
          </a:p>
          <a:p>
            <a:pPr marL="0" indent="0">
              <a:lnSpc>
                <a:spcPct val="90000"/>
              </a:lnSpc>
              <a:spcBef>
                <a:spcPts val="2500"/>
              </a:spcBef>
              <a:spcAft>
                <a:spcPts val="600"/>
              </a:spcAft>
              <a:buFont typeface="Arial" panose="020B0604020202020204" pitchFamily="34" charset="0"/>
              <a:buNone/>
            </a:pPr>
            <a:r>
              <a:rPr lang="en-US" sz="900" dirty="0"/>
              <a:t>Business development areas, workforce planning (regional or city level), integration &amp; settlement services</a:t>
            </a:r>
            <a:endParaRPr lang="en-US"/>
          </a:p>
          <a:p>
            <a:pPr marL="0" indent="0">
              <a:lnSpc>
                <a:spcPct val="90000"/>
              </a:lnSpc>
              <a:spcBef>
                <a:spcPts val="2500"/>
              </a:spcBef>
              <a:spcAft>
                <a:spcPts val="600"/>
              </a:spcAft>
              <a:buFont typeface="Arial" panose="020B0604020202020204" pitchFamily="34" charset="0"/>
              <a:buNone/>
            </a:pPr>
            <a:r>
              <a:rPr lang="en-US" sz="900" b="1" dirty="0"/>
              <a:t>NGOs</a:t>
            </a:r>
          </a:p>
          <a:p>
            <a:pPr marL="0" lvl="1" indent="0">
              <a:lnSpc>
                <a:spcPct val="90000"/>
              </a:lnSpc>
              <a:spcBef>
                <a:spcPts val="1000"/>
              </a:spcBef>
              <a:spcAft>
                <a:spcPts val="600"/>
              </a:spcAft>
              <a:buFont typeface="Arial" panose="020B0604020202020204" pitchFamily="34" charset="0"/>
              <a:buNone/>
            </a:pPr>
            <a:r>
              <a:rPr lang="en-US" sz="900" dirty="0"/>
              <a:t>Newcomer services, CFIB, Unions, Job &amp; Recruitment services</a:t>
            </a:r>
          </a:p>
          <a:p>
            <a:pPr marL="0" lvl="1" indent="0">
              <a:lnSpc>
                <a:spcPct val="90000"/>
              </a:lnSpc>
              <a:spcBef>
                <a:spcPts val="1000"/>
              </a:spcBef>
              <a:spcAft>
                <a:spcPts val="600"/>
              </a:spcAft>
              <a:buFont typeface="Arial" panose="020B0604020202020204" pitchFamily="34" charset="0"/>
              <a:buNone/>
            </a:pPr>
            <a:endParaRPr lang="en-US" sz="900" dirty="0"/>
          </a:p>
        </p:txBody>
      </p:sp>
    </p:spTree>
    <p:extLst>
      <p:ext uri="{BB962C8B-B14F-4D97-AF65-F5344CB8AC3E}">
        <p14:creationId xmlns:p14="http://schemas.microsoft.com/office/powerpoint/2010/main" val="39676377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CBE7E-4B04-FDBA-74E6-66AF1D9B8DBF}"/>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4B37AA97-CAB4-51DD-B861-B0FE348B5233}"/>
              </a:ext>
            </a:extLst>
          </p:cNvPr>
          <p:cNvSpPr txBox="1"/>
          <p:nvPr/>
        </p:nvSpPr>
        <p:spPr>
          <a:xfrm>
            <a:off x="525780" y="1361662"/>
            <a:ext cx="10922033" cy="2677656"/>
          </a:xfrm>
          <a:prstGeom prst="rect">
            <a:avLst/>
          </a:prstGeom>
          <a:noFill/>
        </p:spPr>
        <p:txBody>
          <a:bodyPr wrap="square" lIns="91440" tIns="45720" rIns="91440" bIns="45720" anchor="t">
            <a:spAutoFit/>
          </a:bodyPr>
          <a:lstStyle/>
          <a:p>
            <a:pPr fontAlgn="base">
              <a:spcAft>
                <a:spcPts val="600"/>
              </a:spcAft>
            </a:pPr>
            <a:r>
              <a:rPr lang="en-US" sz="3600" b="1" err="1">
                <a:latin typeface="Arial"/>
                <a:cs typeface="Arial"/>
              </a:rPr>
              <a:t>Labour</a:t>
            </a:r>
            <a:r>
              <a:rPr lang="en-US" sz="3600" b="1">
                <a:latin typeface="Arial"/>
                <a:cs typeface="Arial"/>
              </a:rPr>
              <a:t> and employment</a:t>
            </a:r>
            <a:endParaRPr lang="en-US" sz="3600" b="1">
              <a:latin typeface="Arial" panose="020B0604020202020204" pitchFamily="34" charset="0"/>
              <a:cs typeface="Arial" panose="020B0604020202020204" pitchFamily="34" charset="0"/>
            </a:endParaRPr>
          </a:p>
          <a:p>
            <a:pPr>
              <a:spcAft>
                <a:spcPts val="600"/>
              </a:spcAft>
            </a:pPr>
            <a:endParaRPr lang="en-US" sz="2800"/>
          </a:p>
          <a:p>
            <a:pPr>
              <a:spcAft>
                <a:spcPts val="600"/>
              </a:spcAft>
            </a:pPr>
            <a:r>
              <a:rPr lang="en-US" sz="2800"/>
              <a:t>Michael Haan, Western University</a:t>
            </a:r>
          </a:p>
          <a:p>
            <a:pPr>
              <a:spcAft>
                <a:spcPts val="600"/>
              </a:spcAft>
            </a:pPr>
            <a:r>
              <a:rPr lang="en-US" sz="2800"/>
              <a:t>Ted McDonald, University of New Brunswick</a:t>
            </a:r>
            <a:endParaRPr lang="en-US"/>
          </a:p>
          <a:p>
            <a:pPr>
              <a:spcAft>
                <a:spcPts val="600"/>
              </a:spcAft>
            </a:pPr>
            <a:r>
              <a:rPr lang="en-US" sz="2800"/>
              <a:t>Gaëlle Simard-Duplain, Carleton University</a:t>
            </a:r>
          </a:p>
        </p:txBody>
      </p:sp>
    </p:spTree>
    <p:extLst>
      <p:ext uri="{BB962C8B-B14F-4D97-AF65-F5344CB8AC3E}">
        <p14:creationId xmlns:p14="http://schemas.microsoft.com/office/powerpoint/2010/main" val="16860392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CFBCB-2D6F-DC89-6EA6-00AB2D32CB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63E251-0D14-8ACF-D12C-26754232ED26}"/>
              </a:ext>
            </a:extLst>
          </p:cNvPr>
          <p:cNvSpPr>
            <a:spLocks noGrp="1"/>
          </p:cNvSpPr>
          <p:nvPr>
            <p:ph type="ctrTitle"/>
          </p:nvPr>
        </p:nvSpPr>
        <p:spPr/>
        <p:txBody>
          <a:bodyPr anchor="b">
            <a:normAutofit/>
          </a:bodyPr>
          <a:lstStyle/>
          <a:p>
            <a:r>
              <a:rPr lang="en-US" sz="4500" dirty="0"/>
              <a:t>Current State of Canadian Data: Health</a:t>
            </a:r>
          </a:p>
        </p:txBody>
      </p:sp>
      <p:sp>
        <p:nvSpPr>
          <p:cNvPr id="3" name="Subtitle 2">
            <a:extLst>
              <a:ext uri="{FF2B5EF4-FFF2-40B4-BE49-F238E27FC236}">
                <a16:creationId xmlns:a16="http://schemas.microsoft.com/office/drawing/2014/main" id="{C9B1DF32-364B-2D9D-C88D-AA8E8E90EC60}"/>
              </a:ext>
            </a:extLst>
          </p:cNvPr>
          <p:cNvSpPr>
            <a:spLocks noGrp="1"/>
          </p:cNvSpPr>
          <p:nvPr>
            <p:ph type="subTitle" idx="1"/>
          </p:nvPr>
        </p:nvSpPr>
        <p:spPr/>
        <p:txBody>
          <a:bodyPr vert="horz" lIns="91440" tIns="45720" rIns="91440" bIns="45720" rtlCol="0" anchor="t">
            <a:normAutofit/>
          </a:bodyPr>
          <a:lstStyle/>
          <a:p>
            <a:endParaRPr lang="en-US" dirty="0"/>
          </a:p>
        </p:txBody>
      </p:sp>
    </p:spTree>
    <p:extLst>
      <p:ext uri="{BB962C8B-B14F-4D97-AF65-F5344CB8AC3E}">
        <p14:creationId xmlns:p14="http://schemas.microsoft.com/office/powerpoint/2010/main" val="1220278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nodePh="1">
                                  <p:stCondLst>
                                    <p:cond delay="2000"/>
                                  </p:stCondLst>
                                  <p:endCondLst>
                                    <p:cond evt="begin" delay="0">
                                      <p:tn val="8"/>
                                    </p:cond>
                                  </p:end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nodePh="1">
                                  <p:stCondLst>
                                    <p:cond delay="250"/>
                                  </p:stCondLst>
                                  <p:endCondLst>
                                    <p:cond evt="begin" delay="0">
                                      <p:tn val="11"/>
                                    </p:cond>
                                  </p:end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87582-6B5B-F379-271B-659C5CF3AC9B}"/>
              </a:ext>
            </a:extLst>
          </p:cNvPr>
          <p:cNvSpPr>
            <a:spLocks noGrp="1"/>
          </p:cNvSpPr>
          <p:nvPr>
            <p:ph type="title"/>
          </p:nvPr>
        </p:nvSpPr>
        <p:spPr>
          <a:xfrm>
            <a:off x="8311896" y="420901"/>
            <a:ext cx="3273552" cy="1947672"/>
          </a:xfrm>
        </p:spPr>
        <p:txBody>
          <a:bodyPr vert="horz" lIns="91440" tIns="45720" rIns="91440" bIns="45720" rtlCol="0" anchor="b">
            <a:normAutofit/>
          </a:bodyPr>
          <a:lstStyle/>
          <a:p>
            <a:r>
              <a:rPr lang="en-US" sz="2700" b="0" kern="1200" cap="all" baseline="0" dirty="0">
                <a:latin typeface="+mj-lt"/>
                <a:ea typeface="+mj-ea"/>
                <a:cs typeface="+mj-cs"/>
              </a:rPr>
              <a:t>Key Data Sources and National Health Databases</a:t>
            </a:r>
          </a:p>
        </p:txBody>
      </p:sp>
      <p:pic>
        <p:nvPicPr>
          <p:cNvPr id="7" name="Content Placeholder 6" descr="Searching files and documents">
            <a:extLst>
              <a:ext uri="{FF2B5EF4-FFF2-40B4-BE49-F238E27FC236}">
                <a16:creationId xmlns:a16="http://schemas.microsoft.com/office/drawing/2014/main" id="{3F83430C-B1A5-40D3-B7F4-F27D1424BF94}"/>
              </a:ext>
            </a:extLst>
          </p:cNvPr>
          <p:cNvPicPr>
            <a:picLocks noGrp="1" noChangeAspect="1"/>
          </p:cNvPicPr>
          <p:nvPr>
            <p:ph type="pic" sz="quarter" idx="15"/>
          </p:nvPr>
        </p:nvPicPr>
        <p:blipFill>
          <a:blip r:embed="rId3"/>
          <a:srcRect l="4676" r="4676"/>
          <a:stretch>
            <a:fillRect/>
          </a:stretch>
        </p:blipFill>
        <p:spPr>
          <a:prstGeom prst="rect">
            <a:avLst/>
          </a:prstGeom>
          <a:noFill/>
        </p:spPr>
      </p:pic>
      <p:sp>
        <p:nvSpPr>
          <p:cNvPr id="8" name="TextBox 7">
            <a:extLst>
              <a:ext uri="{FF2B5EF4-FFF2-40B4-BE49-F238E27FC236}">
                <a16:creationId xmlns:a16="http://schemas.microsoft.com/office/drawing/2014/main" id="{BEE65615-C685-4AFD-B259-679D683FCFD6}"/>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2500745"/>
            <a:ext cx="3273552" cy="3685310"/>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900" b="1" dirty="0"/>
              <a:t>National Health Databases</a:t>
            </a:r>
          </a:p>
          <a:p>
            <a:pPr marL="0" lvl="1" indent="0">
              <a:lnSpc>
                <a:spcPct val="90000"/>
              </a:lnSpc>
              <a:spcBef>
                <a:spcPts val="1000"/>
              </a:spcBef>
              <a:spcAft>
                <a:spcPts val="600"/>
              </a:spcAft>
              <a:buFont typeface="Arial" panose="020B0604020202020204" pitchFamily="34" charset="0"/>
              <a:buNone/>
            </a:pPr>
            <a:r>
              <a:rPr lang="en-US" sz="1100" dirty="0"/>
              <a:t>Canada relies on national data services like CIHI - Canadian Institute for Health Information for comprehensive health data collection. These data come from provinces and health services.</a:t>
            </a:r>
          </a:p>
          <a:p>
            <a:pPr marL="0" lvl="1" indent="0">
              <a:lnSpc>
                <a:spcPct val="90000"/>
              </a:lnSpc>
              <a:spcBef>
                <a:spcPts val="1000"/>
              </a:spcBef>
              <a:spcAft>
                <a:spcPts val="600"/>
              </a:spcAft>
              <a:buFont typeface="Arial" panose="020B0604020202020204" pitchFamily="34" charset="0"/>
              <a:buNone/>
            </a:pPr>
            <a:r>
              <a:rPr lang="en-US" sz="900" b="1" dirty="0"/>
              <a:t>Health Surveys</a:t>
            </a:r>
          </a:p>
          <a:p>
            <a:pPr marL="0" lvl="1" indent="0">
              <a:lnSpc>
                <a:spcPct val="90000"/>
              </a:lnSpc>
              <a:spcBef>
                <a:spcPts val="1000"/>
              </a:spcBef>
              <a:spcAft>
                <a:spcPts val="600"/>
              </a:spcAft>
              <a:buFont typeface="Arial" panose="020B0604020202020204" pitchFamily="34" charset="0"/>
              <a:buNone/>
            </a:pPr>
            <a:r>
              <a:rPr lang="en-US" sz="1100" dirty="0"/>
              <a:t>Surveys such as the Canadian Community Health Survey, Canadian Health Measures Survey, Ontario Child Health Survey, Canadian Longitudinal Study on Aging (and many more) provide essential data on health status and service usage. Researcher-conducted surveys.</a:t>
            </a:r>
          </a:p>
          <a:p>
            <a:pPr marL="0" lvl="1">
              <a:lnSpc>
                <a:spcPct val="90000"/>
              </a:lnSpc>
              <a:spcBef>
                <a:spcPts val="1000"/>
              </a:spcBef>
              <a:spcAft>
                <a:spcPts val="600"/>
              </a:spcAft>
            </a:pPr>
            <a:r>
              <a:rPr lang="en-US" sz="900" b="1" dirty="0"/>
              <a:t>Health Records</a:t>
            </a:r>
          </a:p>
          <a:p>
            <a:pPr marL="0" lvl="1">
              <a:lnSpc>
                <a:spcPct val="90000"/>
              </a:lnSpc>
              <a:spcBef>
                <a:spcPts val="1000"/>
              </a:spcBef>
              <a:spcAft>
                <a:spcPts val="600"/>
              </a:spcAft>
            </a:pPr>
            <a:r>
              <a:rPr lang="en-US" sz="1100" dirty="0"/>
              <a:t>Electronic medical records, patient charts, diagnostics (imaging/labs), pharmaceuticals, insurance </a:t>
            </a:r>
          </a:p>
          <a:p>
            <a:pPr marL="0" lvl="1" indent="0">
              <a:lnSpc>
                <a:spcPct val="90000"/>
              </a:lnSpc>
              <a:spcBef>
                <a:spcPts val="1000"/>
              </a:spcBef>
              <a:spcAft>
                <a:spcPts val="600"/>
              </a:spcAft>
              <a:buFont typeface="Arial" panose="020B0604020202020204" pitchFamily="34" charset="0"/>
              <a:buNone/>
            </a:pPr>
            <a:endParaRPr lang="en-US" sz="900" dirty="0"/>
          </a:p>
        </p:txBody>
      </p:sp>
    </p:spTree>
    <p:extLst>
      <p:ext uri="{BB962C8B-B14F-4D97-AF65-F5344CB8AC3E}">
        <p14:creationId xmlns:p14="http://schemas.microsoft.com/office/powerpoint/2010/main" val="13926520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03D3B-9966-757F-EA0F-4643F3C2E405}"/>
              </a:ext>
            </a:extLst>
          </p:cNvPr>
          <p:cNvSpPr>
            <a:spLocks noGrp="1"/>
          </p:cNvSpPr>
          <p:nvPr>
            <p:ph type="title"/>
          </p:nvPr>
        </p:nvSpPr>
        <p:spPr>
          <a:xfrm>
            <a:off x="8311896" y="1078992"/>
            <a:ext cx="3273552" cy="562772"/>
          </a:xfrm>
        </p:spPr>
        <p:txBody>
          <a:bodyPr vert="horz" lIns="91440" tIns="45720" rIns="91440" bIns="45720" rtlCol="0" anchor="b">
            <a:normAutofit/>
          </a:bodyPr>
          <a:lstStyle/>
          <a:p>
            <a:r>
              <a:rPr lang="en-US" sz="2700" b="0" kern="1200" cap="all" baseline="0" dirty="0">
                <a:latin typeface="+mj-lt"/>
                <a:ea typeface="+mj-ea"/>
                <a:cs typeface="+mj-cs"/>
              </a:rPr>
              <a:t>Institutions</a:t>
            </a:r>
          </a:p>
        </p:txBody>
      </p:sp>
      <p:pic>
        <p:nvPicPr>
          <p:cNvPr id="7" name="Content Placeholder 6" descr="High angle shot of a group of young doctors having a meeting at a table inside of a hospital during the day">
            <a:extLst>
              <a:ext uri="{FF2B5EF4-FFF2-40B4-BE49-F238E27FC236}">
                <a16:creationId xmlns:a16="http://schemas.microsoft.com/office/drawing/2014/main" id="{83A33AD1-2F37-49B0-B7F5-1B9144E1D80D}"/>
              </a:ext>
            </a:extLst>
          </p:cNvPr>
          <p:cNvPicPr>
            <a:picLocks noGrp="1" noChangeAspect="1"/>
          </p:cNvPicPr>
          <p:nvPr>
            <p:ph type="pic" sz="quarter" idx="15"/>
          </p:nvPr>
        </p:nvPicPr>
        <p:blipFill>
          <a:blip r:embed="rId3"/>
          <a:srcRect l="4293" r="4293"/>
          <a:stretch>
            <a:fillRect/>
          </a:stretch>
        </p:blipFill>
        <p:spPr>
          <a:prstGeom prst="rect">
            <a:avLst/>
          </a:prstGeom>
          <a:noFill/>
        </p:spPr>
      </p:pic>
      <p:sp>
        <p:nvSpPr>
          <p:cNvPr id="8" name="TextBox 7">
            <a:extLst>
              <a:ext uri="{FF2B5EF4-FFF2-40B4-BE49-F238E27FC236}">
                <a16:creationId xmlns:a16="http://schemas.microsoft.com/office/drawing/2014/main" id="{FF217D97-77FD-4B6A-BABB-099D4ED90A0F}"/>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311896" y="1641763"/>
            <a:ext cx="3273552" cy="4675909"/>
          </a:xfrm>
          <a:prstGeom prst="rect">
            <a:avLst/>
          </a:prstGeom>
        </p:spPr>
        <p:txBody>
          <a:bodyPr>
            <a:normAutofit fontScale="85000" lnSpcReduction="20000"/>
          </a:bodyPr>
          <a:lstStyle/>
          <a:p>
            <a:pPr marL="0" indent="0">
              <a:spcBef>
                <a:spcPts val="2500"/>
              </a:spcBef>
              <a:spcAft>
                <a:spcPts val="600"/>
              </a:spcAft>
              <a:buFont typeface="Arial" panose="020B0604020202020204" pitchFamily="34" charset="0"/>
              <a:buNone/>
            </a:pPr>
            <a:r>
              <a:rPr lang="en-US" sz="1400" b="1" dirty="0"/>
              <a:t>Statistics Canada</a:t>
            </a:r>
          </a:p>
          <a:p>
            <a:pPr marL="0" indent="0">
              <a:spcBef>
                <a:spcPts val="2500"/>
              </a:spcBef>
              <a:spcAft>
                <a:spcPts val="600"/>
              </a:spcAft>
              <a:buFont typeface="Arial" panose="020B0604020202020204" pitchFamily="34" charset="0"/>
              <a:buNone/>
            </a:pPr>
            <a:r>
              <a:rPr lang="en-US" sz="1400" dirty="0"/>
              <a:t>National surveys, linkages to some CIHI records</a:t>
            </a:r>
          </a:p>
          <a:p>
            <a:pPr marL="0" indent="0">
              <a:spcBef>
                <a:spcPts val="2500"/>
              </a:spcBef>
              <a:spcAft>
                <a:spcPts val="600"/>
              </a:spcAft>
              <a:buFont typeface="Arial" panose="020B0604020202020204" pitchFamily="34" charset="0"/>
              <a:buNone/>
            </a:pPr>
            <a:r>
              <a:rPr lang="en-US" sz="1400" b="1" dirty="0"/>
              <a:t>Provincial/Territorial bodies</a:t>
            </a:r>
          </a:p>
          <a:p>
            <a:pPr marL="0" indent="0">
              <a:spcBef>
                <a:spcPts val="2500"/>
              </a:spcBef>
              <a:spcAft>
                <a:spcPts val="600"/>
              </a:spcAft>
              <a:buFont typeface="Arial" panose="020B0604020202020204" pitchFamily="34" charset="0"/>
              <a:buNone/>
            </a:pPr>
            <a:r>
              <a:rPr lang="en-US" sz="1400" dirty="0"/>
              <a:t>IC/ES, Manitoba Centre, AHS, </a:t>
            </a:r>
            <a:r>
              <a:rPr lang="en-US" sz="1400" dirty="0" err="1"/>
              <a:t>PopData</a:t>
            </a:r>
            <a:r>
              <a:rPr lang="en-US" sz="1400" dirty="0"/>
              <a:t> BC, </a:t>
            </a:r>
            <a:r>
              <a:rPr lang="en-US" sz="1400" dirty="0" err="1"/>
              <a:t>etc</a:t>
            </a:r>
            <a:r>
              <a:rPr lang="en-US" sz="1400" dirty="0"/>
              <a:t>….</a:t>
            </a:r>
          </a:p>
          <a:p>
            <a:pPr marL="0" indent="0">
              <a:spcBef>
                <a:spcPts val="2500"/>
              </a:spcBef>
              <a:spcAft>
                <a:spcPts val="600"/>
              </a:spcAft>
              <a:buFont typeface="Arial" panose="020B0604020202020204" pitchFamily="34" charset="0"/>
              <a:buNone/>
            </a:pPr>
            <a:r>
              <a:rPr lang="en-US" sz="1400" b="1" dirty="0"/>
              <a:t>Providers</a:t>
            </a:r>
          </a:p>
          <a:p>
            <a:pPr marL="0" indent="0">
              <a:spcBef>
                <a:spcPts val="2500"/>
              </a:spcBef>
              <a:spcAft>
                <a:spcPts val="600"/>
              </a:spcAft>
              <a:buFont typeface="Arial" panose="020B0604020202020204" pitchFamily="34" charset="0"/>
              <a:buNone/>
            </a:pPr>
            <a:r>
              <a:rPr lang="en-US" sz="1400" dirty="0"/>
              <a:t>CAMH, UHN, VGH, CHUM</a:t>
            </a:r>
          </a:p>
          <a:p>
            <a:pPr marL="0" indent="0">
              <a:spcBef>
                <a:spcPts val="2500"/>
              </a:spcBef>
              <a:spcAft>
                <a:spcPts val="600"/>
              </a:spcAft>
              <a:buFont typeface="Arial" panose="020B0604020202020204" pitchFamily="34" charset="0"/>
              <a:buNone/>
            </a:pPr>
            <a:r>
              <a:rPr lang="en-US" sz="1400" b="1" dirty="0"/>
              <a:t>Regions</a:t>
            </a:r>
          </a:p>
          <a:p>
            <a:pPr marL="0" indent="0">
              <a:spcBef>
                <a:spcPts val="2500"/>
              </a:spcBef>
              <a:spcAft>
                <a:spcPts val="600"/>
              </a:spcAft>
              <a:buFont typeface="Arial" panose="020B0604020202020204" pitchFamily="34" charset="0"/>
              <a:buNone/>
            </a:pPr>
            <a:r>
              <a:rPr lang="en-US" sz="1400" dirty="0"/>
              <a:t>Public health units, Regional Health Authorities, Regional Health Survey (FNIGC)</a:t>
            </a:r>
          </a:p>
        </p:txBody>
      </p:sp>
    </p:spTree>
    <p:extLst>
      <p:ext uri="{BB962C8B-B14F-4D97-AF65-F5344CB8AC3E}">
        <p14:creationId xmlns:p14="http://schemas.microsoft.com/office/powerpoint/2010/main" val="31983003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CEB7F-2977-7E2C-9667-9BBF6EC965D9}"/>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BC77898E-935E-256E-06E2-E607FBAA4BA6}"/>
              </a:ext>
            </a:extLst>
          </p:cNvPr>
          <p:cNvSpPr txBox="1"/>
          <p:nvPr/>
        </p:nvSpPr>
        <p:spPr>
          <a:xfrm>
            <a:off x="525780" y="1361662"/>
            <a:ext cx="10922033" cy="2677656"/>
          </a:xfrm>
          <a:prstGeom prst="rect">
            <a:avLst/>
          </a:prstGeom>
          <a:noFill/>
        </p:spPr>
        <p:txBody>
          <a:bodyPr wrap="square" lIns="91440" tIns="45720" rIns="91440" bIns="45720" anchor="t">
            <a:spAutoFit/>
          </a:bodyPr>
          <a:lstStyle/>
          <a:p>
            <a:pPr fontAlgn="base">
              <a:spcAft>
                <a:spcPts val="600"/>
              </a:spcAft>
            </a:pPr>
            <a:r>
              <a:rPr lang="en-US" sz="3600" b="1">
                <a:latin typeface="Arial"/>
                <a:cs typeface="Arial"/>
              </a:rPr>
              <a:t>Health</a:t>
            </a:r>
            <a:endParaRPr lang="en-US" sz="3600" b="1">
              <a:latin typeface="Arial" panose="020B0604020202020204" pitchFamily="34" charset="0"/>
              <a:cs typeface="Arial" panose="020B0604020202020204" pitchFamily="34" charset="0"/>
            </a:endParaRPr>
          </a:p>
          <a:p>
            <a:pPr>
              <a:spcAft>
                <a:spcPts val="600"/>
              </a:spcAft>
            </a:pPr>
            <a:endParaRPr lang="en-US" sz="2800"/>
          </a:p>
          <a:p>
            <a:pPr>
              <a:spcAft>
                <a:spcPts val="600"/>
              </a:spcAft>
            </a:pPr>
            <a:r>
              <a:rPr lang="en-US" sz="2800"/>
              <a:t>Sylvana Côté, University of Montreal</a:t>
            </a:r>
          </a:p>
          <a:p>
            <a:pPr>
              <a:spcAft>
                <a:spcPts val="600"/>
              </a:spcAft>
            </a:pPr>
            <a:r>
              <a:rPr lang="en-US" sz="2800"/>
              <a:t>Laura Duncan, McMaster University</a:t>
            </a:r>
          </a:p>
          <a:p>
            <a:pPr>
              <a:spcAft>
                <a:spcPts val="600"/>
              </a:spcAft>
            </a:pPr>
            <a:r>
              <a:rPr lang="en-US" sz="2800"/>
              <a:t>Kim McGrail, HDRN Canada</a:t>
            </a:r>
          </a:p>
        </p:txBody>
      </p:sp>
    </p:spTree>
    <p:extLst>
      <p:ext uri="{BB962C8B-B14F-4D97-AF65-F5344CB8AC3E}">
        <p14:creationId xmlns:p14="http://schemas.microsoft.com/office/powerpoint/2010/main" val="2431723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D1831-286E-0965-6086-D8CD07FF4091}"/>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8FE09F6E-79F6-464D-7F23-88644EF9B5E4}"/>
              </a:ext>
            </a:extLst>
          </p:cNvPr>
          <p:cNvSpPr txBox="1"/>
          <p:nvPr/>
        </p:nvSpPr>
        <p:spPr>
          <a:xfrm>
            <a:off x="1040130" y="2207482"/>
            <a:ext cx="10922033" cy="1600438"/>
          </a:xfrm>
          <a:prstGeom prst="rect">
            <a:avLst/>
          </a:prstGeom>
          <a:noFill/>
        </p:spPr>
        <p:txBody>
          <a:bodyPr wrap="square" lIns="91440" tIns="45720" rIns="91440" bIns="45720" anchor="t">
            <a:spAutoFit/>
          </a:bodyPr>
          <a:lstStyle/>
          <a:p>
            <a:pPr fontAlgn="base">
              <a:spcAft>
                <a:spcPts val="600"/>
              </a:spcAft>
            </a:pPr>
            <a:r>
              <a:rPr lang="en-US" sz="3600" b="1">
                <a:latin typeface="Arial"/>
                <a:cs typeface="Arial"/>
              </a:rPr>
              <a:t>Lunch break </a:t>
            </a:r>
          </a:p>
          <a:p>
            <a:pPr fontAlgn="base">
              <a:spcAft>
                <a:spcPts val="600"/>
              </a:spcAft>
            </a:pPr>
            <a:r>
              <a:rPr lang="en-US" sz="2800">
                <a:latin typeface="Arial"/>
                <a:cs typeface="Arial"/>
              </a:rPr>
              <a:t>12:20-1:00 p.m.</a:t>
            </a:r>
            <a:r>
              <a:rPr lang="en-US" sz="2800" b="1">
                <a:latin typeface="Arial"/>
                <a:cs typeface="Arial"/>
              </a:rPr>
              <a:t> </a:t>
            </a:r>
            <a:endParaRPr lang="en-US" sz="2800" b="1">
              <a:latin typeface="Arial" panose="020B0604020202020204" pitchFamily="34" charset="0"/>
              <a:cs typeface="Arial" panose="020B0604020202020204" pitchFamily="34" charset="0"/>
            </a:endParaRPr>
          </a:p>
          <a:p>
            <a:pPr>
              <a:spcAft>
                <a:spcPts val="600"/>
              </a:spcAft>
            </a:pPr>
            <a:endParaRPr lang="en-US" sz="2400"/>
          </a:p>
        </p:txBody>
      </p:sp>
    </p:spTree>
    <p:extLst>
      <p:ext uri="{BB962C8B-B14F-4D97-AF65-F5344CB8AC3E}">
        <p14:creationId xmlns:p14="http://schemas.microsoft.com/office/powerpoint/2010/main" val="22825063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1C36D-CD08-CD60-059F-BD51987627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27AF59-60D2-82A5-00DC-BFE6BDFFD5FE}"/>
              </a:ext>
            </a:extLst>
          </p:cNvPr>
          <p:cNvSpPr>
            <a:spLocks noGrp="1"/>
          </p:cNvSpPr>
          <p:nvPr>
            <p:ph type="ctrTitle"/>
          </p:nvPr>
        </p:nvSpPr>
        <p:spPr/>
        <p:txBody>
          <a:bodyPr anchor="b">
            <a:normAutofit/>
          </a:bodyPr>
          <a:lstStyle/>
          <a:p>
            <a:r>
              <a:rPr lang="en-US" sz="4500" dirty="0"/>
              <a:t>Current State of Canadian Data: Education</a:t>
            </a:r>
          </a:p>
        </p:txBody>
      </p:sp>
    </p:spTree>
    <p:extLst>
      <p:ext uri="{BB962C8B-B14F-4D97-AF65-F5344CB8AC3E}">
        <p14:creationId xmlns:p14="http://schemas.microsoft.com/office/powerpoint/2010/main" val="3954778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B8BC7-8686-1CE2-313B-8015901AD602}"/>
              </a:ext>
            </a:extLst>
          </p:cNvPr>
          <p:cNvSpPr>
            <a:spLocks noGrp="1"/>
          </p:cNvSpPr>
          <p:nvPr>
            <p:ph type="title"/>
          </p:nvPr>
        </p:nvSpPr>
        <p:spPr>
          <a:xfrm>
            <a:off x="8282652" y="143810"/>
            <a:ext cx="3273552" cy="1947672"/>
          </a:xfrm>
        </p:spPr>
        <p:txBody>
          <a:bodyPr vert="horz" lIns="91440" tIns="45720" rIns="91440" bIns="45720" rtlCol="0" anchor="b">
            <a:normAutofit/>
          </a:bodyPr>
          <a:lstStyle/>
          <a:p>
            <a:r>
              <a:rPr lang="en-US" sz="2200" b="0" kern="1200" cap="all" baseline="0" dirty="0">
                <a:latin typeface="+mj-lt"/>
                <a:ea typeface="+mj-ea"/>
                <a:cs typeface="+mj-cs"/>
              </a:rPr>
              <a:t>Key Data Sources and National Education Databases</a:t>
            </a:r>
          </a:p>
        </p:txBody>
      </p:sp>
      <p:pic>
        <p:nvPicPr>
          <p:cNvPr id="7" name="Content Placeholder 6" descr="Children writing">
            <a:extLst>
              <a:ext uri="{FF2B5EF4-FFF2-40B4-BE49-F238E27FC236}">
                <a16:creationId xmlns:a16="http://schemas.microsoft.com/office/drawing/2014/main" id="{394A3FC1-EAB6-469A-81AD-29E3FC89E610}"/>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9692" r="9692"/>
          <a:stretch/>
        </p:blipFill>
        <p:spPr>
          <a:prstGeom prst="rect">
            <a:avLst/>
          </a:prstGeom>
          <a:noFill/>
        </p:spPr>
      </p:pic>
      <p:sp>
        <p:nvSpPr>
          <p:cNvPr id="8" name="TextBox 7">
            <a:extLst>
              <a:ext uri="{FF2B5EF4-FFF2-40B4-BE49-F238E27FC236}">
                <a16:creationId xmlns:a16="http://schemas.microsoft.com/office/drawing/2014/main" id="{44CBD6A3-4C4F-4172-943E-F9A4E9B62AA0}"/>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8282652" y="2247760"/>
            <a:ext cx="3273552" cy="3848239"/>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900" b="1" dirty="0"/>
              <a:t>Pan-Canadian Data Collection</a:t>
            </a:r>
          </a:p>
          <a:p>
            <a:pPr marL="0" lvl="1">
              <a:lnSpc>
                <a:spcPct val="90000"/>
              </a:lnSpc>
              <a:spcBef>
                <a:spcPts val="1000"/>
              </a:spcBef>
              <a:spcAft>
                <a:spcPts val="600"/>
              </a:spcAft>
            </a:pPr>
            <a:r>
              <a:rPr lang="en-US" sz="1200" dirty="0"/>
              <a:t>Surveys: NLSCY, PIAAC, PISA, LISA</a:t>
            </a:r>
          </a:p>
          <a:p>
            <a:pPr marL="0" lvl="1">
              <a:lnSpc>
                <a:spcPct val="90000"/>
              </a:lnSpc>
              <a:spcBef>
                <a:spcPts val="1000"/>
              </a:spcBef>
              <a:spcAft>
                <a:spcPts val="600"/>
              </a:spcAft>
            </a:pPr>
            <a:r>
              <a:rPr lang="en-US" sz="1200" dirty="0"/>
              <a:t>Administrative: ELMLP, PSIS/RAIS</a:t>
            </a:r>
          </a:p>
          <a:p>
            <a:pPr marL="0" indent="0">
              <a:lnSpc>
                <a:spcPct val="90000"/>
              </a:lnSpc>
              <a:spcBef>
                <a:spcPts val="2500"/>
              </a:spcBef>
              <a:spcAft>
                <a:spcPts val="600"/>
              </a:spcAft>
              <a:buFont typeface="Arial" panose="020B0604020202020204" pitchFamily="34" charset="0"/>
              <a:buNone/>
            </a:pPr>
            <a:r>
              <a:rPr lang="en-US" sz="900" b="1" dirty="0"/>
              <a:t>Provincial Ministries</a:t>
            </a:r>
          </a:p>
          <a:p>
            <a:pPr marL="0" lvl="1" indent="0">
              <a:lnSpc>
                <a:spcPct val="90000"/>
              </a:lnSpc>
              <a:spcBef>
                <a:spcPts val="1000"/>
              </a:spcBef>
              <a:spcAft>
                <a:spcPts val="600"/>
              </a:spcAft>
              <a:buFont typeface="Arial" panose="020B0604020202020204" pitchFamily="34" charset="0"/>
              <a:buNone/>
            </a:pPr>
            <a:r>
              <a:rPr lang="en-US" sz="1200" dirty="0"/>
              <a:t>Provincial ministries manage regional education data, tracking enrolment and performance within their jurisdictions.</a:t>
            </a:r>
          </a:p>
          <a:p>
            <a:pPr marL="0" indent="0">
              <a:lnSpc>
                <a:spcPct val="90000"/>
              </a:lnSpc>
              <a:spcBef>
                <a:spcPts val="2500"/>
              </a:spcBef>
              <a:spcAft>
                <a:spcPts val="600"/>
              </a:spcAft>
              <a:buFont typeface="Arial" panose="020B0604020202020204" pitchFamily="34" charset="0"/>
              <a:buNone/>
            </a:pPr>
            <a:r>
              <a:rPr lang="en-US" sz="900" b="1" dirty="0"/>
              <a:t>Providers</a:t>
            </a:r>
          </a:p>
          <a:p>
            <a:pPr marL="0" lvl="1">
              <a:lnSpc>
                <a:spcPct val="80000"/>
              </a:lnSpc>
              <a:spcBef>
                <a:spcPts val="2500"/>
              </a:spcBef>
              <a:spcAft>
                <a:spcPts val="600"/>
              </a:spcAft>
            </a:pPr>
            <a:r>
              <a:rPr lang="en-US" sz="1200" dirty="0"/>
              <a:t>Universities, Standardized tests (ex. EQAO), School boards</a:t>
            </a:r>
          </a:p>
          <a:p>
            <a:pPr marL="0" lvl="1" indent="0">
              <a:lnSpc>
                <a:spcPct val="90000"/>
              </a:lnSpc>
              <a:spcBef>
                <a:spcPts val="1000"/>
              </a:spcBef>
              <a:spcAft>
                <a:spcPts val="600"/>
              </a:spcAft>
              <a:buFont typeface="Arial" panose="020B0604020202020204" pitchFamily="34" charset="0"/>
              <a:buNone/>
            </a:pPr>
            <a:endParaRPr lang="en-US" sz="900" dirty="0"/>
          </a:p>
        </p:txBody>
      </p:sp>
    </p:spTree>
    <p:extLst>
      <p:ext uri="{BB962C8B-B14F-4D97-AF65-F5344CB8AC3E}">
        <p14:creationId xmlns:p14="http://schemas.microsoft.com/office/powerpoint/2010/main" val="8688087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25743-5F3B-93C1-9F4F-90F4143E8D7D}"/>
              </a:ext>
            </a:extLst>
          </p:cNvPr>
          <p:cNvSpPr>
            <a:spLocks noGrp="1"/>
          </p:cNvSpPr>
          <p:nvPr>
            <p:ph type="title"/>
          </p:nvPr>
        </p:nvSpPr>
        <p:spPr/>
        <p:txBody>
          <a:bodyPr vert="horz" lIns="91440" tIns="45720" rIns="91440" bIns="45720" rtlCol="0" anchor="b">
            <a:normAutofit/>
          </a:bodyPr>
          <a:lstStyle/>
          <a:p>
            <a:r>
              <a:rPr lang="en-US" sz="2200" b="0" kern="1200" cap="all" baseline="0" dirty="0">
                <a:latin typeface="+mj-lt"/>
                <a:ea typeface="+mj-ea"/>
                <a:cs typeface="+mj-cs"/>
              </a:rPr>
              <a:t>Social Development</a:t>
            </a:r>
          </a:p>
        </p:txBody>
      </p:sp>
      <p:pic>
        <p:nvPicPr>
          <p:cNvPr id="7" name="Content Placeholder 6" descr="Team smiling and embracing">
            <a:extLst>
              <a:ext uri="{FF2B5EF4-FFF2-40B4-BE49-F238E27FC236}">
                <a16:creationId xmlns:a16="http://schemas.microsoft.com/office/drawing/2014/main" id="{93D2007E-260A-47DC-A4A5-3ED3F9EC3F38}"/>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Lst>
          </a:blip>
          <a:srcRect l="9964" r="9964"/>
          <a:stretch/>
        </p:blipFill>
        <p:spPr>
          <a:prstGeom prst="rect">
            <a:avLst/>
          </a:prstGeom>
          <a:noFill/>
        </p:spPr>
      </p:pic>
      <p:sp>
        <p:nvSpPr>
          <p:cNvPr id="8" name="TextBox 7">
            <a:extLst>
              <a:ext uri="{FF2B5EF4-FFF2-40B4-BE49-F238E27FC236}">
                <a16:creationId xmlns:a16="http://schemas.microsoft.com/office/drawing/2014/main" id="{C9B1A910-44D3-49C2-8344-83687A5B8978}"/>
              </a:ext>
            </a:extLst>
          </p:cNvPr>
          <p:cNvSpPr txBox="1"/>
          <p:nvPr>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29768" y="2276856"/>
            <a:ext cx="3401568" cy="4041648"/>
          </a:xfrm>
          <a:prstGeom prst="rect">
            <a:avLst/>
          </a:prstGeom>
        </p:spPr>
        <p:txBody>
          <a:bodyPr>
            <a:normAutofit/>
          </a:bodyPr>
          <a:lstStyle/>
          <a:p>
            <a:pPr marL="0" indent="0">
              <a:lnSpc>
                <a:spcPct val="90000"/>
              </a:lnSpc>
              <a:spcBef>
                <a:spcPts val="2500"/>
              </a:spcBef>
              <a:spcAft>
                <a:spcPts val="600"/>
              </a:spcAft>
              <a:buFont typeface="Arial" panose="020B0604020202020204" pitchFamily="34" charset="0"/>
              <a:buNone/>
            </a:pPr>
            <a:r>
              <a:rPr lang="en-US" sz="1400" b="1" dirty="0"/>
              <a:t>Nearly infinite:</a:t>
            </a:r>
          </a:p>
          <a:p>
            <a:pPr marL="0" indent="0">
              <a:lnSpc>
                <a:spcPct val="90000"/>
              </a:lnSpc>
              <a:spcBef>
                <a:spcPts val="2500"/>
              </a:spcBef>
              <a:spcAft>
                <a:spcPts val="600"/>
              </a:spcAft>
              <a:buFont typeface="Arial" panose="020B0604020202020204" pitchFamily="34" charset="0"/>
              <a:buNone/>
            </a:pPr>
            <a:r>
              <a:rPr lang="en-US" sz="1400" dirty="0"/>
              <a:t>Charity providers, government providers, private providers</a:t>
            </a:r>
          </a:p>
          <a:p>
            <a:pPr marL="0" indent="0">
              <a:lnSpc>
                <a:spcPct val="90000"/>
              </a:lnSpc>
              <a:spcBef>
                <a:spcPts val="2500"/>
              </a:spcBef>
              <a:spcAft>
                <a:spcPts val="600"/>
              </a:spcAft>
              <a:buFont typeface="Arial" panose="020B0604020202020204" pitchFamily="34" charset="0"/>
              <a:buNone/>
            </a:pPr>
            <a:r>
              <a:rPr lang="en-US" sz="1400" dirty="0"/>
              <a:t>Across a wide spectrum of domains</a:t>
            </a:r>
          </a:p>
        </p:txBody>
      </p:sp>
    </p:spTree>
    <p:extLst>
      <p:ext uri="{BB962C8B-B14F-4D97-AF65-F5344CB8AC3E}">
        <p14:creationId xmlns:p14="http://schemas.microsoft.com/office/powerpoint/2010/main" val="42464983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43D19-9222-FB52-C7D8-6AA6C37BF0FD}"/>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DFBB9F9C-6282-E1BB-1044-A1C428A474ED}"/>
              </a:ext>
            </a:extLst>
          </p:cNvPr>
          <p:cNvSpPr txBox="1"/>
          <p:nvPr/>
        </p:nvSpPr>
        <p:spPr>
          <a:xfrm>
            <a:off x="422910" y="1361662"/>
            <a:ext cx="11769090" cy="2585323"/>
          </a:xfrm>
          <a:prstGeom prst="rect">
            <a:avLst/>
          </a:prstGeom>
          <a:noFill/>
        </p:spPr>
        <p:txBody>
          <a:bodyPr wrap="square" lIns="91440" tIns="45720" rIns="91440" bIns="45720" anchor="t">
            <a:spAutoFit/>
          </a:bodyPr>
          <a:lstStyle/>
          <a:p>
            <a:pPr fontAlgn="base">
              <a:spcAft>
                <a:spcPts val="600"/>
              </a:spcAft>
            </a:pPr>
            <a:r>
              <a:rPr lang="en-US" sz="3600" b="1">
                <a:latin typeface="Arial"/>
                <a:cs typeface="Arial"/>
              </a:rPr>
              <a:t>Education and social development</a:t>
            </a:r>
            <a:endParaRPr lang="en-US" sz="3600" b="1">
              <a:latin typeface="Arial" panose="020B0604020202020204" pitchFamily="34" charset="0"/>
              <a:cs typeface="Arial" panose="020B0604020202020204" pitchFamily="34" charset="0"/>
            </a:endParaRPr>
          </a:p>
          <a:p>
            <a:pPr>
              <a:spcAft>
                <a:spcPts val="600"/>
              </a:spcAft>
            </a:pPr>
            <a:endParaRPr lang="en-US" sz="2800"/>
          </a:p>
          <a:p>
            <a:pPr>
              <a:spcAft>
                <a:spcPts val="600"/>
              </a:spcAft>
            </a:pPr>
            <a:r>
              <a:rPr lang="en-US" sz="2600"/>
              <a:t>Beth </a:t>
            </a:r>
            <a:r>
              <a:rPr lang="en-US" sz="2600" err="1"/>
              <a:t>Dhuey</a:t>
            </a:r>
            <a:r>
              <a:rPr lang="en-US" sz="2600"/>
              <a:t>, University of Toronto</a:t>
            </a:r>
          </a:p>
          <a:p>
            <a:pPr>
              <a:spcAft>
                <a:spcPts val="600"/>
              </a:spcAft>
            </a:pPr>
            <a:r>
              <a:rPr lang="en-US" sz="2600"/>
              <a:t>Mandeep Flora, Ministry of Public and Business Service Delivery and Procurement</a:t>
            </a:r>
          </a:p>
          <a:p>
            <a:pPr>
              <a:spcAft>
                <a:spcPts val="600"/>
              </a:spcAft>
            </a:pPr>
            <a:r>
              <a:rPr lang="en-US" sz="2600"/>
              <a:t>David Zarifa, Nipissing University</a:t>
            </a:r>
          </a:p>
        </p:txBody>
      </p:sp>
    </p:spTree>
    <p:extLst>
      <p:ext uri="{BB962C8B-B14F-4D97-AF65-F5344CB8AC3E}">
        <p14:creationId xmlns:p14="http://schemas.microsoft.com/office/powerpoint/2010/main" val="13770060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734B3-D562-ADFA-3E0C-0577089A9B23}"/>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7E295623-AEA4-CC95-5959-BE7418D26084}"/>
              </a:ext>
            </a:extLst>
          </p:cNvPr>
          <p:cNvSpPr txBox="1"/>
          <p:nvPr/>
        </p:nvSpPr>
        <p:spPr>
          <a:xfrm>
            <a:off x="402771" y="1301978"/>
            <a:ext cx="11141530" cy="238526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1200"/>
              </a:spcAft>
            </a:pPr>
            <a:r>
              <a:rPr lang="en-US" sz="3200" b="1" dirty="0">
                <a:solidFill>
                  <a:schemeClr val="accent1"/>
                </a:solidFill>
                <a:latin typeface="Arial"/>
                <a:ea typeface="+mn-lt"/>
                <a:cs typeface="Arial"/>
              </a:rPr>
              <a:t>Thank you –</a:t>
            </a:r>
          </a:p>
          <a:p>
            <a:pPr marL="285750" indent="-285750">
              <a:spcAft>
                <a:spcPts val="1200"/>
              </a:spcAft>
              <a:buFont typeface="Arial"/>
              <a:buChar char="•"/>
            </a:pPr>
            <a:r>
              <a:rPr lang="en-US" dirty="0">
                <a:ea typeface="+mn-lt"/>
                <a:cs typeface="Arial"/>
              </a:rPr>
              <a:t> Presenters and organizers</a:t>
            </a:r>
          </a:p>
          <a:p>
            <a:pPr marL="285750" indent="-285750">
              <a:spcAft>
                <a:spcPts val="1200"/>
              </a:spcAft>
              <a:buFont typeface="Arial"/>
              <a:buChar char="•"/>
            </a:pPr>
            <a:r>
              <a:rPr lang="en-US">
                <a:ea typeface="+mn-lt"/>
                <a:cs typeface="Arial"/>
              </a:rPr>
              <a:t>Attendees here in the room and online</a:t>
            </a:r>
          </a:p>
          <a:p>
            <a:pPr marL="285750" indent="-285750">
              <a:spcAft>
                <a:spcPts val="1200"/>
              </a:spcAft>
              <a:buFont typeface="Arial"/>
              <a:buChar char="•"/>
            </a:pPr>
            <a:r>
              <a:rPr lang="en-US">
                <a:ea typeface="+mn-lt"/>
                <a:cs typeface="Arial"/>
              </a:rPr>
              <a:t>Funders and our home institution, McMaster University</a:t>
            </a:r>
            <a:endParaRPr lang="en-US">
              <a:cs typeface="Arial"/>
            </a:endParaRPr>
          </a:p>
          <a:p>
            <a:pPr marL="0" lvl="1">
              <a:spcBef>
                <a:spcPts val="600"/>
              </a:spcBef>
            </a:pPr>
            <a:endParaRPr lang="en-US">
              <a:cs typeface="Arial"/>
            </a:endParaRPr>
          </a:p>
        </p:txBody>
      </p:sp>
      <p:pic>
        <p:nvPicPr>
          <p:cNvPr id="3" name="Picture 2" descr="A qr code with a white background&#10;&#10;AI-generated content may be incorrect.">
            <a:extLst>
              <a:ext uri="{FF2B5EF4-FFF2-40B4-BE49-F238E27FC236}">
                <a16:creationId xmlns:a16="http://schemas.microsoft.com/office/drawing/2014/main" id="{4DC588B8-EDBB-D579-2F5E-D622A39561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1263" y="3704441"/>
            <a:ext cx="1080000" cy="1080000"/>
          </a:xfrm>
          <a:prstGeom prst="rect">
            <a:avLst/>
          </a:prstGeom>
        </p:spPr>
      </p:pic>
      <p:pic>
        <p:nvPicPr>
          <p:cNvPr id="5" name="Picture 4" descr="A qr code on a white background&#10;&#10;AI-generated content may be incorrect.">
            <a:extLst>
              <a:ext uri="{FF2B5EF4-FFF2-40B4-BE49-F238E27FC236}">
                <a16:creationId xmlns:a16="http://schemas.microsoft.com/office/drawing/2014/main" id="{5FB62437-4EDB-5131-9EC6-D3EEDC990E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2993" y="4916962"/>
            <a:ext cx="1080000" cy="1080000"/>
          </a:xfrm>
          <a:prstGeom prst="rect">
            <a:avLst/>
          </a:prstGeom>
        </p:spPr>
      </p:pic>
      <p:sp>
        <p:nvSpPr>
          <p:cNvPr id="7" name="TextBox 6">
            <a:extLst>
              <a:ext uri="{FF2B5EF4-FFF2-40B4-BE49-F238E27FC236}">
                <a16:creationId xmlns:a16="http://schemas.microsoft.com/office/drawing/2014/main" id="{3D7B78C7-BC93-1CCB-D1D4-D54CF9A2BDE2}"/>
              </a:ext>
            </a:extLst>
          </p:cNvPr>
          <p:cNvSpPr txBox="1"/>
          <p:nvPr/>
        </p:nvSpPr>
        <p:spPr>
          <a:xfrm>
            <a:off x="1571263" y="4059775"/>
            <a:ext cx="8032954" cy="369332"/>
          </a:xfrm>
          <a:prstGeom prst="rect">
            <a:avLst/>
          </a:prstGeom>
          <a:noFill/>
        </p:spPr>
        <p:txBody>
          <a:bodyPr wrap="square" rtlCol="0">
            <a:spAutoFit/>
          </a:bodyPr>
          <a:lstStyle/>
          <a:p>
            <a:pPr marL="0" marR="0" lvl="1" indent="0" algn="l" defTabSz="914400" rtl="0" eaLnBrk="1" fontAlgn="auto" latinLnBrk="0" hangingPunct="1">
              <a:lnSpc>
                <a:spcPct val="100000"/>
              </a:lnSpc>
              <a:spcBef>
                <a:spcPts val="600"/>
              </a:spcBef>
              <a:spcAft>
                <a:spcPts val="0"/>
              </a:spcAft>
              <a:buClrTx/>
              <a:buSzTx/>
              <a:buFontTx/>
              <a:buNone/>
              <a:tabLst/>
              <a:defRPr/>
            </a:pPr>
            <a:r>
              <a:rPr kumimoji="0" lang="en-US" b="0" i="0" u="none" strike="noStrike" kern="1200" cap="none" spc="0" normalizeH="0" baseline="0" noProof="0">
                <a:ln>
                  <a:noFill/>
                </a:ln>
                <a:solidFill>
                  <a:srgbClr val="63656A"/>
                </a:solidFill>
                <a:effectLst/>
                <a:uLnTx/>
                <a:uFillTx/>
                <a:latin typeface="Arial Nova Light"/>
                <a:ea typeface="+mn-ea"/>
                <a:cs typeface="Arial"/>
              </a:rPr>
              <a:t>For more information about CRDCN, visit our website: </a:t>
            </a:r>
            <a:r>
              <a:rPr kumimoji="0" lang="en-CA" b="0" i="0" u="none" strike="noStrike" kern="1200" cap="none" spc="0" normalizeH="0" baseline="0" noProof="0">
                <a:ln>
                  <a:noFill/>
                </a:ln>
                <a:solidFill>
                  <a:srgbClr val="63656A"/>
                </a:solidFill>
                <a:effectLst/>
                <a:uLnTx/>
                <a:uFillTx/>
                <a:latin typeface="Calibri" panose="020F0502020204030204" pitchFamily="34" charset="0"/>
                <a:ea typeface="+mn-ea"/>
                <a:cs typeface="+mn-cs"/>
                <a:hlinkClick r:id="rId4"/>
              </a:rPr>
              <a:t>https://crdcn.ca</a:t>
            </a:r>
            <a:r>
              <a:rPr kumimoji="0" lang="en-CA" b="0" i="0" u="none" strike="noStrike" kern="1200" cap="none" spc="0" normalizeH="0" baseline="0" noProof="0">
                <a:ln>
                  <a:noFill/>
                </a:ln>
                <a:solidFill>
                  <a:srgbClr val="63656A"/>
                </a:solidFill>
                <a:effectLst/>
                <a:uLnTx/>
                <a:uFillTx/>
                <a:latin typeface="Calibri" panose="020F0502020204030204" pitchFamily="34" charset="0"/>
                <a:ea typeface="+mn-ea"/>
                <a:cs typeface="+mn-cs"/>
              </a:rPr>
              <a:t> </a:t>
            </a:r>
            <a:endParaRPr kumimoji="0" lang="en-US" b="0" i="0" u="none" strike="noStrike" kern="1200" cap="none" spc="0" normalizeH="0" baseline="0" noProof="0">
              <a:ln>
                <a:noFill/>
              </a:ln>
              <a:solidFill>
                <a:srgbClr val="63656A"/>
              </a:solidFill>
              <a:effectLst/>
              <a:uLnTx/>
              <a:uFillTx/>
              <a:latin typeface="Arial Nova Light"/>
              <a:ea typeface="+mn-ea"/>
              <a:cs typeface="Arial"/>
            </a:endParaRPr>
          </a:p>
        </p:txBody>
      </p:sp>
      <p:sp>
        <p:nvSpPr>
          <p:cNvPr id="10" name="TextBox 9">
            <a:extLst>
              <a:ext uri="{FF2B5EF4-FFF2-40B4-BE49-F238E27FC236}">
                <a16:creationId xmlns:a16="http://schemas.microsoft.com/office/drawing/2014/main" id="{B56D4067-17F1-8D66-31AF-21778A3BB0F9}"/>
              </a:ext>
            </a:extLst>
          </p:cNvPr>
          <p:cNvSpPr txBox="1"/>
          <p:nvPr/>
        </p:nvSpPr>
        <p:spPr>
          <a:xfrm>
            <a:off x="1571263" y="5272296"/>
            <a:ext cx="8898194" cy="369332"/>
          </a:xfrm>
          <a:prstGeom prst="rect">
            <a:avLst/>
          </a:prstGeom>
          <a:noFill/>
        </p:spPr>
        <p:txBody>
          <a:bodyPr wrap="square" rtlCol="0">
            <a:spAutoFit/>
          </a:bodyPr>
          <a:lstStyle/>
          <a:p>
            <a:pPr marL="0" marR="0" lvl="1" indent="0" algn="l" defTabSz="914400" rtl="0" eaLnBrk="1" fontAlgn="auto" latinLnBrk="0" hangingPunct="1">
              <a:lnSpc>
                <a:spcPct val="100000"/>
              </a:lnSpc>
              <a:spcBef>
                <a:spcPts val="600"/>
              </a:spcBef>
              <a:spcAft>
                <a:spcPts val="0"/>
              </a:spcAft>
              <a:buClrTx/>
              <a:buSzTx/>
              <a:buFontTx/>
              <a:buNone/>
              <a:tabLst/>
              <a:defRPr/>
            </a:pPr>
            <a:r>
              <a:rPr kumimoji="0" lang="en-US" b="0" i="0" u="none" strike="noStrike" kern="1200" cap="none" spc="0" normalizeH="0" baseline="0" noProof="0">
                <a:ln>
                  <a:noFill/>
                </a:ln>
                <a:solidFill>
                  <a:srgbClr val="63656A"/>
                </a:solidFill>
                <a:effectLst/>
                <a:uLnTx/>
                <a:uFillTx/>
                <a:latin typeface="Arial Nova Light"/>
                <a:ea typeface="+mn-ea"/>
                <a:cs typeface="Arial"/>
              </a:rPr>
              <a:t>To read or sign up to CRDCN’s newsletters, visit </a:t>
            </a:r>
            <a:r>
              <a:rPr kumimoji="0" lang="en-CA" b="0" i="0" u="none" strike="noStrike" kern="1200" cap="none" spc="0" normalizeH="0" baseline="0" noProof="0">
                <a:ln>
                  <a:noFill/>
                </a:ln>
                <a:solidFill>
                  <a:srgbClr val="63656A"/>
                </a:solidFill>
                <a:effectLst/>
                <a:uLnTx/>
                <a:uFillTx/>
                <a:latin typeface="Calibri" panose="020F0502020204030204" pitchFamily="34" charset="0"/>
                <a:ea typeface="+mn-ea"/>
                <a:cs typeface="+mn-cs"/>
                <a:hlinkClick r:id="rId5" tooltip="https://crdcn.ca/news/newsletters"/>
              </a:rPr>
              <a:t>https://crdcn.ca/news/newsletters</a:t>
            </a:r>
            <a:r>
              <a:rPr kumimoji="0" lang="en-CA" b="0" i="0" u="none" strike="noStrike" kern="1200" cap="none" spc="0" normalizeH="0" baseline="0" noProof="0">
                <a:ln>
                  <a:noFill/>
                </a:ln>
                <a:solidFill>
                  <a:srgbClr val="000000"/>
                </a:solidFill>
                <a:effectLst/>
                <a:uLnTx/>
                <a:uFillTx/>
                <a:latin typeface="Calibri" panose="020F0502020204030204" pitchFamily="34" charset="0"/>
                <a:ea typeface="+mn-ea"/>
                <a:cs typeface="+mn-cs"/>
              </a:rPr>
              <a:t> </a:t>
            </a:r>
            <a:endParaRPr kumimoji="0" lang="en-US" b="0" i="0" u="none" strike="noStrike" kern="1200" cap="none" spc="0" normalizeH="0" baseline="0" noProof="0">
              <a:ln>
                <a:noFill/>
              </a:ln>
              <a:solidFill>
                <a:srgbClr val="63656A"/>
              </a:solidFill>
              <a:effectLst/>
              <a:uLnTx/>
              <a:uFillTx/>
              <a:latin typeface="Arial Nova Light"/>
              <a:ea typeface="+mn-ea"/>
              <a:cs typeface="Arial"/>
            </a:endParaRPr>
          </a:p>
        </p:txBody>
      </p:sp>
    </p:spTree>
    <p:extLst>
      <p:ext uri="{BB962C8B-B14F-4D97-AF65-F5344CB8AC3E}">
        <p14:creationId xmlns:p14="http://schemas.microsoft.com/office/powerpoint/2010/main" val="1408242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F44796-24E2-010C-A90D-B4E41266527C}"/>
            </a:ext>
          </a:extLst>
        </p:cNvPr>
        <p:cNvGrpSpPr/>
        <p:nvPr/>
      </p:nvGrpSpPr>
      <p:grpSpPr>
        <a:xfrm>
          <a:off x="0" y="0"/>
          <a:ext cx="0" cy="0"/>
          <a:chOff x="0" y="0"/>
          <a:chExt cx="0" cy="0"/>
        </a:xfrm>
      </p:grpSpPr>
      <p:sp>
        <p:nvSpPr>
          <p:cNvPr id="19" name="TextBox 18">
            <a:extLst>
              <a:ext uri="{FF2B5EF4-FFF2-40B4-BE49-F238E27FC236}">
                <a16:creationId xmlns:a16="http://schemas.microsoft.com/office/drawing/2014/main" id="{4ACEF5E3-0E6D-68EC-C21B-4A5832E39E6C}"/>
              </a:ext>
            </a:extLst>
          </p:cNvPr>
          <p:cNvSpPr txBox="1"/>
          <p:nvPr/>
        </p:nvSpPr>
        <p:spPr>
          <a:xfrm>
            <a:off x="925830" y="1554480"/>
            <a:ext cx="11036333" cy="2616101"/>
          </a:xfrm>
          <a:prstGeom prst="rect">
            <a:avLst/>
          </a:prstGeom>
          <a:noFill/>
        </p:spPr>
        <p:txBody>
          <a:bodyPr wrap="square" lIns="91440" tIns="45720" rIns="91440" bIns="45720" anchor="t">
            <a:spAutoFit/>
          </a:bodyPr>
          <a:lstStyle/>
          <a:p>
            <a:pPr fontAlgn="base">
              <a:spcAft>
                <a:spcPts val="600"/>
              </a:spcAft>
            </a:pPr>
            <a:r>
              <a:rPr lang="en-US" sz="3600" b="1" dirty="0">
                <a:latin typeface="Arial"/>
                <a:cs typeface="Arial"/>
              </a:rPr>
              <a:t>Next up – Research data management training </a:t>
            </a:r>
          </a:p>
          <a:p>
            <a:pPr fontAlgn="base">
              <a:spcAft>
                <a:spcPts val="600"/>
              </a:spcAft>
            </a:pPr>
            <a:endParaRPr lang="en-US" sz="2800"/>
          </a:p>
          <a:p>
            <a:pPr fontAlgn="base">
              <a:spcAft>
                <a:spcPts val="600"/>
              </a:spcAft>
            </a:pPr>
            <a:r>
              <a:rPr lang="en-US" sz="2800" dirty="0"/>
              <a:t>Anneliese Eber &amp; Alyssa Roussy, University of Waterloo</a:t>
            </a:r>
          </a:p>
          <a:p>
            <a:pPr fontAlgn="base">
              <a:spcAft>
                <a:spcPts val="600"/>
              </a:spcAft>
            </a:pPr>
            <a:endParaRPr lang="en-US" sz="2800" dirty="0">
              <a:cs typeface="Arial" panose="020B0604020202020204" pitchFamily="34" charset="0"/>
            </a:endParaRPr>
          </a:p>
          <a:p>
            <a:pPr>
              <a:spcAft>
                <a:spcPts val="600"/>
              </a:spcAft>
            </a:pPr>
            <a:endParaRPr lang="en-US" sz="2400"/>
          </a:p>
        </p:txBody>
      </p:sp>
    </p:spTree>
    <p:extLst>
      <p:ext uri="{BB962C8B-B14F-4D97-AF65-F5344CB8AC3E}">
        <p14:creationId xmlns:p14="http://schemas.microsoft.com/office/powerpoint/2010/main" val="1119304078"/>
      </p:ext>
    </p:extLst>
  </p:cSld>
  <p:clrMapOvr>
    <a:masterClrMapping/>
  </p:clrMapOvr>
</p:sld>
</file>

<file path=ppt/theme/theme1.xml><?xml version="1.0" encoding="utf-8"?>
<a:theme xmlns:a="http://schemas.openxmlformats.org/drawingml/2006/main" name="Office Theme">
  <a:themeElements>
    <a:clrScheme name="CRDCN Colours">
      <a:dk1>
        <a:srgbClr val="63656A"/>
      </a:dk1>
      <a:lt1>
        <a:sysClr val="window" lastClr="FFFFFF"/>
      </a:lt1>
      <a:dk2>
        <a:srgbClr val="1F516E"/>
      </a:dk2>
      <a:lt2>
        <a:srgbClr val="E1E3E4"/>
      </a:lt2>
      <a:accent1>
        <a:srgbClr val="527CA6"/>
      </a:accent1>
      <a:accent2>
        <a:srgbClr val="FEC465"/>
      </a:accent2>
      <a:accent3>
        <a:srgbClr val="D7B5C6"/>
      </a:accent3>
      <a:accent4>
        <a:srgbClr val="85C0FB"/>
      </a:accent4>
      <a:accent5>
        <a:srgbClr val="C5E0B3"/>
      </a:accent5>
      <a:accent6>
        <a:srgbClr val="FEE599"/>
      </a:accent6>
      <a:hlink>
        <a:srgbClr val="48A1FA"/>
      </a:hlink>
      <a:folHlink>
        <a:srgbClr val="8EAADB"/>
      </a:folHlink>
    </a:clrScheme>
    <a:fontScheme name="CRDCN Fonts">
      <a:majorFont>
        <a:latin typeface="Arial"/>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asisVTI">
  <a:themeElements>
    <a:clrScheme name="Marquee">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asis_win32_DN_V3" id="{65F5DFDA-B6D8-4F37-85B8-E95C858FA146}" vid="{998F2FB7-179B-41D4-99FF-60A4C828B89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e471432c-39b5-4e37-b6a1-0303f55f1001">
      <UserInfo>
        <DisplayName/>
        <AccountId xsi:nil="true"/>
        <AccountType/>
      </UserInfo>
    </SharedWithUsers>
    <lcf76f155ced4ddcb4097134ff3c332f xmlns="fe770d8f-5db2-42ab-9109-2ccfbb694cc3">
      <Terms xmlns="http://schemas.microsoft.com/office/infopath/2007/PartnerControls"/>
    </lcf76f155ced4ddcb4097134ff3c332f>
    <TaxCatchAll xmlns="e471432c-39b5-4e37-b6a1-0303f55f1001" xsi:nil="true"/>
    <_Flow_SignoffStatus xmlns="fe770d8f-5db2-42ab-9109-2ccfbb694cc3" xsi:nil="true"/>
    <MediaLengthInSeconds xmlns="fe770d8f-5db2-42ab-9109-2ccfbb694cc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3999F3824AACA4CB5C02CA1B5B2DFAE" ma:contentTypeVersion="19" ma:contentTypeDescription="Create a new document." ma:contentTypeScope="" ma:versionID="da809e6bf8aea51c00118582e3d25708">
  <xsd:schema xmlns:xsd="http://www.w3.org/2001/XMLSchema" xmlns:xs="http://www.w3.org/2001/XMLSchema" xmlns:p="http://schemas.microsoft.com/office/2006/metadata/properties" xmlns:ns2="fe770d8f-5db2-42ab-9109-2ccfbb694cc3" xmlns:ns3="e471432c-39b5-4e37-b6a1-0303f55f1001" targetNamespace="http://schemas.microsoft.com/office/2006/metadata/properties" ma:root="true" ma:fieldsID="04bc0c0849663c844547899bdf80794a" ns2:_="" ns3:_="">
    <xsd:import namespace="fe770d8f-5db2-42ab-9109-2ccfbb694cc3"/>
    <xsd:import namespace="e471432c-39b5-4e37-b6a1-0303f55f100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Location" minOccurs="0"/>
                <xsd:element ref="ns2:_Flow_SignoffStatu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770d8f-5db2-42ab-9109-2ccfbb694c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3badbea-0c6b-4d4f-9bff-f10d9c965206"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_Flow_SignoffStatus" ma:index="24" nillable="true" ma:displayName="Sign-off status" ma:internalName="Sign_x002d_off_x0020_status">
      <xsd:simpleType>
        <xsd:restriction base="dms:Text"/>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471432c-39b5-4e37-b6a1-0303f55f1001"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2fbaa82e-ed9a-4b83-8378-55e6d8546644}" ma:internalName="TaxCatchAll" ma:showField="CatchAllData" ma:web="e471432c-39b5-4e37-b6a1-0303f55f100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55E7EBE-8F52-41E7-AED3-CEA8B1FA5B00}">
  <ds:schemaRefs>
    <ds:schemaRef ds:uri="e471432c-39b5-4e37-b6a1-0303f55f1001"/>
    <ds:schemaRef ds:uri="fe770d8f-5db2-42ab-9109-2ccfbb694cc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BA29483-5E78-4541-AD2D-42735FF9999B}">
  <ds:schemaRefs>
    <ds:schemaRef ds:uri="http://schemas.microsoft.com/sharepoint/v3/contenttype/forms"/>
  </ds:schemaRefs>
</ds:datastoreItem>
</file>

<file path=customXml/itemProps3.xml><?xml version="1.0" encoding="utf-8"?>
<ds:datastoreItem xmlns:ds="http://schemas.openxmlformats.org/officeDocument/2006/customXml" ds:itemID="{E5B9D090-E4A6-48EC-B702-95222DE566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770d8f-5db2-42ab-9109-2ccfbb694cc3"/>
    <ds:schemaRef ds:uri="e471432c-39b5-4e37-b6a1-0303f55f100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24</Slides>
  <Notes>11</Notes>
  <HiddenSlides>0</HiddenSlides>
  <ScaleCrop>false</ScaleCrop>
  <HeadingPairs>
    <vt:vector size="4" baseType="variant">
      <vt:variant>
        <vt:lpstr>Theme</vt:lpstr>
      </vt:variant>
      <vt:variant>
        <vt:i4>3</vt:i4>
      </vt:variant>
      <vt:variant>
        <vt:lpstr>Slide Titles</vt:lpstr>
      </vt:variant>
      <vt:variant>
        <vt:i4>24</vt:i4>
      </vt:variant>
    </vt:vector>
  </HeadingPairs>
  <TitlesOfParts>
    <vt:vector size="27" baseType="lpstr">
      <vt:lpstr>Office Theme</vt:lpstr>
      <vt:lpstr>Office Theme</vt:lpstr>
      <vt:lpstr>OasisVTI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Current State of Canadian Data – Common issues</vt:lpstr>
      <vt:lpstr>Key Data Issues in Canada</vt:lpstr>
      <vt:lpstr>Current State of Canadian Data: Labour</vt:lpstr>
      <vt:lpstr>National Sources: Statistics Canada and Labour Force Surveys</vt:lpstr>
      <vt:lpstr>Decentralized</vt:lpstr>
      <vt:lpstr>PowerPoint Presentation</vt:lpstr>
      <vt:lpstr>Current State of Canadian Data: Health</vt:lpstr>
      <vt:lpstr>Key Data Sources and National Health Databases</vt:lpstr>
      <vt:lpstr>Institutions</vt:lpstr>
      <vt:lpstr>PowerPoint Presentation</vt:lpstr>
      <vt:lpstr>PowerPoint Presentation</vt:lpstr>
      <vt:lpstr>Current State of Canadian Data: Education</vt:lpstr>
      <vt:lpstr>Key Data Sources and National Education Databases</vt:lpstr>
      <vt:lpstr>Social Development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 El-Hajar</dc:creator>
  <cp:revision>19</cp:revision>
  <dcterms:created xsi:type="dcterms:W3CDTF">2020-03-19T14:29:22Z</dcterms:created>
  <dcterms:modified xsi:type="dcterms:W3CDTF">2025-10-27T15:36:28Z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0x010100A3999F3824AACA4CB5C02CA1B5B2DFAE</vt:lpwstr>
  </property>
  <property fmtid="{D5CDD505-2E9C-101B-9397-08002B2CF9AE}" pid="3" name="Order">
    <vt:r8>88300</vt:r8>
  </property>
  <property fmtid="{D5CDD505-2E9C-101B-9397-08002B2CF9AE}" pid="4" name="_ExtendedDescription">
    <vt:lpwstr/>
  </property>
  <property fmtid="{D5CDD505-2E9C-101B-9397-08002B2CF9AE}" pid="5" name="TriggerFlowInfo">
    <vt:lpwstr/>
  </property>
  <property fmtid="{D5CDD505-2E9C-101B-9397-08002B2CF9AE}" pid="6" name="ComplianceAssetId">
    <vt:lpwstr/>
  </property>
  <property fmtid="{D5CDD505-2E9C-101B-9397-08002B2CF9AE}" pid="7" name="xd_ProgID">
    <vt:lpwstr/>
  </property>
  <property fmtid="{D5CDD505-2E9C-101B-9397-08002B2CF9AE}" pid="8" name="TemplateUrl">
    <vt:lpwstr/>
  </property>
  <property fmtid="{D5CDD505-2E9C-101B-9397-08002B2CF9AE}" pid="9" name="xd_Signature">
    <vt:bool>false</vt:bool>
  </property>
  <property fmtid="{D5CDD505-2E9C-101B-9397-08002B2CF9AE}" pid="10" name="MediaServiceImageTags">
    <vt:lpwstr/>
  </property>
</Properties>
</file>